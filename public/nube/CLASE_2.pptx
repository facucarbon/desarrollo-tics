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tiff" ContentType="image/tiff"/>
  <Default Extension="mp4" ContentType="video/unknown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4.xml" ContentType="application/vnd.openxmlformats-officedocument.theme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theme/theme5.xml" ContentType="application/vnd.openxmlformats-officedocument.theme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6.xml" ContentType="application/vnd.openxmlformats-officedocument.theme+xml"/>
  <Override PartName="/ppt/slideLayouts/slideLayout45.xml" ContentType="application/vnd.openxmlformats-officedocument.presentationml.slideLayout+xml"/>
  <Override PartName="/ppt/theme/theme7.xml" ContentType="application/vnd.openxmlformats-officedocument.theme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8.xml" ContentType="application/vnd.openxmlformats-officedocument.theme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theme/theme9.xml" ContentType="application/vnd.openxmlformats-officedocument.theme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theme/theme10.xml" ContentType="application/vnd.openxmlformats-officedocument.theme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theme/theme11.xml" ContentType="application/vnd.openxmlformats-officedocument.theme+xml"/>
  <Override PartName="/ppt/theme/theme12.xml" ContentType="application/vnd.openxmlformats-officedocument.theme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theme/theme13.xml" ContentType="application/vnd.openxmlformats-officedocument.theme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theme/theme14.xml" ContentType="application/vnd.openxmlformats-officedocument.theme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theme/theme15.xml" ContentType="application/vnd.openxmlformats-officedocument.theme+xml"/>
  <Override PartName="/ppt/slideLayouts/slideLayout83.xml" ContentType="application/vnd.openxmlformats-officedocument.presentationml.slideLayout+xml"/>
  <Override PartName="/ppt/theme/theme16.xml" ContentType="application/vnd.openxmlformats-officedocument.theme+xml"/>
  <Override PartName="/ppt/theme/theme17.xml" ContentType="application/vnd.openxmlformats-officedocument.theme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theme/theme18.xml" ContentType="application/vnd.openxmlformats-officedocument.theme+xml"/>
  <Override PartName="/ppt/slideLayouts/slideLayout88.xml" ContentType="application/vnd.openxmlformats-officedocument.presentationml.slideLayout+xml"/>
  <Override PartName="/ppt/theme/theme19.xml" ContentType="application/vnd.openxmlformats-officedocument.theme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theme/theme20.xml" ContentType="application/vnd.openxmlformats-officedocument.theme+xml"/>
  <Override PartName="/ppt/theme/theme21.xml" ContentType="application/vnd.openxmlformats-officedocument.theme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theme/theme22.xml" ContentType="application/vnd.openxmlformats-officedocument.theme+xml"/>
  <Override PartName="/ppt/theme/theme23.xml" ContentType="application/vnd.openxmlformats-officedocument.theme+xml"/>
  <Override PartName="/ppt/theme/theme2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authors.xml" ContentType="application/vnd.ms-powerpoint.authors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93" r:id="rId1"/>
    <p:sldMasterId id="2147483797" r:id="rId2"/>
    <p:sldMasterId id="2147483816" r:id="rId3"/>
    <p:sldMasterId id="2147483683" r:id="rId4"/>
    <p:sldMasterId id="2147483914" r:id="rId5"/>
    <p:sldMasterId id="2147483990" r:id="rId6"/>
    <p:sldMasterId id="2147483997" r:id="rId7"/>
    <p:sldMasterId id="2147484001" r:id="rId8"/>
    <p:sldMasterId id="2147484007" r:id="rId9"/>
    <p:sldMasterId id="2147484037" r:id="rId10"/>
    <p:sldMasterId id="2147484045" r:id="rId11"/>
    <p:sldMasterId id="2147484116" r:id="rId12"/>
    <p:sldMasterId id="2147484118" r:id="rId13"/>
    <p:sldMasterId id="2147484126" r:id="rId14"/>
    <p:sldMasterId id="2147484134" r:id="rId15"/>
    <p:sldMasterId id="2147484142" r:id="rId16"/>
    <p:sldMasterId id="2147484145" r:id="rId17"/>
    <p:sldMasterId id="2147484150" r:id="rId18"/>
    <p:sldMasterId id="2147484158" r:id="rId19"/>
    <p:sldMasterId id="2147484166" r:id="rId20"/>
    <p:sldMasterId id="2147484179" r:id="rId21"/>
    <p:sldMasterId id="2147484220" r:id="rId22"/>
  </p:sldMasterIdLst>
  <p:notesMasterIdLst>
    <p:notesMasterId r:id="rId35"/>
  </p:notesMasterIdLst>
  <p:handoutMasterIdLst>
    <p:handoutMasterId r:id="rId36"/>
  </p:handoutMasterIdLst>
  <p:sldIdLst>
    <p:sldId id="2670" r:id="rId23"/>
    <p:sldId id="2720" r:id="rId24"/>
    <p:sldId id="2705" r:id="rId25"/>
    <p:sldId id="2723" r:id="rId26"/>
    <p:sldId id="2725" r:id="rId27"/>
    <p:sldId id="2710" r:id="rId28"/>
    <p:sldId id="2706" r:id="rId29"/>
    <p:sldId id="2724" r:id="rId30"/>
    <p:sldId id="2707" r:id="rId31"/>
    <p:sldId id="2708" r:id="rId32"/>
    <p:sldId id="2721" r:id="rId33"/>
    <p:sldId id="2717" r:id="rId34"/>
  </p:sldIdLst>
  <p:sldSz cx="12196763" cy="6858000"/>
  <p:notesSz cx="7104063" cy="10234613"/>
  <p:defaultTextStyle>
    <a:defPPr>
      <a:defRPr lang="en-US"/>
    </a:defPPr>
    <a:lvl1pPr marL="0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40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78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718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957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196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435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675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913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5" pos="3701" userDrawn="1">
          <p15:clr>
            <a:srgbClr val="A4A3A4"/>
          </p15:clr>
        </p15:guide>
        <p15:guide id="6" orient="horz" pos="2159" userDrawn="1">
          <p15:clr>
            <a:srgbClr val="A4A3A4"/>
          </p15:clr>
        </p15:guide>
        <p15:guide id="7" pos="3539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 xmlns="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68D29E0-DB07-FFCA-441F-CA23DE98F047}" name="Bondio Andres German" initials="BAG" userId="S::abondio@gcgestion.com.ar::e077eb19-a58e-4f43-8d77-d46f2d270b92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uziyu(Ben,Cloud)" initials="W" lastIdx="0" clrIdx="0">
    <p:extLst>
      <p:ext uri="{19B8F6BF-5375-455C-9EA6-DF929625EA0E}">
        <p15:presenceInfo xmlns:p15="http://schemas.microsoft.com/office/powerpoint/2012/main" xmlns="" userId="S-1-5-21-147214757-305610072-1517763936-28254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7000B"/>
    <a:srgbClr val="188BCA"/>
    <a:srgbClr val="0062AC"/>
    <a:srgbClr val="000000"/>
    <a:srgbClr val="E8EFF2"/>
    <a:srgbClr val="FAFAFA"/>
    <a:srgbClr val="151515"/>
    <a:srgbClr val="F0F0F0"/>
    <a:srgbClr val="FEFEFE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72833802-FEF1-4C79-8D5D-14CF1EAF98D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255" autoAdjust="0"/>
    <p:restoredTop sz="86964" autoAdjust="0"/>
  </p:normalViewPr>
  <p:slideViewPr>
    <p:cSldViewPr snapToGrid="0" snapToObjects="1">
      <p:cViewPr>
        <p:scale>
          <a:sx n="104" d="100"/>
          <a:sy n="104" d="100"/>
        </p:scale>
        <p:origin x="-558" y="-18"/>
      </p:cViewPr>
      <p:guideLst>
        <p:guide orient="horz" pos="2159"/>
        <p:guide pos="3701"/>
        <p:guide pos="353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43" d="100"/>
          <a:sy n="43" d="100"/>
        </p:scale>
        <p:origin x="2840" y="2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Master" Target="slideMasters/slideMaster13.xml"/><Relationship Id="rId18" Type="http://schemas.openxmlformats.org/officeDocument/2006/relationships/slideMaster" Target="slideMasters/slideMaster18.xml"/><Relationship Id="rId26" Type="http://schemas.openxmlformats.org/officeDocument/2006/relationships/slide" Target="slides/slide4.xml"/><Relationship Id="rId39" Type="http://schemas.openxmlformats.org/officeDocument/2006/relationships/viewProps" Target="viewProps.xml"/><Relationship Id="rId21" Type="http://schemas.openxmlformats.org/officeDocument/2006/relationships/slideMaster" Target="slideMasters/slideMaster21.xml"/><Relationship Id="rId34" Type="http://schemas.openxmlformats.org/officeDocument/2006/relationships/slide" Target="slides/slide12.xml"/><Relationship Id="rId7" Type="http://schemas.openxmlformats.org/officeDocument/2006/relationships/slideMaster" Target="slideMasters/slideMaster7.xml"/><Relationship Id="rId2" Type="http://schemas.openxmlformats.org/officeDocument/2006/relationships/slideMaster" Target="slideMasters/slideMaster2.xml"/><Relationship Id="rId16" Type="http://schemas.openxmlformats.org/officeDocument/2006/relationships/slideMaster" Target="slideMasters/slideMaster16.xml"/><Relationship Id="rId20" Type="http://schemas.openxmlformats.org/officeDocument/2006/relationships/slideMaster" Target="slideMasters/slideMaster20.xml"/><Relationship Id="rId29" Type="http://schemas.openxmlformats.org/officeDocument/2006/relationships/slide" Target="slides/slide7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slide" Target="slides/slide2.xml"/><Relationship Id="rId32" Type="http://schemas.openxmlformats.org/officeDocument/2006/relationships/slide" Target="slides/slide10.xml"/><Relationship Id="rId37" Type="http://schemas.openxmlformats.org/officeDocument/2006/relationships/commentAuthors" Target="commentAuthors.xml"/><Relationship Id="rId40" Type="http://schemas.openxmlformats.org/officeDocument/2006/relationships/theme" Target="theme/theme1.xml"/><Relationship Id="rId53" Type="http://schemas.microsoft.com/office/2018/10/relationships/authors" Target="authors.xml"/><Relationship Id="rId5" Type="http://schemas.openxmlformats.org/officeDocument/2006/relationships/slideMaster" Target="slideMasters/slideMaster5.xml"/><Relationship Id="rId15" Type="http://schemas.openxmlformats.org/officeDocument/2006/relationships/slideMaster" Target="slideMasters/slideMaster15.xml"/><Relationship Id="rId23" Type="http://schemas.openxmlformats.org/officeDocument/2006/relationships/slide" Target="slides/slide1.xml"/><Relationship Id="rId28" Type="http://schemas.openxmlformats.org/officeDocument/2006/relationships/slide" Target="slides/slide6.xml"/><Relationship Id="rId36" Type="http://schemas.openxmlformats.org/officeDocument/2006/relationships/handoutMaster" Target="handoutMasters/handoutMaster1.xml"/><Relationship Id="rId10" Type="http://schemas.openxmlformats.org/officeDocument/2006/relationships/slideMaster" Target="slideMasters/slideMaster10.xml"/><Relationship Id="rId19" Type="http://schemas.openxmlformats.org/officeDocument/2006/relationships/slideMaster" Target="slideMasters/slideMaster19.xml"/><Relationship Id="rId31" Type="http://schemas.openxmlformats.org/officeDocument/2006/relationships/slide" Target="slides/slide9.xml"/><Relationship Id="rId52" Type="http://schemas.microsoft.com/office/2016/11/relationships/changesInfo" Target="changesInfos/changesInfo1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Master" Target="slideMasters/slideMaster14.xml"/><Relationship Id="rId22" Type="http://schemas.openxmlformats.org/officeDocument/2006/relationships/slideMaster" Target="slideMasters/slideMaster22.xml"/><Relationship Id="rId27" Type="http://schemas.openxmlformats.org/officeDocument/2006/relationships/slide" Target="slides/slide5.xml"/><Relationship Id="rId30" Type="http://schemas.openxmlformats.org/officeDocument/2006/relationships/slide" Target="slides/slide8.xml"/><Relationship Id="rId35" Type="http://schemas.openxmlformats.org/officeDocument/2006/relationships/notesMaster" Target="notesMasters/notesMaster1.xml"/><Relationship Id="rId8" Type="http://schemas.openxmlformats.org/officeDocument/2006/relationships/slideMaster" Target="slideMasters/slideMaster8.xml"/><Relationship Id="rId3" Type="http://schemas.openxmlformats.org/officeDocument/2006/relationships/slideMaster" Target="slideMasters/slideMaster3.xml"/><Relationship Id="rId12" Type="http://schemas.openxmlformats.org/officeDocument/2006/relationships/slideMaster" Target="slideMasters/slideMaster12.xml"/><Relationship Id="rId17" Type="http://schemas.openxmlformats.org/officeDocument/2006/relationships/slideMaster" Target="slideMasters/slideMaster17.xml"/><Relationship Id="rId25" Type="http://schemas.openxmlformats.org/officeDocument/2006/relationships/slide" Target="slides/slide3.xml"/><Relationship Id="rId33" Type="http://schemas.openxmlformats.org/officeDocument/2006/relationships/slide" Target="slides/slide11.xml"/><Relationship Id="rId38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ondio Andres German" userId="e077eb19-a58e-4f43-8d77-d46f2d270b92" providerId="ADAL" clId="{DCEC8177-3157-4CE7-B79B-18F06AE0CB05}"/>
    <pc:docChg chg="delSld modSld">
      <pc:chgData name="Bondio Andres German" userId="e077eb19-a58e-4f43-8d77-d46f2d270b92" providerId="ADAL" clId="{DCEC8177-3157-4CE7-B79B-18F06AE0CB05}" dt="2023-08-11T15:45:28.261" v="19" actId="6549"/>
      <pc:docMkLst>
        <pc:docMk/>
      </pc:docMkLst>
      <pc:sldChg chg="delCm modNotesTx">
        <pc:chgData name="Bondio Andres German" userId="e077eb19-a58e-4f43-8d77-d46f2d270b92" providerId="ADAL" clId="{DCEC8177-3157-4CE7-B79B-18F06AE0CB05}" dt="2023-08-11T15:44:36.878" v="8"/>
        <pc:sldMkLst>
          <pc:docMk/>
          <pc:sldMk cId="1033924672" sldId="2665"/>
        </pc:sldMkLst>
        <pc:extLst>
          <p:ext xmlns:p="http://schemas.openxmlformats.org/presentationml/2006/main" uri="{D6D511B9-2390-475A-947B-AFAB55BFBCF1}">
            <pc226:cmChg xmlns="" xmlns:pc226="http://schemas.microsoft.com/office/powerpoint/2022/06/main/command" chg="del">
              <pc226:chgData name="Bondio Andres German" userId="e077eb19-a58e-4f43-8d77-d46f2d270b92" providerId="ADAL" clId="{DCEC8177-3157-4CE7-B79B-18F06AE0CB05}" dt="2023-08-11T15:44:36.878" v="8"/>
              <pc2:cmMkLst xmlns:pc2="http://schemas.microsoft.com/office/powerpoint/2019/9/main/command">
                <pc:docMk/>
                <pc:sldMk cId="1033924672" sldId="2665"/>
                <pc2:cmMk id="{1A9B1410-D79E-48B9-90D7-19D60586EB66}"/>
              </pc2:cmMkLst>
            </pc226:cmChg>
          </p:ext>
        </pc:extLst>
      </pc:sldChg>
      <pc:sldChg chg="del">
        <pc:chgData name="Bondio Andres German" userId="e077eb19-a58e-4f43-8d77-d46f2d270b92" providerId="ADAL" clId="{DCEC8177-3157-4CE7-B79B-18F06AE0CB05}" dt="2023-08-11T15:42:58.009" v="0" actId="47"/>
        <pc:sldMkLst>
          <pc:docMk/>
          <pc:sldMk cId="2833311804" sldId="2667"/>
        </pc:sldMkLst>
      </pc:sldChg>
      <pc:sldChg chg="modNotesTx">
        <pc:chgData name="Bondio Andres German" userId="e077eb19-a58e-4f43-8d77-d46f2d270b92" providerId="ADAL" clId="{DCEC8177-3157-4CE7-B79B-18F06AE0CB05}" dt="2023-08-11T15:44:48.782" v="11" actId="6549"/>
        <pc:sldMkLst>
          <pc:docMk/>
          <pc:sldMk cId="3971083214" sldId="2670"/>
        </pc:sldMkLst>
      </pc:sldChg>
      <pc:sldChg chg="modNotesTx">
        <pc:chgData name="Bondio Andres German" userId="e077eb19-a58e-4f43-8d77-d46f2d270b92" providerId="ADAL" clId="{DCEC8177-3157-4CE7-B79B-18F06AE0CB05}" dt="2023-08-11T15:44:19.565" v="5" actId="6549"/>
        <pc:sldMkLst>
          <pc:docMk/>
          <pc:sldMk cId="1633464778" sldId="2672"/>
        </pc:sldMkLst>
      </pc:sldChg>
      <pc:sldChg chg="del">
        <pc:chgData name="Bondio Andres German" userId="e077eb19-a58e-4f43-8d77-d46f2d270b92" providerId="ADAL" clId="{DCEC8177-3157-4CE7-B79B-18F06AE0CB05}" dt="2023-08-11T15:42:58.009" v="0" actId="47"/>
        <pc:sldMkLst>
          <pc:docMk/>
          <pc:sldMk cId="2646942607" sldId="2673"/>
        </pc:sldMkLst>
      </pc:sldChg>
      <pc:sldChg chg="del">
        <pc:chgData name="Bondio Andres German" userId="e077eb19-a58e-4f43-8d77-d46f2d270b92" providerId="ADAL" clId="{DCEC8177-3157-4CE7-B79B-18F06AE0CB05}" dt="2023-08-11T15:42:58.009" v="0" actId="47"/>
        <pc:sldMkLst>
          <pc:docMk/>
          <pc:sldMk cId="671276649" sldId="2674"/>
        </pc:sldMkLst>
      </pc:sldChg>
      <pc:sldChg chg="del">
        <pc:chgData name="Bondio Andres German" userId="e077eb19-a58e-4f43-8d77-d46f2d270b92" providerId="ADAL" clId="{DCEC8177-3157-4CE7-B79B-18F06AE0CB05}" dt="2023-08-11T15:42:58.009" v="0" actId="47"/>
        <pc:sldMkLst>
          <pc:docMk/>
          <pc:sldMk cId="507548417" sldId="2675"/>
        </pc:sldMkLst>
      </pc:sldChg>
      <pc:sldChg chg="del">
        <pc:chgData name="Bondio Andres German" userId="e077eb19-a58e-4f43-8d77-d46f2d270b92" providerId="ADAL" clId="{DCEC8177-3157-4CE7-B79B-18F06AE0CB05}" dt="2023-08-11T15:42:58.009" v="0" actId="47"/>
        <pc:sldMkLst>
          <pc:docMk/>
          <pc:sldMk cId="2684747870" sldId="2676"/>
        </pc:sldMkLst>
      </pc:sldChg>
      <pc:sldChg chg="del">
        <pc:chgData name="Bondio Andres German" userId="e077eb19-a58e-4f43-8d77-d46f2d270b92" providerId="ADAL" clId="{DCEC8177-3157-4CE7-B79B-18F06AE0CB05}" dt="2023-08-11T15:42:58.009" v="0" actId="47"/>
        <pc:sldMkLst>
          <pc:docMk/>
          <pc:sldMk cId="849827473" sldId="2678"/>
        </pc:sldMkLst>
      </pc:sldChg>
      <pc:sldChg chg="del">
        <pc:chgData name="Bondio Andres German" userId="e077eb19-a58e-4f43-8d77-d46f2d270b92" providerId="ADAL" clId="{DCEC8177-3157-4CE7-B79B-18F06AE0CB05}" dt="2023-08-11T15:42:58.009" v="0" actId="47"/>
        <pc:sldMkLst>
          <pc:docMk/>
          <pc:sldMk cId="3847203470" sldId="2679"/>
        </pc:sldMkLst>
      </pc:sldChg>
      <pc:sldChg chg="del">
        <pc:chgData name="Bondio Andres German" userId="e077eb19-a58e-4f43-8d77-d46f2d270b92" providerId="ADAL" clId="{DCEC8177-3157-4CE7-B79B-18F06AE0CB05}" dt="2023-08-11T15:42:58.009" v="0" actId="47"/>
        <pc:sldMkLst>
          <pc:docMk/>
          <pc:sldMk cId="2793595032" sldId="2682"/>
        </pc:sldMkLst>
      </pc:sldChg>
      <pc:sldChg chg="del">
        <pc:chgData name="Bondio Andres German" userId="e077eb19-a58e-4f43-8d77-d46f2d270b92" providerId="ADAL" clId="{DCEC8177-3157-4CE7-B79B-18F06AE0CB05}" dt="2023-08-11T15:42:58.009" v="0" actId="47"/>
        <pc:sldMkLst>
          <pc:docMk/>
          <pc:sldMk cId="2013659638" sldId="2686"/>
        </pc:sldMkLst>
      </pc:sldChg>
      <pc:sldChg chg="del">
        <pc:chgData name="Bondio Andres German" userId="e077eb19-a58e-4f43-8d77-d46f2d270b92" providerId="ADAL" clId="{DCEC8177-3157-4CE7-B79B-18F06AE0CB05}" dt="2023-08-11T15:42:58.009" v="0" actId="47"/>
        <pc:sldMkLst>
          <pc:docMk/>
          <pc:sldMk cId="3740928447" sldId="2687"/>
        </pc:sldMkLst>
      </pc:sldChg>
      <pc:sldChg chg="del">
        <pc:chgData name="Bondio Andres German" userId="e077eb19-a58e-4f43-8d77-d46f2d270b92" providerId="ADAL" clId="{DCEC8177-3157-4CE7-B79B-18F06AE0CB05}" dt="2023-08-11T15:42:58.009" v="0" actId="47"/>
        <pc:sldMkLst>
          <pc:docMk/>
          <pc:sldMk cId="349814131" sldId="2688"/>
        </pc:sldMkLst>
      </pc:sldChg>
      <pc:sldChg chg="del">
        <pc:chgData name="Bondio Andres German" userId="e077eb19-a58e-4f43-8d77-d46f2d270b92" providerId="ADAL" clId="{DCEC8177-3157-4CE7-B79B-18F06AE0CB05}" dt="2023-08-11T15:42:58.009" v="0" actId="47"/>
        <pc:sldMkLst>
          <pc:docMk/>
          <pc:sldMk cId="4045632860" sldId="2690"/>
        </pc:sldMkLst>
      </pc:sldChg>
      <pc:sldChg chg="del">
        <pc:chgData name="Bondio Andres German" userId="e077eb19-a58e-4f43-8d77-d46f2d270b92" providerId="ADAL" clId="{DCEC8177-3157-4CE7-B79B-18F06AE0CB05}" dt="2023-08-11T15:42:58.009" v="0" actId="47"/>
        <pc:sldMkLst>
          <pc:docMk/>
          <pc:sldMk cId="3440677301" sldId="2702"/>
        </pc:sldMkLst>
      </pc:sldChg>
      <pc:sldChg chg="del">
        <pc:chgData name="Bondio Andres German" userId="e077eb19-a58e-4f43-8d77-d46f2d270b92" providerId="ADAL" clId="{DCEC8177-3157-4CE7-B79B-18F06AE0CB05}" dt="2023-08-11T15:42:58.009" v="0" actId="47"/>
        <pc:sldMkLst>
          <pc:docMk/>
          <pc:sldMk cId="1607791828" sldId="2703"/>
        </pc:sldMkLst>
      </pc:sldChg>
      <pc:sldChg chg="del">
        <pc:chgData name="Bondio Andres German" userId="e077eb19-a58e-4f43-8d77-d46f2d270b92" providerId="ADAL" clId="{DCEC8177-3157-4CE7-B79B-18F06AE0CB05}" dt="2023-08-11T15:42:58.009" v="0" actId="47"/>
        <pc:sldMkLst>
          <pc:docMk/>
          <pc:sldMk cId="127594965" sldId="2704"/>
        </pc:sldMkLst>
      </pc:sldChg>
      <pc:sldChg chg="modNotesTx">
        <pc:chgData name="Bondio Andres German" userId="e077eb19-a58e-4f43-8d77-d46f2d270b92" providerId="ADAL" clId="{DCEC8177-3157-4CE7-B79B-18F06AE0CB05}" dt="2023-08-11T15:44:59.614" v="14" actId="6549"/>
        <pc:sldMkLst>
          <pc:docMk/>
          <pc:sldMk cId="2632800895" sldId="2705"/>
        </pc:sldMkLst>
      </pc:sldChg>
      <pc:sldChg chg="modNotesTx">
        <pc:chgData name="Bondio Andres German" userId="e077eb19-a58e-4f43-8d77-d46f2d270b92" providerId="ADAL" clId="{DCEC8177-3157-4CE7-B79B-18F06AE0CB05}" dt="2023-08-11T15:45:09.816" v="15" actId="6549"/>
        <pc:sldMkLst>
          <pc:docMk/>
          <pc:sldMk cId="356073675" sldId="2706"/>
        </pc:sldMkLst>
      </pc:sldChg>
      <pc:sldChg chg="modNotesTx">
        <pc:chgData name="Bondio Andres German" userId="e077eb19-a58e-4f43-8d77-d46f2d270b92" providerId="ADAL" clId="{DCEC8177-3157-4CE7-B79B-18F06AE0CB05}" dt="2023-08-11T15:45:18" v="17" actId="6549"/>
        <pc:sldMkLst>
          <pc:docMk/>
          <pc:sldMk cId="4229300861" sldId="2708"/>
        </pc:sldMkLst>
      </pc:sldChg>
      <pc:sldChg chg="modNotesTx">
        <pc:chgData name="Bondio Andres German" userId="e077eb19-a58e-4f43-8d77-d46f2d270b92" providerId="ADAL" clId="{DCEC8177-3157-4CE7-B79B-18F06AE0CB05}" dt="2023-08-11T15:44:12.088" v="4" actId="6549"/>
        <pc:sldMkLst>
          <pc:docMk/>
          <pc:sldMk cId="3280477966" sldId="2713"/>
        </pc:sldMkLst>
      </pc:sldChg>
      <pc:sldChg chg="modNotesTx">
        <pc:chgData name="Bondio Andres German" userId="e077eb19-a58e-4f43-8d77-d46f2d270b92" providerId="ADAL" clId="{DCEC8177-3157-4CE7-B79B-18F06AE0CB05}" dt="2023-08-11T15:44:22.900" v="6" actId="6549"/>
        <pc:sldMkLst>
          <pc:docMk/>
          <pc:sldMk cId="2341827007" sldId="2715"/>
        </pc:sldMkLst>
      </pc:sldChg>
      <pc:sldChg chg="modNotesTx">
        <pc:chgData name="Bondio Andres German" userId="e077eb19-a58e-4f43-8d77-d46f2d270b92" providerId="ADAL" clId="{DCEC8177-3157-4CE7-B79B-18F06AE0CB05}" dt="2023-08-11T15:43:57.041" v="2" actId="6549"/>
        <pc:sldMkLst>
          <pc:docMk/>
          <pc:sldMk cId="356124332" sldId="2716"/>
        </pc:sldMkLst>
      </pc:sldChg>
      <pc:sldChg chg="modNotesTx">
        <pc:chgData name="Bondio Andres German" userId="e077eb19-a58e-4f43-8d77-d46f2d270b92" providerId="ADAL" clId="{DCEC8177-3157-4CE7-B79B-18F06AE0CB05}" dt="2023-08-11T15:45:28.261" v="19" actId="6549"/>
        <pc:sldMkLst>
          <pc:docMk/>
          <pc:sldMk cId="2207705098" sldId="2717"/>
        </pc:sldMkLst>
      </pc:sldChg>
      <pc:sldChg chg="del">
        <pc:chgData name="Bondio Andres German" userId="e077eb19-a58e-4f43-8d77-d46f2d270b92" providerId="ADAL" clId="{DCEC8177-3157-4CE7-B79B-18F06AE0CB05}" dt="2023-08-11T15:42:58.009" v="0" actId="47"/>
        <pc:sldMkLst>
          <pc:docMk/>
          <pc:sldMk cId="156818256" sldId="2719"/>
        </pc:sldMkLst>
      </pc:sldChg>
      <pc:sldChg chg="modNotesTx">
        <pc:chgData name="Bondio Andres German" userId="e077eb19-a58e-4f43-8d77-d46f2d270b92" providerId="ADAL" clId="{DCEC8177-3157-4CE7-B79B-18F06AE0CB05}" dt="2023-08-11T15:44:55.009" v="13" actId="6549"/>
        <pc:sldMkLst>
          <pc:docMk/>
          <pc:sldMk cId="4124839253" sldId="2720"/>
        </pc:sldMkLst>
      </pc:sldChg>
      <pc:sldChg chg="modNotesTx">
        <pc:chgData name="Bondio Andres German" userId="e077eb19-a58e-4f43-8d77-d46f2d270b92" providerId="ADAL" clId="{DCEC8177-3157-4CE7-B79B-18F06AE0CB05}" dt="2023-08-11T15:45:21.189" v="18" actId="6549"/>
        <pc:sldMkLst>
          <pc:docMk/>
          <pc:sldMk cId="2492242624" sldId="2721"/>
        </pc:sldMkLst>
      </pc:sldChg>
      <pc:sldChg chg="modNotesTx">
        <pc:chgData name="Bondio Andres German" userId="e077eb19-a58e-4f43-8d77-d46f2d270b92" providerId="ADAL" clId="{DCEC8177-3157-4CE7-B79B-18F06AE0CB05}" dt="2023-08-11T15:45:13.437" v="16" actId="6549"/>
        <pc:sldMkLst>
          <pc:docMk/>
          <pc:sldMk cId="2693795593" sldId="2724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xmlns="" id="{8CC198DB-AFBD-584A-8986-364FF2B03F4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>
              <a:defRPr sz="1300"/>
            </a:lvl1pPr>
          </a:lstStyle>
          <a:p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AD01315C-523F-A043-8029-B9921497126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023992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>
              <a:defRPr sz="1300"/>
            </a:lvl1pPr>
          </a:lstStyle>
          <a:p>
            <a:fld id="{E8CF71B8-DF2A-2E41-BE66-2E18A767DA8A}" type="datetimeFigureOut">
              <a:rPr lang="en-US" smtClean="0">
                <a:latin typeface="Arial" panose="020B0604020202020204" pitchFamily="34" charset="0"/>
              </a:rPr>
              <a:t>9/15/2023</a:t>
            </a:fld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B9601424-70F4-1643-8E3A-557A0258D6B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>
              <a:defRPr sz="1300"/>
            </a:lvl1pPr>
          </a:lstStyle>
          <a:p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E85BF48A-FF5C-8145-95A7-EE66A87C73D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023992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r">
              <a:defRPr sz="1300"/>
            </a:lvl1pPr>
          </a:lstStyle>
          <a:p>
            <a:fld id="{A35F0CC5-85BE-A64A-BD47-54C66F7E93E3}" type="slidenum">
              <a:rPr lang="en-US" smtClean="0">
                <a:latin typeface="Arial" panose="020B0604020202020204" pitchFamily="34" charset="0"/>
              </a:rPr>
              <a:t>‹Nº›</a:t>
            </a:fld>
            <a:endParaRPr 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909529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>
              <a:defRPr sz="1300"/>
            </a:lvl1pPr>
          </a:lstStyle>
          <a:p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2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>
              <a:defRPr sz="1300"/>
            </a:lvl1pPr>
          </a:lstStyle>
          <a:p>
            <a:fld id="{0DD60A27-BF12-6744-9E93-932A0E34D8BB}" type="datetimeFigureOut">
              <a:rPr lang="en-US" smtClean="0">
                <a:latin typeface="Arial" panose="020B0604020202020204" pitchFamily="34" charset="0"/>
              </a:rPr>
              <a:t>9/15/2023</a:t>
            </a:fld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75" tIns="49538" rIns="99075" bIns="49538" rtlCol="0" anchor="ctr"/>
          <a:lstStyle/>
          <a:p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</p:spPr>
        <p:txBody>
          <a:bodyPr vert="horz" lIns="99075" tIns="49538" rIns="99075" bIns="49538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>
              <a:defRPr sz="1300"/>
            </a:lvl1pPr>
          </a:lstStyle>
          <a:p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2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r">
              <a:defRPr sz="1300"/>
            </a:lvl1pPr>
          </a:lstStyle>
          <a:p>
            <a:fld id="{F07326F3-4732-B74B-9C70-D0992466E499}" type="slidenum">
              <a:rPr lang="en-US" smtClean="0">
                <a:latin typeface="Arial" panose="020B0604020202020204" pitchFamily="34" charset="0"/>
              </a:rPr>
              <a:t>‹Nº›</a:t>
            </a:fld>
            <a:endParaRPr 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46321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651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9304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957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8609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8261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913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566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7219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>
                <a:latin typeface="Arial" panose="020B0604020202020204" pitchFamily="34" charset="0"/>
              </a:rPr>
              <a:t>1</a:t>
            </a:fld>
            <a:endParaRPr 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26712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>
                <a:latin typeface="Arial" panose="020B0604020202020204" pitchFamily="34" charset="0"/>
              </a:rPr>
              <a:t>2</a:t>
            </a:fld>
            <a:endParaRPr 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749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>
                <a:latin typeface="Arial" panose="020B0604020202020204" pitchFamily="34" charset="0"/>
              </a:rPr>
              <a:t>3</a:t>
            </a:fld>
            <a:endParaRPr 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74510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>
                <a:latin typeface="Arial" panose="020B0604020202020204" pitchFamily="34" charset="0"/>
              </a:rPr>
              <a:t>4</a:t>
            </a:fld>
            <a:endParaRPr 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22661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>
                <a:latin typeface="Arial" panose="020B0604020202020204" pitchFamily="34" charset="0"/>
              </a:rPr>
              <a:t>5</a:t>
            </a:fld>
            <a:endParaRPr 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28504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>
                <a:latin typeface="Arial" panose="020B0604020202020204" pitchFamily="34" charset="0"/>
              </a:rPr>
              <a:t>6</a:t>
            </a:fld>
            <a:endParaRPr 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903459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>
                <a:latin typeface="Arial" panose="020B0604020202020204" pitchFamily="34" charset="0"/>
              </a:rPr>
              <a:t>7</a:t>
            </a:fld>
            <a:endParaRPr 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03330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>
                <a:latin typeface="Arial" panose="020B0604020202020204" pitchFamily="34" charset="0"/>
              </a:rPr>
              <a:t>8</a:t>
            </a:fld>
            <a:endParaRPr 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13537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>
                <a:latin typeface="Arial" panose="020B0604020202020204" pitchFamily="34" charset="0"/>
              </a:rPr>
              <a:t>9</a:t>
            </a:fld>
            <a:endParaRPr 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773408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>
                <a:latin typeface="Arial" panose="020B0604020202020204" pitchFamily="34" charset="0"/>
              </a:rPr>
              <a:t>10</a:t>
            </a:fld>
            <a:endParaRPr 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563448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>
                <a:latin typeface="Arial" panose="020B0604020202020204" pitchFamily="34" charset="0"/>
              </a:rPr>
              <a:t>11</a:t>
            </a:fld>
            <a:endParaRPr 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113434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>
                <a:latin typeface="Arial" panose="020B0604020202020204" pitchFamily="34" charset="0"/>
              </a:rPr>
              <a:t>12</a:t>
            </a:fld>
            <a:endParaRPr 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21049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4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4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0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22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探索版封面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" y="0"/>
            <a:ext cx="12194710" cy="6858000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xmlns="" id="{8227DEE9-8BE9-0D49-BF96-9E83C5312E0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818477" y="1476364"/>
            <a:ext cx="6559809" cy="690255"/>
          </a:xfrm>
          <a:prstGeom prst="rect">
            <a:avLst/>
          </a:prstGeom>
          <a:ln>
            <a:noFill/>
            <a:prstDash val="dash"/>
          </a:ln>
        </p:spPr>
        <p:txBody>
          <a:bodyPr lIns="0" tIns="0" rIns="0" bIns="0" anchor="t">
            <a:normAutofit/>
          </a:bodyPr>
          <a:lstStyle>
            <a:lvl1pPr algn="ctr">
              <a:defRPr sz="3200" b="0" i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xmlns="" id="{2F43DA98-D48D-6947-95EF-BA3B05E6882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830460" y="2320524"/>
            <a:ext cx="6535842" cy="643926"/>
          </a:xfrm>
          <a:prstGeom prst="rect">
            <a:avLst/>
          </a:prstGeom>
        </p:spPr>
        <p:txBody>
          <a:bodyPr/>
          <a:lstStyle>
            <a:lvl1pPr algn="ctr">
              <a:defRPr sz="14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91675" y="6043569"/>
            <a:ext cx="1901836" cy="427660"/>
          </a:xfrm>
          <a:prstGeom prst="rect">
            <a:avLst/>
          </a:prstGeom>
        </p:spPr>
      </p:pic>
      <p:sp>
        <p:nvSpPr>
          <p:cNvPr id="11" name="Text Placeholder 14">
            <a:extLst>
              <a:ext uri="{FF2B5EF4-FFF2-40B4-BE49-F238E27FC236}">
                <a16:creationId xmlns:a16="http://schemas.microsoft.com/office/drawing/2014/main" xmlns="" id="{AF72FAD7-C8C3-754A-A498-D3A7EC29AB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7340" y="6270651"/>
            <a:ext cx="1982316" cy="15361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64396497"/>
      </p:ext>
    </p:extLst>
  </p:cSld>
  <p:clrMapOvr>
    <a:masterClrMapping/>
  </p:clrMapOvr>
  <p:extLst>
    <p:ext uri="{DCECCB84-F9BA-43D5-87BE-67443E8EF086}">
      <p15:sldGuideLst xmlns:p15="http://schemas.microsoft.com/office/powerpoint/2012/main" xmlns="">
        <p15:guide id="1" orient="horz" pos="3414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探索版封面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" y="0"/>
            <a:ext cx="12194710" cy="685800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91675" y="6043569"/>
            <a:ext cx="1901836" cy="42766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xmlns="" id="{8227DEE9-8BE9-0D49-BF96-9E83C5312E0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  <a:ln>
            <a:noFill/>
            <a:prstDash val="dash"/>
          </a:ln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单击此处添加封面标题</a:t>
            </a:r>
            <a:endParaRPr lang="en-US" dirty="0"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xmlns="" id="{2F43DA98-D48D-6947-95EF-BA3B05E6882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  <a:prstGeom prst="rect">
            <a:avLst/>
          </a:prstGeom>
        </p:spPr>
        <p:txBody>
          <a:bodyPr/>
          <a:lstStyle>
            <a:lvl1pPr>
              <a:defRPr sz="14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  <p:sp>
        <p:nvSpPr>
          <p:cNvPr id="9" name="Text Placeholder 14">
            <a:extLst>
              <a:ext uri="{FF2B5EF4-FFF2-40B4-BE49-F238E27FC236}">
                <a16:creationId xmlns:a16="http://schemas.microsoft.com/office/drawing/2014/main" xmlns="" id="{AF72FAD7-C8C3-754A-A498-D3A7EC29AB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7340" y="6270651"/>
            <a:ext cx="1982316" cy="15361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33631775"/>
      </p:ext>
    </p:extLst>
  </p:cSld>
  <p:clrMapOvr>
    <a:masterClrMapping/>
  </p:clrMapOvr>
  <p:extLst>
    <p:ext uri="{DCECCB84-F9BA-43D5-87BE-67443E8EF086}">
      <p15:sldGuideLst xmlns:p15="http://schemas.microsoft.com/office/powerpoint/2012/main" xmlns="">
        <p15:guide id="1" orient="horz" pos="3414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无限版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" y="0"/>
            <a:ext cx="12192000" cy="685800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91675" y="6043569"/>
            <a:ext cx="1901836" cy="427660"/>
          </a:xfrm>
          <a:prstGeom prst="rect">
            <a:avLst/>
          </a:prstGeom>
        </p:spPr>
      </p:pic>
      <p:sp>
        <p:nvSpPr>
          <p:cNvPr id="12" name="Text Placeholder 14">
            <a:extLst>
              <a:ext uri="{FF2B5EF4-FFF2-40B4-BE49-F238E27FC236}">
                <a16:creationId xmlns:a16="http://schemas.microsoft.com/office/drawing/2014/main" xmlns="" id="{AF72FAD7-C8C3-754A-A498-D3A7EC29AB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7340" y="6270651"/>
            <a:ext cx="1982316" cy="15361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xmlns="" id="{8227DEE9-8BE9-0D49-BF96-9E83C5312E0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  <a:ln>
            <a:noFill/>
            <a:prstDash val="dash"/>
          </a:ln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单击此处添加封面标题</a:t>
            </a:r>
            <a:endParaRPr lang="en-US" dirty="0"/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xmlns="" id="{2F43DA98-D48D-6947-95EF-BA3B05E6882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  <a:prstGeom prst="rect">
            <a:avLst/>
          </a:prstGeom>
        </p:spPr>
        <p:txBody>
          <a:bodyPr/>
          <a:lstStyle>
            <a:lvl1pPr>
              <a:defRPr sz="14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1503017"/>
      </p:ext>
    </p:extLst>
  </p:cSld>
  <p:clrMapOvr>
    <a:masterClrMapping/>
  </p:clrMapOvr>
  <p:extLst>
    <p:ext uri="{DCECCB84-F9BA-43D5-87BE-67443E8EF086}">
      <p15:sldGuideLst xmlns:p15="http://schemas.microsoft.com/office/powerpoint/2012/main" xmlns="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s page"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378046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320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593900" indent="0" algn="ctr">
              <a:buNone/>
              <a:defRPr sz="2598"/>
            </a:lvl2pPr>
            <a:lvl3pPr marL="1187798" indent="0" algn="ctr">
              <a:buNone/>
              <a:defRPr sz="2338"/>
            </a:lvl3pPr>
            <a:lvl4pPr marL="1781699" indent="0" algn="ctr">
              <a:buNone/>
              <a:defRPr sz="2079"/>
            </a:lvl4pPr>
            <a:lvl5pPr marL="2375598" indent="0" algn="ctr">
              <a:buNone/>
              <a:defRPr sz="2079"/>
            </a:lvl5pPr>
            <a:lvl6pPr marL="2969497" indent="0" algn="ctr">
              <a:buNone/>
              <a:defRPr sz="2079"/>
            </a:lvl6pPr>
            <a:lvl7pPr marL="3563396" indent="0" algn="ctr">
              <a:buNone/>
              <a:defRPr sz="2079"/>
            </a:lvl7pPr>
            <a:lvl8pPr marL="4157297" indent="0" algn="ctr">
              <a:buNone/>
              <a:defRPr sz="2079"/>
            </a:lvl8pPr>
            <a:lvl9pPr marL="4751195" indent="0" algn="ctr">
              <a:buNone/>
              <a:defRPr sz="2079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xmlns="" id="{CA8B3F0C-616F-224A-B32F-9F9BF5EEE1BC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726021" y="1512875"/>
            <a:ext cx="10733557" cy="4690459"/>
          </a:xfrm>
          <a:prstGeom prst="rect">
            <a:avLst/>
          </a:prstGeom>
        </p:spPr>
        <p:txBody>
          <a:bodyPr lIns="0" tIns="0" rIns="0" bIns="0"/>
          <a:lstStyle>
            <a:lvl1pPr marL="179388" marR="0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>
                <a:tab pos="1208088" algn="ctr"/>
              </a:tabLst>
              <a:defRPr sz="180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329026" marR="0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&gt;"/>
              <a:tabLst>
                <a:tab pos="1208088" algn="ctr"/>
              </a:tabLst>
              <a:defRPr sz="1600" baseline="0"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 marL="1098575" marR="0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-"/>
              <a:tabLst>
                <a:tab pos="1208088" algn="ctr"/>
              </a:tabLst>
              <a:defRPr sz="1299" baseline="0"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 marL="525850" indent="-171159">
              <a:buFont typeface="Arial" panose="020B0604020202020204" pitchFamily="34" charset="0"/>
              <a:buChar char="•"/>
              <a:tabLst>
                <a:tab pos="1208420" algn="ctr"/>
              </a:tabLst>
              <a:defRPr sz="1299" baseline="0"/>
            </a:lvl4pPr>
            <a:lvl5pPr marL="525850" indent="-171159">
              <a:buFont typeface="Arial" panose="020B0604020202020204" pitchFamily="34" charset="0"/>
              <a:buChar char="•"/>
              <a:tabLst>
                <a:tab pos="1208420" algn="ctr"/>
              </a:tabLst>
              <a:defRPr sz="1299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  <a:p>
            <a:pPr marL="329026" marR="0" lvl="1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8088" algn="ctr"/>
              </a:tabLst>
              <a:defRPr/>
            </a:pPr>
            <a:r>
              <a:rPr lang="zh-CN" altLang="en-US" dirty="0"/>
              <a:t>单击此处添加文本</a:t>
            </a:r>
            <a:endParaRPr lang="en-US" dirty="0"/>
          </a:p>
          <a:p>
            <a:pPr marL="1098575" marR="0" lvl="2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8088" algn="ctr"/>
              </a:tabLst>
              <a:defRPr/>
            </a:pPr>
            <a:r>
              <a:rPr lang="zh-CN" altLang="en-US" dirty="0"/>
              <a:t>单击此处添加文本</a:t>
            </a:r>
            <a:endParaRPr lang="en-US" dirty="0"/>
          </a:p>
          <a:p>
            <a:pPr marL="1098575" marR="0" lvl="2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8088" algn="ctr"/>
              </a:tabLst>
              <a:defRPr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975429476"/>
      </p:ext>
    </p:extLst>
  </p:cSld>
  <p:clrMapOvr>
    <a:masterClrMapping/>
  </p:clrMapOvr>
  <p:extLst>
    <p:ext uri="{DCECCB84-F9BA-43D5-87BE-67443E8EF086}">
      <p15:sldGuideLst xmlns:p15="http://schemas.microsoft.com/office/powerpoint/2012/main" xmlns="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930528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探索版封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" y="0"/>
            <a:ext cx="12194710" cy="685800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91675" y="6043569"/>
            <a:ext cx="1901836" cy="427660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xmlns="" id="{8227DEE9-8BE9-0D49-BF96-9E83C5312E0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818477" y="1630269"/>
            <a:ext cx="6559809" cy="690255"/>
          </a:xfrm>
          <a:prstGeom prst="rect">
            <a:avLst/>
          </a:prstGeom>
          <a:ln>
            <a:noFill/>
            <a:prstDash val="dash"/>
          </a:ln>
        </p:spPr>
        <p:txBody>
          <a:bodyPr lIns="0" tIns="0" rIns="0" bIns="0" anchor="t">
            <a:normAutofit/>
          </a:bodyPr>
          <a:lstStyle>
            <a:lvl1pPr algn="ctr">
              <a:defRPr sz="3200" b="0" i="0">
                <a:solidFill>
                  <a:schemeClr val="tx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xmlns="" id="{2F43DA98-D48D-6947-95EF-BA3B05E6882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830460" y="2474429"/>
            <a:ext cx="6535842" cy="643926"/>
          </a:xfrm>
          <a:prstGeom prst="rect">
            <a:avLst/>
          </a:prstGeom>
        </p:spPr>
        <p:txBody>
          <a:bodyPr/>
          <a:lstStyle>
            <a:lvl1pPr algn="ctr">
              <a:defRPr sz="140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718346"/>
      </p:ext>
    </p:extLst>
  </p:cSld>
  <p:clrMapOvr>
    <a:masterClrMapping/>
  </p:clrMapOvr>
  <p:extLst>
    <p:ext uri="{DCECCB84-F9BA-43D5-87BE-67443E8EF086}">
      <p15:sldGuideLst xmlns:p15="http://schemas.microsoft.com/office/powerpoint/2012/main" xmlns="">
        <p15:guide id="1" orient="horz" pos="3414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无限版封底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" y="0"/>
            <a:ext cx="12192000" cy="68580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91675" y="6043569"/>
            <a:ext cx="1901836" cy="42766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xmlns="" id="{8227DEE9-8BE9-0D49-BF96-9E83C5312E0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818477" y="1630269"/>
            <a:ext cx="6559809" cy="690255"/>
          </a:xfrm>
          <a:prstGeom prst="rect">
            <a:avLst/>
          </a:prstGeom>
          <a:ln>
            <a:noFill/>
            <a:prstDash val="dash"/>
          </a:ln>
        </p:spPr>
        <p:txBody>
          <a:bodyPr lIns="0" tIns="0" rIns="0" bIns="0" anchor="t">
            <a:normAutofit/>
          </a:bodyPr>
          <a:lstStyle>
            <a:lvl1pPr algn="ctr">
              <a:defRPr sz="3200" b="0" i="0">
                <a:solidFill>
                  <a:schemeClr val="tx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xmlns="" id="{2F43DA98-D48D-6947-95EF-BA3B05E6882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830460" y="2474429"/>
            <a:ext cx="6535842" cy="643926"/>
          </a:xfrm>
          <a:prstGeom prst="rect">
            <a:avLst/>
          </a:prstGeom>
        </p:spPr>
        <p:txBody>
          <a:bodyPr/>
          <a:lstStyle>
            <a:lvl1pPr algn="ctr">
              <a:defRPr sz="140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47860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320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593900" indent="0" algn="ctr">
              <a:buNone/>
              <a:defRPr sz="2598"/>
            </a:lvl2pPr>
            <a:lvl3pPr marL="1187798" indent="0" algn="ctr">
              <a:buNone/>
              <a:defRPr sz="2338"/>
            </a:lvl3pPr>
            <a:lvl4pPr marL="1781699" indent="0" algn="ctr">
              <a:buNone/>
              <a:defRPr sz="2079"/>
            </a:lvl4pPr>
            <a:lvl5pPr marL="2375598" indent="0" algn="ctr">
              <a:buNone/>
              <a:defRPr sz="2079"/>
            </a:lvl5pPr>
            <a:lvl6pPr marL="2969497" indent="0" algn="ctr">
              <a:buNone/>
              <a:defRPr sz="2079"/>
            </a:lvl6pPr>
            <a:lvl7pPr marL="3563396" indent="0" algn="ctr">
              <a:buNone/>
              <a:defRPr sz="2079"/>
            </a:lvl7pPr>
            <a:lvl8pPr marL="4157297" indent="0" algn="ctr">
              <a:buNone/>
              <a:defRPr sz="2079"/>
            </a:lvl8pPr>
            <a:lvl9pPr marL="4751195" indent="0" algn="ctr">
              <a:buNone/>
              <a:defRPr sz="2079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xmlns="" id="{CA8B3F0C-616F-224A-B32F-9F9BF5EEE1BC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726021" y="1512875"/>
            <a:ext cx="10733557" cy="4690459"/>
          </a:xfrm>
          <a:prstGeom prst="rect">
            <a:avLst/>
          </a:prstGeom>
        </p:spPr>
        <p:txBody>
          <a:bodyPr lIns="0" tIns="0" rIns="0" bIns="0"/>
          <a:lstStyle>
            <a:lvl1pPr marL="179388" marR="0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>
                <a:tab pos="1208088" algn="ctr"/>
              </a:tabLst>
              <a:defRPr sz="180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329026" marR="0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&gt;"/>
              <a:tabLst>
                <a:tab pos="1208088" algn="ctr"/>
              </a:tabLst>
              <a:defRPr sz="1600" baseline="0"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 marL="1098575" marR="0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-"/>
              <a:tabLst>
                <a:tab pos="1208088" algn="ctr"/>
              </a:tabLst>
              <a:defRPr sz="1299" baseline="0"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 marL="525850" indent="-171159">
              <a:buFont typeface="Arial" panose="020B0604020202020204" pitchFamily="34" charset="0"/>
              <a:buChar char="•"/>
              <a:tabLst>
                <a:tab pos="1208420" algn="ctr"/>
              </a:tabLst>
              <a:defRPr sz="1299" baseline="0"/>
            </a:lvl4pPr>
            <a:lvl5pPr marL="525850" indent="-171159">
              <a:buFont typeface="Arial" panose="020B0604020202020204" pitchFamily="34" charset="0"/>
              <a:buChar char="•"/>
              <a:tabLst>
                <a:tab pos="1208420" algn="ctr"/>
              </a:tabLst>
              <a:defRPr sz="1299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  <a:p>
            <a:pPr marL="329026" marR="0" lvl="1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8088" algn="ctr"/>
              </a:tabLst>
              <a:defRPr/>
            </a:pPr>
            <a:r>
              <a:rPr lang="zh-CN" altLang="en-US" dirty="0"/>
              <a:t>单击此处添加文本</a:t>
            </a:r>
            <a:endParaRPr lang="en-US" dirty="0"/>
          </a:p>
          <a:p>
            <a:pPr marL="1098575" marR="0" lvl="2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8088" algn="ctr"/>
              </a:tabLst>
              <a:defRPr/>
            </a:pPr>
            <a:r>
              <a:rPr lang="zh-CN" altLang="en-US" dirty="0"/>
              <a:t>单击此处添加文本</a:t>
            </a:r>
            <a:endParaRPr lang="en-US" dirty="0"/>
          </a:p>
          <a:p>
            <a:pPr marL="1098575" marR="0" lvl="2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8088" algn="ctr"/>
              </a:tabLst>
              <a:defRPr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590109599"/>
      </p:ext>
    </p:extLst>
  </p:cSld>
  <p:clrMapOvr>
    <a:masterClrMapping/>
  </p:clrMapOvr>
  <p:extLst>
    <p:ext uri="{DCECCB84-F9BA-43D5-87BE-67443E8EF086}">
      <p15:sldGuideLst xmlns:p15="http://schemas.microsoft.com/office/powerpoint/2012/main" xmlns="">
        <p15:guide id="1" pos="3842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167238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320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593900" indent="0" algn="ctr">
              <a:buNone/>
              <a:defRPr sz="2598"/>
            </a:lvl2pPr>
            <a:lvl3pPr marL="1187798" indent="0" algn="ctr">
              <a:buNone/>
              <a:defRPr sz="2338"/>
            </a:lvl3pPr>
            <a:lvl4pPr marL="1781699" indent="0" algn="ctr">
              <a:buNone/>
              <a:defRPr sz="2079"/>
            </a:lvl4pPr>
            <a:lvl5pPr marL="2375598" indent="0" algn="ctr">
              <a:buNone/>
              <a:defRPr sz="2079"/>
            </a:lvl5pPr>
            <a:lvl6pPr marL="2969497" indent="0" algn="ctr">
              <a:buNone/>
              <a:defRPr sz="2079"/>
            </a:lvl6pPr>
            <a:lvl7pPr marL="3563396" indent="0" algn="ctr">
              <a:buNone/>
              <a:defRPr sz="2079"/>
            </a:lvl7pPr>
            <a:lvl8pPr marL="4157297" indent="0" algn="ctr">
              <a:buNone/>
              <a:defRPr sz="2079"/>
            </a:lvl8pPr>
            <a:lvl9pPr marL="4751195" indent="0" algn="ctr">
              <a:buNone/>
              <a:defRPr sz="2079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xmlns="" id="{CA8B3F0C-616F-224A-B32F-9F9BF5EEE1BC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726021" y="1512875"/>
            <a:ext cx="10733557" cy="4690459"/>
          </a:xfrm>
          <a:prstGeom prst="rect">
            <a:avLst/>
          </a:prstGeom>
        </p:spPr>
        <p:txBody>
          <a:bodyPr lIns="0" tIns="0" rIns="0" bIns="0"/>
          <a:lstStyle>
            <a:lvl1pPr marL="179388" marR="0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>
                <a:tab pos="1208088" algn="ctr"/>
              </a:tabLst>
              <a:defRPr sz="180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329026" marR="0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&gt;"/>
              <a:tabLst>
                <a:tab pos="1208088" algn="ctr"/>
              </a:tabLst>
              <a:defRPr sz="1600" baseline="0"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 marL="1098575" marR="0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-"/>
              <a:tabLst>
                <a:tab pos="1208088" algn="ctr"/>
              </a:tabLst>
              <a:defRPr sz="1299" baseline="0"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 marL="525850" indent="-171159">
              <a:buFont typeface="Arial" panose="020B0604020202020204" pitchFamily="34" charset="0"/>
              <a:buChar char="•"/>
              <a:tabLst>
                <a:tab pos="1208420" algn="ctr"/>
              </a:tabLst>
              <a:defRPr sz="1299" baseline="0"/>
            </a:lvl4pPr>
            <a:lvl5pPr marL="525850" indent="-171159">
              <a:buFont typeface="Arial" panose="020B0604020202020204" pitchFamily="34" charset="0"/>
              <a:buChar char="•"/>
              <a:tabLst>
                <a:tab pos="1208420" algn="ctr"/>
              </a:tabLst>
              <a:defRPr sz="1299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  <a:p>
            <a:pPr marL="329026" marR="0" lvl="1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8088" algn="ctr"/>
              </a:tabLst>
              <a:defRPr/>
            </a:pPr>
            <a:r>
              <a:rPr lang="zh-CN" altLang="en-US" dirty="0"/>
              <a:t>单击此处添加文本</a:t>
            </a:r>
            <a:endParaRPr lang="en-US" dirty="0"/>
          </a:p>
          <a:p>
            <a:pPr marL="1098575" marR="0" lvl="2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8088" algn="ctr"/>
              </a:tabLst>
              <a:defRPr/>
            </a:pPr>
            <a:r>
              <a:rPr lang="zh-CN" altLang="en-US" dirty="0"/>
              <a:t>单击此处添加文本</a:t>
            </a:r>
            <a:endParaRPr lang="en-US" dirty="0"/>
          </a:p>
          <a:p>
            <a:pPr marL="1098575" marR="0" lvl="2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8088" algn="ctr"/>
              </a:tabLst>
              <a:defRPr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441014359"/>
      </p:ext>
    </p:extLst>
  </p:cSld>
  <p:clrMapOvr>
    <a:masterClrMapping/>
  </p:clrMapOvr>
  <p:extLst>
    <p:ext uri="{DCECCB84-F9BA-43D5-87BE-67443E8EF086}">
      <p15:sldGuideLst xmlns:p15="http://schemas.microsoft.com/office/powerpoint/2012/main" xmlns="">
        <p15:guide id="1" pos="3842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289761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09630" y="468677"/>
            <a:ext cx="11377506" cy="10422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81" y="1599829"/>
            <a:ext cx="10977404" cy="452650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049334090"/>
      </p:ext>
    </p:extLst>
  </p:cSld>
  <p:clrMapOvr>
    <a:masterClrMapping/>
  </p:clrMapOvr>
  <p:transition spd="med" advClick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2400" baseline="0"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593900" indent="0" algn="ctr">
              <a:buNone/>
              <a:defRPr sz="2598"/>
            </a:lvl2pPr>
            <a:lvl3pPr marL="1187798" indent="0" algn="ctr">
              <a:buNone/>
              <a:defRPr sz="2338"/>
            </a:lvl3pPr>
            <a:lvl4pPr marL="1781699" indent="0" algn="ctr">
              <a:buNone/>
              <a:defRPr sz="2079"/>
            </a:lvl4pPr>
            <a:lvl5pPr marL="2375598" indent="0" algn="ctr">
              <a:buNone/>
              <a:defRPr sz="2079"/>
            </a:lvl5pPr>
            <a:lvl6pPr marL="2969497" indent="0" algn="ctr">
              <a:buNone/>
              <a:defRPr sz="2079"/>
            </a:lvl6pPr>
            <a:lvl7pPr marL="3563396" indent="0" algn="ctr">
              <a:buNone/>
              <a:defRPr sz="2079"/>
            </a:lvl7pPr>
            <a:lvl8pPr marL="4157297" indent="0" algn="ctr">
              <a:buNone/>
              <a:defRPr sz="2079"/>
            </a:lvl8pPr>
            <a:lvl9pPr marL="4751195" indent="0" algn="ctr">
              <a:buNone/>
              <a:defRPr sz="2079"/>
            </a:lvl9pPr>
          </a:lstStyle>
          <a:p>
            <a:r>
              <a:rPr lang="en-US" altLang="zh-CN" dirty="0"/>
              <a:t>Ari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6718601"/>
      </p:ext>
    </p:extLst>
  </p:cSld>
  <p:clrMapOvr>
    <a:masterClrMapping/>
  </p:clrMapOvr>
  <p:extLst>
    <p:ext uri="{DCECCB84-F9BA-43D5-87BE-67443E8EF086}">
      <p15:sldGuideLst xmlns:p15="http://schemas.microsoft.com/office/powerpoint/2012/main" xmlns="">
        <p15:guide id="1" pos="3842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2694247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9349" y="289515"/>
            <a:ext cx="11660392" cy="89966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42660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24001176"/>
      </p:ext>
    </p:extLst>
  </p:cSld>
  <p:clrMapOvr>
    <a:masterClrMapping/>
  </p:clrMapOvr>
  <p:transition advClick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20363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4784900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1467588" cy="49759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29"/>
              </a:lnSpc>
              <a:spcBef>
                <a:spcPts val="0"/>
              </a:spcBef>
              <a:buNone/>
              <a:defRPr sz="280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593662" indent="0" algn="ctr">
              <a:buNone/>
              <a:defRPr sz="2597"/>
            </a:lvl2pPr>
            <a:lvl3pPr marL="1187323" indent="0" algn="ctr">
              <a:buNone/>
              <a:defRPr sz="2337"/>
            </a:lvl3pPr>
            <a:lvl4pPr marL="1780986" indent="0" algn="ctr">
              <a:buNone/>
              <a:defRPr sz="2078"/>
            </a:lvl4pPr>
            <a:lvl5pPr marL="2374648" indent="0" algn="ctr">
              <a:buNone/>
              <a:defRPr sz="2078"/>
            </a:lvl5pPr>
            <a:lvl6pPr marL="2968309" indent="0" algn="ctr">
              <a:buNone/>
              <a:defRPr sz="2078"/>
            </a:lvl6pPr>
            <a:lvl7pPr marL="3561971" indent="0" algn="ctr">
              <a:buNone/>
              <a:defRPr sz="2078"/>
            </a:lvl7pPr>
            <a:lvl8pPr marL="4155634" indent="0" algn="ctr">
              <a:buNone/>
              <a:defRPr sz="2078"/>
            </a:lvl8pPr>
            <a:lvl9pPr marL="4749295" indent="0" algn="ctr">
              <a:buNone/>
              <a:defRPr sz="2078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365954"/>
      </p:ext>
    </p:extLst>
  </p:cSld>
  <p:clrMapOvr>
    <a:masterClrMapping/>
  </p:clrMapOvr>
  <p:extLst>
    <p:ext uri="{DCECCB84-F9BA-43D5-87BE-67443E8EF086}">
      <p15:sldGuideLst xmlns:p15="http://schemas.microsoft.com/office/powerpoint/2012/main" xmlns="">
        <p15:guide id="1" pos="3842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593900" indent="0" algn="ctr">
              <a:buNone/>
              <a:defRPr sz="2598"/>
            </a:lvl2pPr>
            <a:lvl3pPr marL="1187798" indent="0" algn="ctr">
              <a:buNone/>
              <a:defRPr sz="2338"/>
            </a:lvl3pPr>
            <a:lvl4pPr marL="1781699" indent="0" algn="ctr">
              <a:buNone/>
              <a:defRPr sz="2079"/>
            </a:lvl4pPr>
            <a:lvl5pPr marL="2375598" indent="0" algn="ctr">
              <a:buNone/>
              <a:defRPr sz="2079"/>
            </a:lvl5pPr>
            <a:lvl6pPr marL="2969497" indent="0" algn="ctr">
              <a:buNone/>
              <a:defRPr sz="2079"/>
            </a:lvl6pPr>
            <a:lvl7pPr marL="3563396" indent="0" algn="ctr">
              <a:buNone/>
              <a:defRPr sz="2079"/>
            </a:lvl7pPr>
            <a:lvl8pPr marL="4157297" indent="0" algn="ctr">
              <a:buNone/>
              <a:defRPr sz="2079"/>
            </a:lvl8pPr>
            <a:lvl9pPr marL="4751195" indent="0" algn="ctr">
              <a:buNone/>
              <a:defRPr sz="2079"/>
            </a:lvl9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xmlns="" id="{8A4EAA63-3827-DA40-B921-C01084B9DA87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726023" y="1501989"/>
            <a:ext cx="10733557" cy="4690459"/>
          </a:xfrm>
          <a:prstGeom prst="rect">
            <a:avLst/>
          </a:prstGeom>
        </p:spPr>
        <p:txBody>
          <a:bodyPr lIns="0" tIns="0" rIns="0" bIns="0"/>
          <a:lstStyle>
            <a:lvl1pPr marL="12373" indent="0">
              <a:lnSpc>
                <a:spcPct val="100000"/>
              </a:lnSpc>
              <a:spcBef>
                <a:spcPts val="0"/>
              </a:spcBef>
              <a:buFontTx/>
              <a:buNone/>
              <a:tabLst>
                <a:tab pos="1208420" algn="ctr"/>
              </a:tabLst>
              <a:defRPr sz="1800" baseline="0"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525850" indent="-171159">
              <a:buFont typeface="Arial" panose="020B0604020202020204" pitchFamily="34" charset="0"/>
              <a:buChar char="•"/>
              <a:tabLst>
                <a:tab pos="1208420" algn="ctr"/>
              </a:tabLst>
              <a:defRPr sz="1299" baseline="0"/>
            </a:lvl2pPr>
            <a:lvl3pPr marL="525850" indent="-171159">
              <a:buFont typeface="Arial" panose="020B0604020202020204" pitchFamily="34" charset="0"/>
              <a:buChar char="•"/>
              <a:tabLst>
                <a:tab pos="1208420" algn="ctr"/>
              </a:tabLst>
              <a:defRPr sz="1299" baseline="0"/>
            </a:lvl3pPr>
            <a:lvl4pPr marL="525850" indent="-171159">
              <a:buFont typeface="Arial" panose="020B0604020202020204" pitchFamily="34" charset="0"/>
              <a:buChar char="•"/>
              <a:tabLst>
                <a:tab pos="1208420" algn="ctr"/>
              </a:tabLst>
              <a:defRPr sz="1299" baseline="0"/>
            </a:lvl4pPr>
            <a:lvl5pPr marL="525850" indent="-171159">
              <a:buFont typeface="Arial" panose="020B0604020202020204" pitchFamily="34" charset="0"/>
              <a:buChar char="•"/>
              <a:tabLst>
                <a:tab pos="1208420" algn="ctr"/>
              </a:tabLst>
              <a:defRPr sz="1299" baseline="0"/>
            </a:lvl5pPr>
          </a:lstStyle>
          <a:p>
            <a:pPr lvl="0"/>
            <a:r>
              <a:rPr lang="en-US" dirty="0"/>
              <a:t>Click to edit Master text style</a:t>
            </a:r>
          </a:p>
        </p:txBody>
      </p:sp>
    </p:spTree>
    <p:extLst>
      <p:ext uri="{BB962C8B-B14F-4D97-AF65-F5344CB8AC3E}">
        <p14:creationId xmlns:p14="http://schemas.microsoft.com/office/powerpoint/2010/main" val="617360292"/>
      </p:ext>
    </p:extLst>
  </p:cSld>
  <p:clrMapOvr>
    <a:masterClrMapping/>
  </p:clrMapOvr>
  <p:extLst>
    <p:ext uri="{DCECCB84-F9BA-43D5-87BE-67443E8EF086}">
      <p15:sldGuideLst xmlns:p15="http://schemas.microsoft.com/office/powerpoint/2012/main" xmlns="">
        <p15:guide id="1" pos="3842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61943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6053040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9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29"/>
              </a:lnSpc>
              <a:spcBef>
                <a:spcPts val="0"/>
              </a:spcBef>
              <a:buNone/>
              <a:defRPr sz="2799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593722" indent="0" algn="ctr">
              <a:buNone/>
              <a:defRPr sz="2597"/>
            </a:lvl2pPr>
            <a:lvl3pPr marL="1187441" indent="0" algn="ctr">
              <a:buNone/>
              <a:defRPr sz="2338"/>
            </a:lvl3pPr>
            <a:lvl4pPr marL="1781165" indent="0" algn="ctr">
              <a:buNone/>
              <a:defRPr sz="2079"/>
            </a:lvl4pPr>
            <a:lvl5pPr marL="2374885" indent="0" algn="ctr">
              <a:buNone/>
              <a:defRPr sz="2079"/>
            </a:lvl5pPr>
            <a:lvl6pPr marL="2968606" indent="0" algn="ctr">
              <a:buNone/>
              <a:defRPr sz="2079"/>
            </a:lvl6pPr>
            <a:lvl7pPr marL="3562327" indent="0" algn="ctr">
              <a:buNone/>
              <a:defRPr sz="2079"/>
            </a:lvl7pPr>
            <a:lvl8pPr marL="4156050" indent="0" algn="ctr">
              <a:buNone/>
              <a:defRPr sz="2079"/>
            </a:lvl8pPr>
            <a:lvl9pPr marL="4749770" indent="0" algn="ctr">
              <a:buNone/>
              <a:defRPr sz="2079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2455155"/>
      </p:ext>
    </p:extLst>
  </p:cSld>
  <p:clrMapOvr>
    <a:masterClrMapping/>
  </p:clrMapOvr>
  <p:extLst>
    <p:ext uri="{DCECCB84-F9BA-43D5-87BE-67443E8EF086}">
      <p15:sldGuideLst xmlns:p15="http://schemas.microsoft.com/office/powerpoint/2012/main" xmlns="">
        <p15:guide id="1" pos="3842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364472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6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280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593900" indent="0" algn="ctr">
              <a:buNone/>
              <a:defRPr sz="2598"/>
            </a:lvl2pPr>
            <a:lvl3pPr marL="1187798" indent="0" algn="ctr">
              <a:buNone/>
              <a:defRPr sz="2338"/>
            </a:lvl3pPr>
            <a:lvl4pPr marL="1781699" indent="0" algn="ctr">
              <a:buNone/>
              <a:defRPr sz="2079"/>
            </a:lvl4pPr>
            <a:lvl5pPr marL="2375598" indent="0" algn="ctr">
              <a:buNone/>
              <a:defRPr sz="2079"/>
            </a:lvl5pPr>
            <a:lvl6pPr marL="2969497" indent="0" algn="ctr">
              <a:buNone/>
              <a:defRPr sz="2079"/>
            </a:lvl6pPr>
            <a:lvl7pPr marL="3563396" indent="0" algn="ctr">
              <a:buNone/>
              <a:defRPr sz="2079"/>
            </a:lvl7pPr>
            <a:lvl8pPr marL="4157297" indent="0" algn="ctr">
              <a:buNone/>
              <a:defRPr sz="2079"/>
            </a:lvl8pPr>
            <a:lvl9pPr marL="4751195" indent="0" algn="ctr">
              <a:buNone/>
              <a:defRPr sz="2079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1076421"/>
      </p:ext>
    </p:extLst>
  </p:cSld>
  <p:clrMapOvr>
    <a:masterClrMapping/>
  </p:clrMapOvr>
  <p:extLst>
    <p:ext uri="{DCECCB84-F9BA-43D5-87BE-67443E8EF086}">
      <p15:sldGuideLst xmlns:p15="http://schemas.microsoft.com/office/powerpoint/2012/main" xmlns="">
        <p15:guide id="1" pos="3842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8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9176" y="451861"/>
            <a:ext cx="10740513" cy="444567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>
            <a:lvl1pPr marL="0" indent="0" algn="l">
              <a:lnSpc>
                <a:spcPts val="3428"/>
              </a:lnSpc>
              <a:spcBef>
                <a:spcPts val="0"/>
              </a:spcBef>
              <a:buNone/>
              <a:defRPr sz="2399" b="1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593648" indent="0" algn="ctr">
              <a:buNone/>
              <a:defRPr sz="2597"/>
            </a:lvl2pPr>
            <a:lvl3pPr marL="1187293" indent="0" algn="ctr">
              <a:buNone/>
              <a:defRPr sz="2337"/>
            </a:lvl3pPr>
            <a:lvl4pPr marL="1780942" indent="0" algn="ctr">
              <a:buNone/>
              <a:defRPr sz="2079"/>
            </a:lvl4pPr>
            <a:lvl5pPr marL="2374589" indent="0" algn="ctr">
              <a:buNone/>
              <a:defRPr sz="2079"/>
            </a:lvl5pPr>
            <a:lvl6pPr marL="2968235" indent="0" algn="ctr">
              <a:buNone/>
              <a:defRPr sz="2079"/>
            </a:lvl6pPr>
            <a:lvl7pPr marL="3561882" indent="0" algn="ctr">
              <a:buNone/>
              <a:defRPr sz="2079"/>
            </a:lvl7pPr>
            <a:lvl8pPr marL="4155531" indent="0" algn="ctr">
              <a:buNone/>
              <a:defRPr sz="2079"/>
            </a:lvl8pPr>
            <a:lvl9pPr marL="4749176" indent="0" algn="ctr">
              <a:buNone/>
              <a:defRPr sz="2079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318779"/>
      </p:ext>
    </p:extLst>
  </p:cSld>
  <p:clrMapOvr>
    <a:masterClrMapping/>
  </p:clrMapOvr>
  <p:extLst>
    <p:ext uri="{DCECCB84-F9BA-43D5-87BE-67443E8EF086}">
      <p15:sldGuideLst xmlns:p15="http://schemas.microsoft.com/office/powerpoint/2012/main" xmlns="">
        <p15:guide id="1" pos="3842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9176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ts val="3428"/>
              </a:lnSpc>
              <a:spcBef>
                <a:spcPts val="0"/>
              </a:spcBef>
              <a:buNone/>
              <a:defRPr sz="2799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593663" indent="0" algn="ctr">
              <a:buNone/>
              <a:defRPr sz="2597"/>
            </a:lvl2pPr>
            <a:lvl3pPr marL="1187323" indent="0" algn="ctr">
              <a:buNone/>
              <a:defRPr sz="2337"/>
            </a:lvl3pPr>
            <a:lvl4pPr marL="1780987" indent="0" algn="ctr">
              <a:buNone/>
              <a:defRPr sz="2078"/>
            </a:lvl4pPr>
            <a:lvl5pPr marL="2374648" indent="0" algn="ctr">
              <a:buNone/>
              <a:defRPr sz="2078"/>
            </a:lvl5pPr>
            <a:lvl6pPr marL="2968309" indent="0" algn="ctr">
              <a:buNone/>
              <a:defRPr sz="2078"/>
            </a:lvl6pPr>
            <a:lvl7pPr marL="3561971" indent="0" algn="ctr">
              <a:buNone/>
              <a:defRPr sz="2078"/>
            </a:lvl7pPr>
            <a:lvl8pPr marL="4155634" indent="0" algn="ctr">
              <a:buNone/>
              <a:defRPr sz="2078"/>
            </a:lvl8pPr>
            <a:lvl9pPr marL="4749295" indent="0" algn="ctr">
              <a:buNone/>
              <a:defRPr sz="2078"/>
            </a:lvl9pPr>
          </a:lstStyle>
          <a:p>
            <a:r>
              <a:rPr lang="zh-CN" altLang="en-US"/>
              <a:t>单击此处添加标题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5773020"/>
      </p:ext>
    </p:extLst>
  </p:cSld>
  <p:clrMapOvr>
    <a:masterClrMapping/>
  </p:clrMapOvr>
  <p:extLst>
    <p:ext uri="{DCECCB84-F9BA-43D5-87BE-67443E8EF086}">
      <p15:sldGuideLst xmlns:p15="http://schemas.microsoft.com/office/powerpoint/2012/main" xmlns="">
        <p15:guide id="1" pos="3842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320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593900" indent="0" algn="ctr">
              <a:buNone/>
              <a:defRPr sz="2598"/>
            </a:lvl2pPr>
            <a:lvl3pPr marL="1187798" indent="0" algn="ctr">
              <a:buNone/>
              <a:defRPr sz="2338"/>
            </a:lvl3pPr>
            <a:lvl4pPr marL="1781699" indent="0" algn="ctr">
              <a:buNone/>
              <a:defRPr sz="2079"/>
            </a:lvl4pPr>
            <a:lvl5pPr marL="2375598" indent="0" algn="ctr">
              <a:buNone/>
              <a:defRPr sz="2079"/>
            </a:lvl5pPr>
            <a:lvl6pPr marL="2969497" indent="0" algn="ctr">
              <a:buNone/>
              <a:defRPr sz="2079"/>
            </a:lvl6pPr>
            <a:lvl7pPr marL="3563396" indent="0" algn="ctr">
              <a:buNone/>
              <a:defRPr sz="2079"/>
            </a:lvl7pPr>
            <a:lvl8pPr marL="4157297" indent="0" algn="ctr">
              <a:buNone/>
              <a:defRPr sz="2079"/>
            </a:lvl8pPr>
            <a:lvl9pPr marL="4751195" indent="0" algn="ctr">
              <a:buNone/>
              <a:defRPr sz="2079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0277484"/>
      </p:ext>
    </p:extLst>
  </p:cSld>
  <p:clrMapOvr>
    <a:masterClrMapping/>
  </p:clrMapOvr>
  <p:extLst>
    <p:ext uri="{DCECCB84-F9BA-43D5-87BE-67443E8EF086}">
      <p15:sldGuideLst xmlns:p15="http://schemas.microsoft.com/office/powerpoint/2012/main" xmlns=""/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8"/>
          <p:cNvSpPr>
            <a:spLocks noGrp="1"/>
          </p:cNvSpPr>
          <p:nvPr>
            <p:ph type="title"/>
          </p:nvPr>
        </p:nvSpPr>
        <p:spPr>
          <a:xfrm>
            <a:off x="838528" y="365126"/>
            <a:ext cx="10519708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5920466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1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320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593900" indent="0" algn="ctr">
              <a:buNone/>
              <a:defRPr sz="2598"/>
            </a:lvl2pPr>
            <a:lvl3pPr marL="1187798" indent="0" algn="ctr">
              <a:buNone/>
              <a:defRPr sz="2338"/>
            </a:lvl3pPr>
            <a:lvl4pPr marL="1781699" indent="0" algn="ctr">
              <a:buNone/>
              <a:defRPr sz="2079"/>
            </a:lvl4pPr>
            <a:lvl5pPr marL="2375598" indent="0" algn="ctr">
              <a:buNone/>
              <a:defRPr sz="2079"/>
            </a:lvl5pPr>
            <a:lvl6pPr marL="2969497" indent="0" algn="ctr">
              <a:buNone/>
              <a:defRPr sz="2079"/>
            </a:lvl6pPr>
            <a:lvl7pPr marL="3563396" indent="0" algn="ctr">
              <a:buNone/>
              <a:defRPr sz="2079"/>
            </a:lvl7pPr>
            <a:lvl8pPr marL="4157297" indent="0" algn="ctr">
              <a:buNone/>
              <a:defRPr sz="2079"/>
            </a:lvl8pPr>
            <a:lvl9pPr marL="4751195" indent="0" algn="ctr">
              <a:buNone/>
              <a:defRPr sz="2079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xmlns="" id="{8A4EAA63-3827-DA40-B921-C01084B9DA87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736908" y="1501989"/>
            <a:ext cx="10733557" cy="4690459"/>
          </a:xfrm>
          <a:prstGeom prst="rect">
            <a:avLst/>
          </a:prstGeom>
        </p:spPr>
        <p:txBody>
          <a:bodyPr lIns="0" tIns="0" rIns="0" bIns="0"/>
          <a:lstStyle>
            <a:lvl1pPr marL="12373" indent="0">
              <a:lnSpc>
                <a:spcPct val="100000"/>
              </a:lnSpc>
              <a:spcBef>
                <a:spcPts val="0"/>
              </a:spcBef>
              <a:buFontTx/>
              <a:buNone/>
              <a:tabLst>
                <a:tab pos="1208420" algn="ctr"/>
              </a:tabLst>
              <a:defRPr sz="180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525850" indent="-171159">
              <a:buFont typeface="Arial" panose="020B0604020202020204" pitchFamily="34" charset="0"/>
              <a:buChar char="•"/>
              <a:tabLst>
                <a:tab pos="1208420" algn="ctr"/>
              </a:tabLst>
              <a:defRPr sz="1299" baseline="0"/>
            </a:lvl2pPr>
            <a:lvl3pPr marL="525850" indent="-171159">
              <a:buFont typeface="Arial" panose="020B0604020202020204" pitchFamily="34" charset="0"/>
              <a:buChar char="•"/>
              <a:tabLst>
                <a:tab pos="1208420" algn="ctr"/>
              </a:tabLst>
              <a:defRPr sz="1299" baseline="0"/>
            </a:lvl3pPr>
            <a:lvl4pPr marL="525850" indent="-171159">
              <a:buFont typeface="Arial" panose="020B0604020202020204" pitchFamily="34" charset="0"/>
              <a:buChar char="•"/>
              <a:tabLst>
                <a:tab pos="1208420" algn="ctr"/>
              </a:tabLst>
              <a:defRPr sz="1299" baseline="0"/>
            </a:lvl4pPr>
            <a:lvl5pPr marL="525850" indent="-171159">
              <a:buFont typeface="Arial" panose="020B0604020202020204" pitchFamily="34" charset="0"/>
              <a:buChar char="•"/>
              <a:tabLst>
                <a:tab pos="1208420" algn="ctr"/>
              </a:tabLst>
              <a:defRPr sz="1299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552740"/>
      </p:ext>
    </p:extLst>
  </p:cSld>
  <p:clrMapOvr>
    <a:masterClrMapping/>
  </p:clrMapOvr>
  <p:extLst>
    <p:ext uri="{DCECCB84-F9BA-43D5-87BE-67443E8EF086}">
      <p15:sldGuideLst xmlns:p15="http://schemas.microsoft.com/office/powerpoint/2012/main" xmlns="">
        <p15:guide id="1" pos="3842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>
            <a:extLst>
              <a:ext uri="{FF2B5EF4-FFF2-40B4-BE49-F238E27FC236}">
                <a16:creationId xmlns:a16="http://schemas.microsoft.com/office/drawing/2014/main" xmlns="" id="{CA8B3F0C-616F-224A-B32F-9F9BF5EEE1BC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442275" y="1244339"/>
            <a:ext cx="11265816" cy="4958996"/>
          </a:xfrm>
          <a:prstGeom prst="rect">
            <a:avLst/>
          </a:prstGeom>
        </p:spPr>
        <p:txBody>
          <a:bodyPr lIns="0" tIns="0" rIns="0" bIns="0"/>
          <a:lstStyle>
            <a:lvl1pPr marL="179172" marR="0" indent="-168074" algn="l" defTabSz="11863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>
                <a:tab pos="1206639" algn="ctr"/>
              </a:tabLst>
              <a:defRPr sz="1797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8630" marR="0" indent="-168074" algn="l" defTabSz="11863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&gt;"/>
              <a:tabLst>
                <a:tab pos="1206639" algn="ctr"/>
              </a:tabLst>
              <a:defRPr sz="1597" baseline="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29184" marR="0" indent="0" algn="l" defTabSz="11863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None/>
              <a:tabLst>
                <a:tab pos="1206639" algn="ctr"/>
              </a:tabLst>
              <a:defRPr sz="1296" baseline="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525220" indent="-170955">
              <a:buFont typeface="Arial" panose="020B0604020202020204" pitchFamily="34" charset="0"/>
              <a:buChar char="•"/>
              <a:tabLst>
                <a:tab pos="1206971" algn="ctr"/>
              </a:tabLst>
              <a:defRPr sz="1296" baseline="0"/>
            </a:lvl4pPr>
            <a:lvl5pPr marL="525220" indent="-170955">
              <a:buFont typeface="Arial" panose="020B0604020202020204" pitchFamily="34" charset="0"/>
              <a:buChar char="•"/>
              <a:tabLst>
                <a:tab pos="1206971" algn="ctr"/>
              </a:tabLst>
              <a:defRPr sz="1296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altLang="zh-CN" dirty="0"/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442277" y="348791"/>
            <a:ext cx="11265817" cy="559472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797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grpSp>
        <p:nvGrpSpPr>
          <p:cNvPr id="4" name="Group 46"/>
          <p:cNvGrpSpPr>
            <a:grpSpLocks noChangeAspect="1"/>
          </p:cNvGrpSpPr>
          <p:nvPr userDrawn="1"/>
        </p:nvGrpSpPr>
        <p:grpSpPr>
          <a:xfrm>
            <a:off x="12295786" y="2625395"/>
            <a:ext cx="1963324" cy="4233515"/>
            <a:chOff x="5343883" y="-48857"/>
            <a:chExt cx="3263588" cy="7037279"/>
          </a:xfrm>
        </p:grpSpPr>
        <p:sp>
          <p:nvSpPr>
            <p:cNvPr id="7" name="矩形 13"/>
            <p:cNvSpPr/>
            <p:nvPr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196/0/84</a:t>
              </a:r>
            </a:p>
          </p:txBody>
        </p:sp>
        <p:sp>
          <p:nvSpPr>
            <p:cNvPr id="8" name="文本框 15"/>
            <p:cNvSpPr txBox="1"/>
            <p:nvPr/>
          </p:nvSpPr>
          <p:spPr>
            <a:xfrm>
              <a:off x="5352721" y="1694497"/>
              <a:ext cx="1636699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defTabSz="913381"/>
              <a:r>
                <a:rPr kumimoji="1" lang="zh-CN" altLang="en-US" sz="800">
                  <a:solidFill>
                    <a:srgbClr val="1B1B18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公司辅助色</a:t>
              </a:r>
              <a:endParaRPr kumimoji="1" lang="zh-CN" altLang="en-US" sz="800" dirty="0">
                <a:solidFill>
                  <a:srgbClr val="1B1B18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" name="矩形 13"/>
            <p:cNvSpPr/>
            <p:nvPr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203/55/120</a:t>
              </a:r>
            </a:p>
          </p:txBody>
        </p:sp>
        <p:sp>
          <p:nvSpPr>
            <p:cNvPr id="10" name="矩形 13"/>
            <p:cNvSpPr/>
            <p:nvPr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237/109/0</a:t>
              </a:r>
            </a:p>
          </p:txBody>
        </p:sp>
        <p:sp>
          <p:nvSpPr>
            <p:cNvPr id="11" name="矩形 13"/>
            <p:cNvSpPr/>
            <p:nvPr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153/54/54</a:t>
              </a:r>
            </a:p>
          </p:txBody>
        </p:sp>
        <p:sp>
          <p:nvSpPr>
            <p:cNvPr id="12" name="矩形 13"/>
            <p:cNvSpPr/>
            <p:nvPr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98/178/48</a:t>
              </a:r>
            </a:p>
          </p:txBody>
        </p:sp>
        <p:sp>
          <p:nvSpPr>
            <p:cNvPr id="13" name="矩形 13"/>
            <p:cNvSpPr/>
            <p:nvPr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242/137/68</a:t>
              </a:r>
              <a:endParaRPr kumimoji="1" lang="mr-IN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charset="0"/>
                <a:cs typeface="Arial" charset="0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PANTONE 185C</a:t>
              </a:r>
            </a:p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199/0/11  </a:t>
              </a:r>
            </a:p>
          </p:txBody>
        </p:sp>
        <p:sp>
          <p:nvSpPr>
            <p:cNvPr id="15" name="文本框 15"/>
            <p:cNvSpPr txBox="1"/>
            <p:nvPr/>
          </p:nvSpPr>
          <p:spPr>
            <a:xfrm>
              <a:off x="5343883" y="-48857"/>
              <a:ext cx="1358295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defTabSz="913381"/>
              <a:r>
                <a:rPr kumimoji="1" lang="zh-CN" altLang="en-US" sz="800">
                  <a:solidFill>
                    <a:srgbClr val="1B1B18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公司色</a:t>
              </a:r>
              <a:endParaRPr kumimoji="1" lang="zh-CN" altLang="en-US" sz="800" dirty="0">
                <a:solidFill>
                  <a:srgbClr val="1B1B18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" name="矩形 13"/>
            <p:cNvSpPr/>
            <p:nvPr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PANTONE 186C</a:t>
              </a:r>
            </a:p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200/16/46  </a:t>
              </a:r>
            </a:p>
          </p:txBody>
        </p:sp>
        <p:sp>
          <p:nvSpPr>
            <p:cNvPr id="17" name="矩形 13"/>
            <p:cNvSpPr/>
            <p:nvPr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127/0/1</a:t>
              </a:r>
            </a:p>
          </p:txBody>
        </p:sp>
        <p:sp>
          <p:nvSpPr>
            <p:cNvPr id="18" name="矩形 13"/>
            <p:cNvSpPr/>
            <p:nvPr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52/200/0</a:t>
              </a:r>
            </a:p>
          </p:txBody>
        </p:sp>
        <p:sp>
          <p:nvSpPr>
            <p:cNvPr id="19" name="矩形 13"/>
            <p:cNvSpPr/>
            <p:nvPr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48/181/197</a:t>
              </a:r>
            </a:p>
          </p:txBody>
        </p:sp>
        <p:sp>
          <p:nvSpPr>
            <p:cNvPr id="20" name="矩形 13"/>
            <p:cNvSpPr/>
            <p:nvPr/>
          </p:nvSpPr>
          <p:spPr>
            <a:xfrm>
              <a:off x="6194511" y="4866463"/>
              <a:ext cx="791510" cy="664397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129/193/95</a:t>
              </a:r>
            </a:p>
          </p:txBody>
        </p:sp>
        <p:sp>
          <p:nvSpPr>
            <p:cNvPr id="21" name="矩形 13"/>
            <p:cNvSpPr/>
            <p:nvPr/>
          </p:nvSpPr>
          <p:spPr>
            <a:xfrm>
              <a:off x="6192274" y="4134866"/>
              <a:ext cx="791510" cy="664397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253/211/81</a:t>
              </a:r>
            </a:p>
          </p:txBody>
        </p:sp>
        <p:sp>
          <p:nvSpPr>
            <p:cNvPr id="22" name="矩形 13"/>
            <p:cNvSpPr/>
            <p:nvPr/>
          </p:nvSpPr>
          <p:spPr>
            <a:xfrm>
              <a:off x="6192274" y="5596166"/>
              <a:ext cx="791510" cy="664397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86/196/210</a:t>
              </a:r>
            </a:p>
          </p:txBody>
        </p:sp>
        <p:sp>
          <p:nvSpPr>
            <p:cNvPr id="23" name="矩形 13"/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211/57/65</a:t>
              </a:r>
            </a:p>
          </p:txBody>
        </p:sp>
        <p:sp>
          <p:nvSpPr>
            <p:cNvPr id="24" name="矩形 13"/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 </a:t>
              </a:r>
            </a:p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211/56/89</a:t>
              </a:r>
            </a:p>
          </p:txBody>
        </p:sp>
        <p:sp>
          <p:nvSpPr>
            <p:cNvPr id="25" name="矩形 13"/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 221/128/170</a:t>
              </a:r>
            </a:p>
          </p:txBody>
        </p:sp>
        <p:sp>
          <p:nvSpPr>
            <p:cNvPr id="26" name="矩形 13"/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  <a:defRPr/>
              </a:pPr>
              <a:r>
                <a:rPr kumimoji="1" lang="en-US" altLang="zh-CN" sz="500" b="1" dirty="0">
                  <a:solidFill>
                    <a:srgbClr val="1B1B18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 191/128/130</a:t>
              </a:r>
            </a:p>
          </p:txBody>
        </p:sp>
        <p:sp>
          <p:nvSpPr>
            <p:cNvPr id="27" name="矩形 13"/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 246/183/140</a:t>
              </a:r>
              <a:endParaRPr kumimoji="1" lang="mr-IN" altLang="zh-CN" sz="500" b="1" dirty="0">
                <a:solidFill>
                  <a:srgbClr val="1B1B18"/>
                </a:solidFill>
                <a:latin typeface="Arial" panose="020B0604020202020204" pitchFamily="34" charset="0"/>
                <a:ea typeface="Arial" charset="0"/>
                <a:cs typeface="Arial" charset="0"/>
              </a:endParaRPr>
            </a:p>
          </p:txBody>
        </p:sp>
        <p:sp>
          <p:nvSpPr>
            <p:cNvPr id="28" name="矩形 13"/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 176/216/156</a:t>
              </a:r>
            </a:p>
          </p:txBody>
        </p:sp>
        <p:sp>
          <p:nvSpPr>
            <p:cNvPr id="29" name="矩形 13"/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 253/227/181</a:t>
              </a:r>
            </a:p>
          </p:txBody>
        </p:sp>
        <p:sp>
          <p:nvSpPr>
            <p:cNvPr id="30" name="矩形 13"/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 148/218/226</a:t>
              </a:r>
            </a:p>
          </p:txBody>
        </p:sp>
        <p:sp>
          <p:nvSpPr>
            <p:cNvPr id="31" name="矩形 13"/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 226/129/137</a:t>
              </a:r>
            </a:p>
          </p:txBody>
        </p:sp>
        <p:sp>
          <p:nvSpPr>
            <p:cNvPr id="32" name="矩形 13"/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 226/129/152</a:t>
              </a:r>
            </a:p>
          </p:txBody>
        </p:sp>
        <p:sp>
          <p:nvSpPr>
            <p:cNvPr id="33" name="矩形 13"/>
            <p:cNvSpPr/>
            <p:nvPr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 235/179/204</a:t>
              </a:r>
            </a:p>
          </p:txBody>
        </p:sp>
        <p:sp>
          <p:nvSpPr>
            <p:cNvPr id="34" name="矩形 13"/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  <a:defRPr/>
              </a:pPr>
              <a:r>
                <a:rPr kumimoji="1" lang="en-US" altLang="zh-CN" sz="500" b="1" dirty="0">
                  <a:solidFill>
                    <a:srgbClr val="1B1B18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 216/179/179</a:t>
              </a:r>
            </a:p>
          </p:txBody>
        </p:sp>
        <p:sp>
          <p:nvSpPr>
            <p:cNvPr id="35" name="矩形 13"/>
            <p:cNvSpPr/>
            <p:nvPr/>
          </p:nvSpPr>
          <p:spPr>
            <a:xfrm>
              <a:off x="7806130" y="3415851"/>
              <a:ext cx="791510" cy="664397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 250/211/187</a:t>
              </a:r>
              <a:endParaRPr kumimoji="1" lang="mr-IN" altLang="zh-CN" sz="500" b="1" dirty="0">
                <a:solidFill>
                  <a:srgbClr val="1B1B18"/>
                </a:solidFill>
                <a:latin typeface="Arial" panose="020B0604020202020204" pitchFamily="34" charset="0"/>
                <a:ea typeface="Arial" charset="0"/>
                <a:cs typeface="Arial" charset="0"/>
              </a:endParaRPr>
            </a:p>
          </p:txBody>
        </p:sp>
        <p:sp>
          <p:nvSpPr>
            <p:cNvPr id="36" name="矩形 13"/>
            <p:cNvSpPr/>
            <p:nvPr/>
          </p:nvSpPr>
          <p:spPr>
            <a:xfrm>
              <a:off x="7815961" y="4866463"/>
              <a:ext cx="791510" cy="664397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 208/232/196</a:t>
              </a:r>
            </a:p>
          </p:txBody>
        </p:sp>
        <p:sp>
          <p:nvSpPr>
            <p:cNvPr id="37" name="矩形 13"/>
            <p:cNvSpPr/>
            <p:nvPr/>
          </p:nvSpPr>
          <p:spPr>
            <a:xfrm>
              <a:off x="7813724" y="4134866"/>
              <a:ext cx="791510" cy="664397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 254/238/193</a:t>
              </a:r>
            </a:p>
          </p:txBody>
        </p:sp>
        <p:sp>
          <p:nvSpPr>
            <p:cNvPr id="38" name="矩形 13"/>
            <p:cNvSpPr/>
            <p:nvPr/>
          </p:nvSpPr>
          <p:spPr>
            <a:xfrm>
              <a:off x="7813724" y="5596166"/>
              <a:ext cx="791510" cy="664397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1B1B18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1B1B18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190/23/238</a:t>
              </a:r>
            </a:p>
          </p:txBody>
        </p:sp>
        <p:sp>
          <p:nvSpPr>
            <p:cNvPr id="39" name="矩形 13"/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 239/178/184</a:t>
              </a:r>
            </a:p>
          </p:txBody>
        </p:sp>
        <p:sp>
          <p:nvSpPr>
            <p:cNvPr id="40" name="矩形 13"/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 238/179/193</a:t>
              </a:r>
            </a:p>
          </p:txBody>
        </p:sp>
        <p:sp>
          <p:nvSpPr>
            <p:cNvPr id="41" name="矩形 13"/>
            <p:cNvSpPr/>
            <p:nvPr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35/24/21</a:t>
              </a:r>
            </a:p>
          </p:txBody>
        </p:sp>
        <p:sp>
          <p:nvSpPr>
            <p:cNvPr id="42" name="矩形 13"/>
            <p:cNvSpPr/>
            <p:nvPr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 </a:t>
              </a:r>
            </a:p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89/87/87</a:t>
              </a:r>
            </a:p>
          </p:txBody>
        </p:sp>
        <p:sp>
          <p:nvSpPr>
            <p:cNvPr id="43" name="矩形 13"/>
            <p:cNvSpPr/>
            <p:nvPr/>
          </p:nvSpPr>
          <p:spPr>
            <a:xfrm>
              <a:off x="6450318" y="6324025"/>
              <a:ext cx="513579" cy="664397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</a:t>
              </a:r>
            </a:p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137</a:t>
              </a:r>
            </a:p>
          </p:txBody>
        </p:sp>
        <p:sp>
          <p:nvSpPr>
            <p:cNvPr id="44" name="矩形 13"/>
            <p:cNvSpPr/>
            <p:nvPr/>
          </p:nvSpPr>
          <p:spPr>
            <a:xfrm>
              <a:off x="6998296" y="6324025"/>
              <a:ext cx="513579" cy="664397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</a:t>
              </a:r>
            </a:p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181</a:t>
              </a:r>
            </a:p>
          </p:txBody>
        </p:sp>
        <p:sp>
          <p:nvSpPr>
            <p:cNvPr id="45" name="矩形 13"/>
            <p:cNvSpPr/>
            <p:nvPr/>
          </p:nvSpPr>
          <p:spPr>
            <a:xfrm>
              <a:off x="7541580" y="6324025"/>
              <a:ext cx="513579" cy="664397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1B1B18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1B1B18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221</a:t>
              </a:r>
            </a:p>
          </p:txBody>
        </p:sp>
        <p:sp>
          <p:nvSpPr>
            <p:cNvPr id="46" name="矩形 13"/>
            <p:cNvSpPr/>
            <p:nvPr/>
          </p:nvSpPr>
          <p:spPr>
            <a:xfrm>
              <a:off x="8083608" y="6324025"/>
              <a:ext cx="513579" cy="66439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</a:t>
              </a:r>
            </a:p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255/255/</a:t>
              </a:r>
              <a:br>
                <a:rPr kumimoji="1" lang="en-US" altLang="zh-CN" sz="500" b="1" dirty="0">
                  <a:solidFill>
                    <a:srgbClr val="1B1B18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1B1B18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255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654006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extLst>
    <p:ext uri="{DCECCB84-F9BA-43D5-87BE-67443E8EF086}">
      <p15:sldGuideLst xmlns:p15="http://schemas.microsoft.com/office/powerpoint/2012/main" xmlns="">
        <p15:guide id="1" pos="3841">
          <p15:clr>
            <a:srgbClr val="FBAE40"/>
          </p15:clr>
        </p15:guide>
        <p15:guide id="2" orient="horz" pos="2160">
          <p15:clr>
            <a:srgbClr val="FBAE40"/>
          </p15:clr>
        </p15:guide>
        <p15:guide id="3" pos="303">
          <p15:clr>
            <a:srgbClr val="FBAE40"/>
          </p15:clr>
        </p15:guide>
        <p15:guide id="4" pos="7380">
          <p15:clr>
            <a:srgbClr val="FBAE40"/>
          </p15:clr>
        </p15:guide>
        <p15:guide id="5" orient="horz" pos="640">
          <p15:clr>
            <a:srgbClr val="FBAE40"/>
          </p15:clr>
        </p15:guide>
        <p15:guide id="6" orient="horz" pos="3952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5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9175" y="456135"/>
            <a:ext cx="10740640" cy="9934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ts val="3428"/>
              </a:lnSpc>
              <a:spcBef>
                <a:spcPts val="0"/>
              </a:spcBef>
              <a:buNone/>
              <a:defRPr sz="3199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593648" indent="0" algn="ctr">
              <a:buNone/>
              <a:defRPr sz="2597"/>
            </a:lvl2pPr>
            <a:lvl3pPr marL="1187293" indent="0" algn="ctr">
              <a:buNone/>
              <a:defRPr sz="2337"/>
            </a:lvl3pPr>
            <a:lvl4pPr marL="1780942" indent="0" algn="ctr">
              <a:buNone/>
              <a:defRPr sz="2079"/>
            </a:lvl4pPr>
            <a:lvl5pPr marL="2374589" indent="0" algn="ctr">
              <a:buNone/>
              <a:defRPr sz="2079"/>
            </a:lvl5pPr>
            <a:lvl6pPr marL="2968235" indent="0" algn="ctr">
              <a:buNone/>
              <a:defRPr sz="2079"/>
            </a:lvl6pPr>
            <a:lvl7pPr marL="3561882" indent="0" algn="ctr">
              <a:buNone/>
              <a:defRPr sz="2079"/>
            </a:lvl7pPr>
            <a:lvl8pPr marL="4155531" indent="0" algn="ctr">
              <a:buNone/>
              <a:defRPr sz="2079"/>
            </a:lvl8pPr>
            <a:lvl9pPr marL="4749176" indent="0" algn="ctr">
              <a:buNone/>
              <a:defRPr sz="2079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xmlns="" id="{8A4EAA63-3827-DA40-B921-C01084B9DA87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736909" y="1501989"/>
            <a:ext cx="10733557" cy="4690459"/>
          </a:xfrm>
          <a:prstGeom prst="rect">
            <a:avLst/>
          </a:prstGeom>
        </p:spPr>
        <p:txBody>
          <a:bodyPr lIns="0" tIns="0" rIns="0" bIns="0"/>
          <a:lstStyle>
            <a:lvl1pPr marL="12368" indent="0">
              <a:lnSpc>
                <a:spcPct val="100000"/>
              </a:lnSpc>
              <a:spcBef>
                <a:spcPts val="0"/>
              </a:spcBef>
              <a:buFontTx/>
              <a:buNone/>
              <a:tabLst>
                <a:tab pos="1207906" algn="ctr"/>
              </a:tabLst>
              <a:defRPr sz="1799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525627" indent="-171086">
              <a:buFont typeface="Arial" panose="020B0604020202020204" pitchFamily="34" charset="0"/>
              <a:buChar char="•"/>
              <a:tabLst>
                <a:tab pos="1207906" algn="ctr"/>
              </a:tabLst>
              <a:defRPr sz="1299" baseline="0"/>
            </a:lvl2pPr>
            <a:lvl3pPr marL="525627" indent="-171086">
              <a:buFont typeface="Arial" panose="020B0604020202020204" pitchFamily="34" charset="0"/>
              <a:buChar char="•"/>
              <a:tabLst>
                <a:tab pos="1207906" algn="ctr"/>
              </a:tabLst>
              <a:defRPr sz="1299" baseline="0"/>
            </a:lvl3pPr>
            <a:lvl4pPr marL="525627" indent="-171086">
              <a:buFont typeface="Arial" panose="020B0604020202020204" pitchFamily="34" charset="0"/>
              <a:buChar char="•"/>
              <a:tabLst>
                <a:tab pos="1207906" algn="ctr"/>
              </a:tabLst>
              <a:defRPr sz="1299" baseline="0"/>
            </a:lvl4pPr>
            <a:lvl5pPr marL="525627" indent="-171086">
              <a:buFont typeface="Arial" panose="020B0604020202020204" pitchFamily="34" charset="0"/>
              <a:buChar char="•"/>
              <a:tabLst>
                <a:tab pos="1207906" algn="ctr"/>
              </a:tabLst>
              <a:defRPr sz="1299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6563346"/>
      </p:ext>
    </p:extLst>
  </p:cSld>
  <p:clrMapOvr>
    <a:masterClrMapping/>
  </p:clrMapOvr>
  <p:extLst>
    <p:ext uri="{DCECCB84-F9BA-43D5-87BE-67443E8EF086}">
      <p15:sldGuideLst xmlns:p15="http://schemas.microsoft.com/office/powerpoint/2012/main" xmlns="">
        <p15:guide id="1" pos="3842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46928598"/>
      </p:ext>
    </p:extLst>
  </p:cSld>
  <p:clrMapOvr>
    <a:masterClrMapping/>
  </p:clrMapOvr>
  <p:extLst>
    <p:ext uri="{DCECCB84-F9BA-43D5-87BE-67443E8EF086}">
      <p15:sldGuideLst xmlns:p15="http://schemas.microsoft.com/office/powerpoint/2012/main" xmlns="">
        <p15:guide id="1" pos="3842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280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593900" indent="0" algn="ctr">
              <a:buNone/>
              <a:defRPr sz="2598"/>
            </a:lvl2pPr>
            <a:lvl3pPr marL="1187798" indent="0" algn="ctr">
              <a:buNone/>
              <a:defRPr sz="2338"/>
            </a:lvl3pPr>
            <a:lvl4pPr marL="1781699" indent="0" algn="ctr">
              <a:buNone/>
              <a:defRPr sz="2079"/>
            </a:lvl4pPr>
            <a:lvl5pPr marL="2375598" indent="0" algn="ctr">
              <a:buNone/>
              <a:defRPr sz="2079"/>
            </a:lvl5pPr>
            <a:lvl6pPr marL="2969497" indent="0" algn="ctr">
              <a:buNone/>
              <a:defRPr sz="2079"/>
            </a:lvl6pPr>
            <a:lvl7pPr marL="3563396" indent="0" algn="ctr">
              <a:buNone/>
              <a:defRPr sz="2079"/>
            </a:lvl7pPr>
            <a:lvl8pPr marL="4157297" indent="0" algn="ctr">
              <a:buNone/>
              <a:defRPr sz="2079"/>
            </a:lvl8pPr>
            <a:lvl9pPr marL="4751195" indent="0" algn="ctr">
              <a:buNone/>
              <a:defRPr sz="2079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5318137"/>
      </p:ext>
    </p:extLst>
  </p:cSld>
  <p:clrMapOvr>
    <a:masterClrMapping/>
  </p:clrMapOvr>
  <p:extLst>
    <p:ext uri="{DCECCB84-F9BA-43D5-87BE-67443E8EF086}">
      <p15:sldGuideLst xmlns:p15="http://schemas.microsoft.com/office/powerpoint/2012/main" xmlns="">
        <p15:guide id="1" pos="3842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320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593900" indent="0" algn="ctr">
              <a:buNone/>
              <a:defRPr sz="2598"/>
            </a:lvl2pPr>
            <a:lvl3pPr marL="1187798" indent="0" algn="ctr">
              <a:buNone/>
              <a:defRPr sz="2338"/>
            </a:lvl3pPr>
            <a:lvl4pPr marL="1781699" indent="0" algn="ctr">
              <a:buNone/>
              <a:defRPr sz="2079"/>
            </a:lvl4pPr>
            <a:lvl5pPr marL="2375598" indent="0" algn="ctr">
              <a:buNone/>
              <a:defRPr sz="2079"/>
            </a:lvl5pPr>
            <a:lvl6pPr marL="2969497" indent="0" algn="ctr">
              <a:buNone/>
              <a:defRPr sz="2079"/>
            </a:lvl6pPr>
            <a:lvl7pPr marL="3563396" indent="0" algn="ctr">
              <a:buNone/>
              <a:defRPr sz="2079"/>
            </a:lvl7pPr>
            <a:lvl8pPr marL="4157297" indent="0" algn="ctr">
              <a:buNone/>
              <a:defRPr sz="2079"/>
            </a:lvl8pPr>
            <a:lvl9pPr marL="4751195" indent="0" algn="ctr">
              <a:buNone/>
              <a:defRPr sz="2079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xmlns="" id="{CA8B3F0C-616F-224A-B32F-9F9BF5EEE1BC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726021" y="1512875"/>
            <a:ext cx="10733557" cy="4690459"/>
          </a:xfrm>
          <a:prstGeom prst="rect">
            <a:avLst/>
          </a:prstGeom>
        </p:spPr>
        <p:txBody>
          <a:bodyPr lIns="0" tIns="0" rIns="0" bIns="0"/>
          <a:lstStyle>
            <a:lvl1pPr marL="179388" marR="0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>
                <a:tab pos="1208088" algn="ctr"/>
              </a:tabLst>
              <a:defRPr sz="180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329026" marR="0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&gt;"/>
              <a:tabLst>
                <a:tab pos="1208088" algn="ctr"/>
              </a:tabLst>
              <a:defRPr sz="1600" baseline="0"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 marL="1098575" marR="0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-"/>
              <a:tabLst>
                <a:tab pos="1208088" algn="ctr"/>
              </a:tabLst>
              <a:defRPr sz="1299" baseline="0"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 marL="525850" indent="-171159">
              <a:buFont typeface="Arial" panose="020B0604020202020204" pitchFamily="34" charset="0"/>
              <a:buChar char="•"/>
              <a:tabLst>
                <a:tab pos="1208420" algn="ctr"/>
              </a:tabLst>
              <a:defRPr sz="1299" baseline="0"/>
            </a:lvl4pPr>
            <a:lvl5pPr marL="525850" indent="-171159">
              <a:buFont typeface="Arial" panose="020B0604020202020204" pitchFamily="34" charset="0"/>
              <a:buChar char="•"/>
              <a:tabLst>
                <a:tab pos="1208420" algn="ctr"/>
              </a:tabLst>
              <a:defRPr sz="1299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  <a:p>
            <a:pPr marL="329026" marR="0" lvl="1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8088" algn="ctr"/>
              </a:tabLst>
              <a:defRPr/>
            </a:pPr>
            <a:r>
              <a:rPr lang="zh-CN" altLang="en-US" dirty="0"/>
              <a:t>单击此处添加文本</a:t>
            </a:r>
            <a:endParaRPr lang="en-US" dirty="0"/>
          </a:p>
          <a:p>
            <a:pPr marL="1098575" marR="0" lvl="2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8088" algn="ctr"/>
              </a:tabLst>
              <a:defRPr/>
            </a:pPr>
            <a:r>
              <a:rPr lang="zh-CN" altLang="en-US" dirty="0"/>
              <a:t>单击此处添加文本</a:t>
            </a:r>
            <a:endParaRPr lang="en-US" dirty="0"/>
          </a:p>
          <a:p>
            <a:pPr marL="1098575" marR="0" lvl="2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8088" algn="ctr"/>
              </a:tabLst>
              <a:defRPr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564078949"/>
      </p:ext>
    </p:extLst>
  </p:cSld>
  <p:clrMapOvr>
    <a:masterClrMapping/>
  </p:clrMapOvr>
  <p:extLst>
    <p:ext uri="{DCECCB84-F9BA-43D5-87BE-67443E8EF086}">
      <p15:sldGuideLst xmlns:p15="http://schemas.microsoft.com/office/powerpoint/2012/main" xmlns="">
        <p15:guide id="1" pos="3842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模板刷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22833" y="520852"/>
            <a:ext cx="11034000" cy="54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 defTabSz="914217" rtl="0" eaLnBrk="1" fontAlgn="base" latinLnBrk="0" hangingPunct="1">
              <a:lnSpc>
                <a:spcPts val="3428"/>
              </a:lnSpc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None/>
              <a:defRPr lang="en-US" sz="2798" b="1" kern="0" dirty="0">
                <a:solidFill>
                  <a:srgbClr val="C00000"/>
                </a:solidFill>
                <a:latin typeface="Huawei Sans" panose="020B0604020202020204"/>
                <a:ea typeface="微软雅黑"/>
                <a:cs typeface="+mn-ea"/>
              </a:defRPr>
            </a:lvl1pPr>
            <a:lvl2pPr marL="593705" indent="0" algn="ctr">
              <a:buNone/>
              <a:defRPr sz="2598"/>
            </a:lvl2pPr>
            <a:lvl3pPr marL="1187412" indent="0" algn="ctr">
              <a:buNone/>
              <a:defRPr sz="2336"/>
            </a:lvl3pPr>
            <a:lvl4pPr marL="1781121" indent="0" algn="ctr">
              <a:buNone/>
              <a:defRPr sz="2080"/>
            </a:lvl4pPr>
            <a:lvl5pPr marL="2374828" indent="0" algn="ctr">
              <a:buNone/>
              <a:defRPr sz="2080"/>
            </a:lvl5pPr>
            <a:lvl6pPr marL="2968531" indent="0" algn="ctr">
              <a:buNone/>
              <a:defRPr sz="2080"/>
            </a:lvl6pPr>
            <a:lvl7pPr marL="3562237" indent="0" algn="ctr">
              <a:buNone/>
              <a:defRPr sz="2080"/>
            </a:lvl7pPr>
            <a:lvl8pPr marL="4155945" indent="0" algn="ctr">
              <a:buNone/>
              <a:defRPr sz="2080"/>
            </a:lvl8pPr>
            <a:lvl9pPr marL="4749650" indent="0" algn="ctr">
              <a:buNone/>
              <a:defRPr sz="2080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8192440"/>
      </p:ext>
    </p:extLst>
  </p:cSld>
  <p:clrMapOvr>
    <a:masterClrMapping/>
  </p:clrMapOvr>
  <p:extLst>
    <p:ext uri="{DCECCB84-F9BA-43D5-87BE-67443E8EF086}">
      <p15:sldGuideLst xmlns:p15="http://schemas.microsoft.com/office/powerpoint/2012/main" xmlns="">
        <p15:guide id="1" pos="3842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2800" b="1" baseline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593900" indent="0" algn="ctr">
              <a:buNone/>
              <a:defRPr sz="2598"/>
            </a:lvl2pPr>
            <a:lvl3pPr marL="1187798" indent="0" algn="ctr">
              <a:buNone/>
              <a:defRPr sz="2338"/>
            </a:lvl3pPr>
            <a:lvl4pPr marL="1781699" indent="0" algn="ctr">
              <a:buNone/>
              <a:defRPr sz="2079"/>
            </a:lvl4pPr>
            <a:lvl5pPr marL="2375598" indent="0" algn="ctr">
              <a:buNone/>
              <a:defRPr sz="2079"/>
            </a:lvl5pPr>
            <a:lvl6pPr marL="2969497" indent="0" algn="ctr">
              <a:buNone/>
              <a:defRPr sz="2079"/>
            </a:lvl6pPr>
            <a:lvl7pPr marL="3563396" indent="0" algn="ctr">
              <a:buNone/>
              <a:defRPr sz="2079"/>
            </a:lvl7pPr>
            <a:lvl8pPr marL="4157297" indent="0" algn="ctr">
              <a:buNone/>
              <a:defRPr sz="2079"/>
            </a:lvl8pPr>
            <a:lvl9pPr marL="4751195" indent="0" algn="ctr">
              <a:buNone/>
              <a:defRPr sz="2079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5259265"/>
      </p:ext>
    </p:extLst>
  </p:cSld>
  <p:clrMapOvr>
    <a:masterClrMapping/>
  </p:clrMapOvr>
  <p:extLst>
    <p:ext uri="{DCECCB84-F9BA-43D5-87BE-67443E8EF086}">
      <p15:sldGuideLst xmlns:p15="http://schemas.microsoft.com/office/powerpoint/2012/main" xmlns=""/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2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29"/>
              </a:lnSpc>
              <a:spcBef>
                <a:spcPts val="0"/>
              </a:spcBef>
              <a:buNone/>
              <a:defRPr sz="2799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593662" indent="0" algn="ctr">
              <a:buNone/>
              <a:defRPr sz="2597"/>
            </a:lvl2pPr>
            <a:lvl3pPr marL="1187323" indent="0" algn="ctr">
              <a:buNone/>
              <a:defRPr sz="2337"/>
            </a:lvl3pPr>
            <a:lvl4pPr marL="1780986" indent="0" algn="ctr">
              <a:buNone/>
              <a:defRPr sz="2078"/>
            </a:lvl4pPr>
            <a:lvl5pPr marL="2374648" indent="0" algn="ctr">
              <a:buNone/>
              <a:defRPr sz="2078"/>
            </a:lvl5pPr>
            <a:lvl6pPr marL="2968309" indent="0" algn="ctr">
              <a:buNone/>
              <a:defRPr sz="2078"/>
            </a:lvl6pPr>
            <a:lvl7pPr marL="3561971" indent="0" algn="ctr">
              <a:buNone/>
              <a:defRPr sz="2078"/>
            </a:lvl7pPr>
            <a:lvl8pPr marL="4155634" indent="0" algn="ctr">
              <a:buNone/>
              <a:defRPr sz="2078"/>
            </a:lvl8pPr>
            <a:lvl9pPr marL="4749295" indent="0" algn="ctr">
              <a:buNone/>
              <a:defRPr sz="2078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3706542"/>
      </p:ext>
    </p:extLst>
  </p:cSld>
  <p:clrMapOvr>
    <a:masterClrMapping/>
  </p:clrMapOvr>
  <p:extLst>
    <p:ext uri="{DCECCB84-F9BA-43D5-87BE-67443E8EF086}">
      <p15:sldGuideLst xmlns:p15="http://schemas.microsoft.com/office/powerpoint/2012/main" xmlns="">
        <p15:guide id="1" pos="3842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409010" y="170349"/>
            <a:ext cx="11235233" cy="935887"/>
          </a:xfrm>
          <a:prstGeom prst="rect">
            <a:avLst/>
          </a:prstGeom>
        </p:spPr>
        <p:txBody>
          <a:bodyPr>
            <a:noAutofit/>
          </a:bodyPr>
          <a:lstStyle>
            <a:lvl1pPr marL="0" marR="0" indent="0" algn="l" defTabSz="1218225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97" b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defRPr>
            </a:lvl1pPr>
          </a:lstStyle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465099545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8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9355009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99030109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320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593900" indent="0" algn="ctr">
              <a:buNone/>
              <a:defRPr sz="2598"/>
            </a:lvl2pPr>
            <a:lvl3pPr marL="1187798" indent="0" algn="ctr">
              <a:buNone/>
              <a:defRPr sz="2338"/>
            </a:lvl3pPr>
            <a:lvl4pPr marL="1781699" indent="0" algn="ctr">
              <a:buNone/>
              <a:defRPr sz="2079"/>
            </a:lvl4pPr>
            <a:lvl5pPr marL="2375598" indent="0" algn="ctr">
              <a:buNone/>
              <a:defRPr sz="2079"/>
            </a:lvl5pPr>
            <a:lvl6pPr marL="2969497" indent="0" algn="ctr">
              <a:buNone/>
              <a:defRPr sz="2079"/>
            </a:lvl6pPr>
            <a:lvl7pPr marL="3563396" indent="0" algn="ctr">
              <a:buNone/>
              <a:defRPr sz="2079"/>
            </a:lvl7pPr>
            <a:lvl8pPr marL="4157297" indent="0" algn="ctr">
              <a:buNone/>
              <a:defRPr sz="2079"/>
            </a:lvl8pPr>
            <a:lvl9pPr marL="4751195" indent="0" algn="ctr">
              <a:buNone/>
              <a:defRPr sz="2079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xmlns="" id="{CA8B3F0C-616F-224A-B32F-9F9BF5EEE1BC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726021" y="1512875"/>
            <a:ext cx="10733557" cy="4690459"/>
          </a:xfrm>
          <a:prstGeom prst="rect">
            <a:avLst/>
          </a:prstGeom>
        </p:spPr>
        <p:txBody>
          <a:bodyPr lIns="0" tIns="0" rIns="0" bIns="0"/>
          <a:lstStyle>
            <a:lvl1pPr marL="179388" marR="0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>
                <a:tab pos="1208088" algn="ctr"/>
              </a:tabLst>
              <a:defRPr sz="180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329026" marR="0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&gt;"/>
              <a:tabLst>
                <a:tab pos="1208088" algn="ctr"/>
              </a:tabLst>
              <a:defRPr sz="1600" baseline="0"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 marL="1098575" marR="0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-"/>
              <a:tabLst>
                <a:tab pos="1208088" algn="ctr"/>
              </a:tabLst>
              <a:defRPr sz="1299" baseline="0"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 marL="525850" indent="-171159">
              <a:buFont typeface="Arial" panose="020B0604020202020204" pitchFamily="34" charset="0"/>
              <a:buChar char="•"/>
              <a:tabLst>
                <a:tab pos="1208420" algn="ctr"/>
              </a:tabLst>
              <a:defRPr sz="1299" baseline="0"/>
            </a:lvl4pPr>
            <a:lvl5pPr marL="525850" indent="-171159">
              <a:buFont typeface="Arial" panose="020B0604020202020204" pitchFamily="34" charset="0"/>
              <a:buChar char="•"/>
              <a:tabLst>
                <a:tab pos="1208420" algn="ctr"/>
              </a:tabLst>
              <a:defRPr sz="1299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  <a:p>
            <a:pPr marL="329026" marR="0" lvl="1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8088" algn="ctr"/>
              </a:tabLst>
              <a:defRPr/>
            </a:pPr>
            <a:r>
              <a:rPr lang="zh-CN" altLang="en-US" dirty="0"/>
              <a:t>单击此处添加文本</a:t>
            </a:r>
            <a:endParaRPr lang="en-US" dirty="0"/>
          </a:p>
          <a:p>
            <a:pPr marL="1098575" marR="0" lvl="2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8088" algn="ctr"/>
              </a:tabLst>
              <a:defRPr/>
            </a:pPr>
            <a:r>
              <a:rPr lang="zh-CN" altLang="en-US" dirty="0"/>
              <a:t>单击此处添加文本</a:t>
            </a:r>
            <a:endParaRPr lang="en-US" dirty="0"/>
          </a:p>
          <a:p>
            <a:pPr marL="1098575" marR="0" lvl="2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8088" algn="ctr"/>
              </a:tabLst>
              <a:defRPr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517366637"/>
      </p:ext>
    </p:extLst>
  </p:cSld>
  <p:clrMapOvr>
    <a:masterClrMapping/>
  </p:clrMapOvr>
  <p:extLst>
    <p:ext uri="{DCECCB84-F9BA-43D5-87BE-67443E8EF086}">
      <p15:sldGuideLst xmlns:p15="http://schemas.microsoft.com/office/powerpoint/2012/main" xmlns=""/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>
            <a:extLst>
              <a:ext uri="{FF2B5EF4-FFF2-40B4-BE49-F238E27FC236}">
                <a16:creationId xmlns:a16="http://schemas.microsoft.com/office/drawing/2014/main" xmlns="" id="{CA8B3F0C-616F-224A-B32F-9F9BF5EEE1BC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442275" y="1244339"/>
            <a:ext cx="11265816" cy="4958996"/>
          </a:xfrm>
          <a:prstGeom prst="rect">
            <a:avLst/>
          </a:prstGeom>
        </p:spPr>
        <p:txBody>
          <a:bodyPr lIns="0" tIns="0" rIns="0" bIns="0"/>
          <a:lstStyle>
            <a:lvl1pPr marL="179172" marR="0" indent="-168074" algn="l" defTabSz="11863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>
                <a:tab pos="1206639" algn="ctr"/>
              </a:tabLst>
              <a:defRPr sz="1797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8630" marR="0" indent="-168074" algn="l" defTabSz="11863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&gt;"/>
              <a:tabLst>
                <a:tab pos="1206639" algn="ctr"/>
              </a:tabLst>
              <a:defRPr sz="1597" baseline="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29184" marR="0" indent="0" algn="l" defTabSz="11863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None/>
              <a:tabLst>
                <a:tab pos="1206639" algn="ctr"/>
              </a:tabLst>
              <a:defRPr sz="1296" baseline="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525220" indent="-170955">
              <a:buFont typeface="Arial" panose="020B0604020202020204" pitchFamily="34" charset="0"/>
              <a:buChar char="•"/>
              <a:tabLst>
                <a:tab pos="1206971" algn="ctr"/>
              </a:tabLst>
              <a:defRPr sz="1296" baseline="0"/>
            </a:lvl4pPr>
            <a:lvl5pPr marL="525220" indent="-170955">
              <a:buFont typeface="Arial" panose="020B0604020202020204" pitchFamily="34" charset="0"/>
              <a:buChar char="•"/>
              <a:tabLst>
                <a:tab pos="1206971" algn="ctr"/>
              </a:tabLst>
              <a:defRPr sz="1296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altLang="zh-CN" dirty="0"/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442277" y="348791"/>
            <a:ext cx="11265817" cy="559472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797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grpSp>
        <p:nvGrpSpPr>
          <p:cNvPr id="4" name="Group 46"/>
          <p:cNvGrpSpPr>
            <a:grpSpLocks noChangeAspect="1"/>
          </p:cNvGrpSpPr>
          <p:nvPr userDrawn="1"/>
        </p:nvGrpSpPr>
        <p:grpSpPr>
          <a:xfrm>
            <a:off x="12295786" y="2625395"/>
            <a:ext cx="1963324" cy="4233515"/>
            <a:chOff x="5343883" y="-48857"/>
            <a:chExt cx="3263588" cy="7037279"/>
          </a:xfrm>
        </p:grpSpPr>
        <p:sp>
          <p:nvSpPr>
            <p:cNvPr id="7" name="矩形 13"/>
            <p:cNvSpPr/>
            <p:nvPr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196/0/84</a:t>
              </a:r>
            </a:p>
          </p:txBody>
        </p:sp>
        <p:sp>
          <p:nvSpPr>
            <p:cNvPr id="8" name="文本框 15"/>
            <p:cNvSpPr txBox="1"/>
            <p:nvPr/>
          </p:nvSpPr>
          <p:spPr>
            <a:xfrm>
              <a:off x="5352721" y="1694497"/>
              <a:ext cx="1636699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defTabSz="913381"/>
              <a:r>
                <a:rPr kumimoji="1" lang="zh-CN" altLang="en-US" sz="800">
                  <a:solidFill>
                    <a:srgbClr val="1B1B18"/>
                  </a:solidFill>
                  <a:cs typeface="Arial" panose="020B0604020202020204" pitchFamily="34" charset="0"/>
                </a:rPr>
                <a:t>公司辅助色</a:t>
              </a:r>
              <a:endParaRPr kumimoji="1" lang="zh-CN" altLang="en-US" sz="800" dirty="0">
                <a:solidFill>
                  <a:srgbClr val="1B1B18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9" name="矩形 13"/>
            <p:cNvSpPr/>
            <p:nvPr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203/55/120</a:t>
              </a:r>
            </a:p>
          </p:txBody>
        </p:sp>
        <p:sp>
          <p:nvSpPr>
            <p:cNvPr id="10" name="矩形 13"/>
            <p:cNvSpPr/>
            <p:nvPr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237/109/0</a:t>
              </a:r>
            </a:p>
          </p:txBody>
        </p:sp>
        <p:sp>
          <p:nvSpPr>
            <p:cNvPr id="11" name="矩形 13"/>
            <p:cNvSpPr/>
            <p:nvPr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153/54/54</a:t>
              </a:r>
            </a:p>
          </p:txBody>
        </p:sp>
        <p:sp>
          <p:nvSpPr>
            <p:cNvPr id="12" name="矩形 13"/>
            <p:cNvSpPr/>
            <p:nvPr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98/178/48</a:t>
              </a:r>
            </a:p>
          </p:txBody>
        </p:sp>
        <p:sp>
          <p:nvSpPr>
            <p:cNvPr id="13" name="矩形 13"/>
            <p:cNvSpPr/>
            <p:nvPr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242/137/68</a:t>
              </a:r>
              <a:endParaRPr kumimoji="1" lang="mr-IN" altLang="zh-CN" sz="500" b="1" dirty="0">
                <a:solidFill>
                  <a:srgbClr val="FFFFFF"/>
                </a:solidFill>
                <a:ea typeface="Arial" charset="0"/>
                <a:cs typeface="Arial" charset="0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PANTONE 185C</a:t>
              </a:r>
            </a:p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199/0/11  </a:t>
              </a:r>
            </a:p>
          </p:txBody>
        </p:sp>
        <p:sp>
          <p:nvSpPr>
            <p:cNvPr id="15" name="文本框 15"/>
            <p:cNvSpPr txBox="1"/>
            <p:nvPr/>
          </p:nvSpPr>
          <p:spPr>
            <a:xfrm>
              <a:off x="5343883" y="-48857"/>
              <a:ext cx="1358295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defTabSz="913381"/>
              <a:r>
                <a:rPr kumimoji="1" lang="zh-CN" altLang="en-US" sz="800">
                  <a:solidFill>
                    <a:srgbClr val="1B1B18"/>
                  </a:solidFill>
                  <a:cs typeface="Arial" panose="020B0604020202020204" pitchFamily="34" charset="0"/>
                </a:rPr>
                <a:t>公司色</a:t>
              </a:r>
              <a:endParaRPr kumimoji="1" lang="zh-CN" altLang="en-US" sz="800" dirty="0">
                <a:solidFill>
                  <a:srgbClr val="1B1B18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16" name="矩形 13"/>
            <p:cNvSpPr/>
            <p:nvPr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PANTONE 186C</a:t>
              </a:r>
            </a:p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200/16/46  </a:t>
              </a:r>
            </a:p>
          </p:txBody>
        </p:sp>
        <p:sp>
          <p:nvSpPr>
            <p:cNvPr id="17" name="矩形 13"/>
            <p:cNvSpPr/>
            <p:nvPr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127/0/1</a:t>
              </a:r>
            </a:p>
          </p:txBody>
        </p:sp>
        <p:sp>
          <p:nvSpPr>
            <p:cNvPr id="18" name="矩形 13"/>
            <p:cNvSpPr/>
            <p:nvPr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52/200/0</a:t>
              </a:r>
            </a:p>
          </p:txBody>
        </p:sp>
        <p:sp>
          <p:nvSpPr>
            <p:cNvPr id="19" name="矩形 13"/>
            <p:cNvSpPr/>
            <p:nvPr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48/181/197</a:t>
              </a:r>
            </a:p>
          </p:txBody>
        </p:sp>
        <p:sp>
          <p:nvSpPr>
            <p:cNvPr id="20" name="矩形 13"/>
            <p:cNvSpPr/>
            <p:nvPr/>
          </p:nvSpPr>
          <p:spPr>
            <a:xfrm>
              <a:off x="6194511" y="4866463"/>
              <a:ext cx="791510" cy="664397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129/193/95</a:t>
              </a:r>
            </a:p>
          </p:txBody>
        </p:sp>
        <p:sp>
          <p:nvSpPr>
            <p:cNvPr id="21" name="矩形 13"/>
            <p:cNvSpPr/>
            <p:nvPr/>
          </p:nvSpPr>
          <p:spPr>
            <a:xfrm>
              <a:off x="6192274" y="4134866"/>
              <a:ext cx="791510" cy="664397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253/211/81</a:t>
              </a:r>
            </a:p>
          </p:txBody>
        </p:sp>
        <p:sp>
          <p:nvSpPr>
            <p:cNvPr id="22" name="矩形 13"/>
            <p:cNvSpPr/>
            <p:nvPr/>
          </p:nvSpPr>
          <p:spPr>
            <a:xfrm>
              <a:off x="6192274" y="5596166"/>
              <a:ext cx="791510" cy="664397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86/196/210</a:t>
              </a:r>
            </a:p>
          </p:txBody>
        </p:sp>
        <p:sp>
          <p:nvSpPr>
            <p:cNvPr id="23" name="矩形 13"/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211/57/65</a:t>
              </a:r>
            </a:p>
          </p:txBody>
        </p:sp>
        <p:sp>
          <p:nvSpPr>
            <p:cNvPr id="24" name="矩形 13"/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 </a:t>
              </a:r>
            </a:p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211/56/89</a:t>
              </a:r>
            </a:p>
          </p:txBody>
        </p:sp>
        <p:sp>
          <p:nvSpPr>
            <p:cNvPr id="25" name="矩形 13"/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221/128/170</a:t>
              </a:r>
            </a:p>
          </p:txBody>
        </p:sp>
        <p:sp>
          <p:nvSpPr>
            <p:cNvPr id="26" name="矩形 13"/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  <a:defRPr/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191/128/130</a:t>
              </a:r>
            </a:p>
          </p:txBody>
        </p:sp>
        <p:sp>
          <p:nvSpPr>
            <p:cNvPr id="27" name="矩形 13"/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246/183/140</a:t>
              </a:r>
              <a:endParaRPr kumimoji="1" lang="mr-IN" altLang="zh-CN" sz="500" b="1" dirty="0">
                <a:solidFill>
                  <a:srgbClr val="1B1B18"/>
                </a:solidFill>
                <a:ea typeface="Arial" charset="0"/>
                <a:cs typeface="Arial" charset="0"/>
              </a:endParaRPr>
            </a:p>
          </p:txBody>
        </p:sp>
        <p:sp>
          <p:nvSpPr>
            <p:cNvPr id="28" name="矩形 13"/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176/216/156</a:t>
              </a:r>
            </a:p>
          </p:txBody>
        </p:sp>
        <p:sp>
          <p:nvSpPr>
            <p:cNvPr id="29" name="矩形 13"/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253/227/181</a:t>
              </a:r>
            </a:p>
          </p:txBody>
        </p:sp>
        <p:sp>
          <p:nvSpPr>
            <p:cNvPr id="30" name="矩形 13"/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148/218/226</a:t>
              </a:r>
            </a:p>
          </p:txBody>
        </p:sp>
        <p:sp>
          <p:nvSpPr>
            <p:cNvPr id="31" name="矩形 13"/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226/129/137</a:t>
              </a:r>
            </a:p>
          </p:txBody>
        </p:sp>
        <p:sp>
          <p:nvSpPr>
            <p:cNvPr id="32" name="矩形 13"/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226/129/152</a:t>
              </a:r>
            </a:p>
          </p:txBody>
        </p:sp>
        <p:sp>
          <p:nvSpPr>
            <p:cNvPr id="33" name="矩形 13"/>
            <p:cNvSpPr/>
            <p:nvPr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235/179/204</a:t>
              </a:r>
            </a:p>
          </p:txBody>
        </p:sp>
        <p:sp>
          <p:nvSpPr>
            <p:cNvPr id="34" name="矩形 13"/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  <a:defRPr/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216/179/179</a:t>
              </a:r>
            </a:p>
          </p:txBody>
        </p:sp>
        <p:sp>
          <p:nvSpPr>
            <p:cNvPr id="35" name="矩形 13"/>
            <p:cNvSpPr/>
            <p:nvPr/>
          </p:nvSpPr>
          <p:spPr>
            <a:xfrm>
              <a:off x="7806130" y="3415851"/>
              <a:ext cx="791510" cy="664397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250/211/187</a:t>
              </a:r>
              <a:endParaRPr kumimoji="1" lang="mr-IN" altLang="zh-CN" sz="500" b="1" dirty="0">
                <a:solidFill>
                  <a:srgbClr val="1B1B18"/>
                </a:solidFill>
                <a:ea typeface="Arial" charset="0"/>
                <a:cs typeface="Arial" charset="0"/>
              </a:endParaRPr>
            </a:p>
          </p:txBody>
        </p:sp>
        <p:sp>
          <p:nvSpPr>
            <p:cNvPr id="36" name="矩形 13"/>
            <p:cNvSpPr/>
            <p:nvPr/>
          </p:nvSpPr>
          <p:spPr>
            <a:xfrm>
              <a:off x="7815961" y="4866463"/>
              <a:ext cx="791510" cy="664397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208/232/196</a:t>
              </a:r>
            </a:p>
          </p:txBody>
        </p:sp>
        <p:sp>
          <p:nvSpPr>
            <p:cNvPr id="37" name="矩形 13"/>
            <p:cNvSpPr/>
            <p:nvPr/>
          </p:nvSpPr>
          <p:spPr>
            <a:xfrm>
              <a:off x="7813724" y="4134866"/>
              <a:ext cx="791510" cy="664397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254/238/193</a:t>
              </a:r>
            </a:p>
          </p:txBody>
        </p:sp>
        <p:sp>
          <p:nvSpPr>
            <p:cNvPr id="38" name="矩形 13"/>
            <p:cNvSpPr/>
            <p:nvPr/>
          </p:nvSpPr>
          <p:spPr>
            <a:xfrm>
              <a:off x="7813724" y="5596166"/>
              <a:ext cx="791510" cy="664397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190/23/238</a:t>
              </a:r>
            </a:p>
          </p:txBody>
        </p:sp>
        <p:sp>
          <p:nvSpPr>
            <p:cNvPr id="39" name="矩形 13"/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239/178/184</a:t>
              </a:r>
            </a:p>
          </p:txBody>
        </p:sp>
        <p:sp>
          <p:nvSpPr>
            <p:cNvPr id="40" name="矩形 13"/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238/179/193</a:t>
              </a:r>
            </a:p>
          </p:txBody>
        </p:sp>
        <p:sp>
          <p:nvSpPr>
            <p:cNvPr id="41" name="矩形 13"/>
            <p:cNvSpPr/>
            <p:nvPr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35/24/21</a:t>
              </a:r>
            </a:p>
          </p:txBody>
        </p:sp>
        <p:sp>
          <p:nvSpPr>
            <p:cNvPr id="42" name="矩形 13"/>
            <p:cNvSpPr/>
            <p:nvPr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 </a:t>
              </a:r>
            </a:p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89/87/87</a:t>
              </a:r>
            </a:p>
          </p:txBody>
        </p:sp>
        <p:sp>
          <p:nvSpPr>
            <p:cNvPr id="43" name="矩形 13"/>
            <p:cNvSpPr/>
            <p:nvPr/>
          </p:nvSpPr>
          <p:spPr>
            <a:xfrm>
              <a:off x="6450318" y="6324025"/>
              <a:ext cx="513579" cy="664397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</a:t>
              </a:r>
            </a:p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137</a:t>
              </a:r>
            </a:p>
          </p:txBody>
        </p:sp>
        <p:sp>
          <p:nvSpPr>
            <p:cNvPr id="44" name="矩形 13"/>
            <p:cNvSpPr/>
            <p:nvPr/>
          </p:nvSpPr>
          <p:spPr>
            <a:xfrm>
              <a:off x="6998296" y="6324025"/>
              <a:ext cx="513579" cy="664397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</a:t>
              </a:r>
            </a:p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181</a:t>
              </a:r>
            </a:p>
          </p:txBody>
        </p:sp>
        <p:sp>
          <p:nvSpPr>
            <p:cNvPr id="45" name="矩形 13"/>
            <p:cNvSpPr/>
            <p:nvPr/>
          </p:nvSpPr>
          <p:spPr>
            <a:xfrm>
              <a:off x="7541580" y="6324025"/>
              <a:ext cx="513579" cy="664397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221</a:t>
              </a:r>
            </a:p>
          </p:txBody>
        </p:sp>
        <p:sp>
          <p:nvSpPr>
            <p:cNvPr id="46" name="矩形 13"/>
            <p:cNvSpPr/>
            <p:nvPr/>
          </p:nvSpPr>
          <p:spPr>
            <a:xfrm>
              <a:off x="8083608" y="6324025"/>
              <a:ext cx="513579" cy="66439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</a:t>
              </a:r>
            </a:p>
            <a:p>
              <a:pPr algn="ctr" defTabSz="913381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255/255/</a:t>
              </a:r>
              <a:b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255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261134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extLst>
    <p:ext uri="{DCECCB84-F9BA-43D5-87BE-67443E8EF086}">
      <p15:sldGuideLst xmlns:p15="http://schemas.microsoft.com/office/powerpoint/2012/main" xmlns="">
        <p15:guide id="1" pos="3841">
          <p15:clr>
            <a:srgbClr val="FBAE40"/>
          </p15:clr>
        </p15:guide>
        <p15:guide id="2" orient="horz" pos="2160">
          <p15:clr>
            <a:srgbClr val="FBAE40"/>
          </p15:clr>
        </p15:guide>
        <p15:guide id="3" pos="303">
          <p15:clr>
            <a:srgbClr val="FBAE40"/>
          </p15:clr>
        </p15:guide>
        <p15:guide id="4" pos="7380">
          <p15:clr>
            <a:srgbClr val="FBAE40"/>
          </p15:clr>
        </p15:guide>
        <p15:guide id="5" orient="horz" pos="640">
          <p15:clr>
            <a:srgbClr val="FBAE40"/>
          </p15:clr>
        </p15:guide>
        <p15:guide id="6" orient="horz" pos="3952">
          <p15:clr>
            <a:srgbClr val="FBAE4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09630" y="468677"/>
            <a:ext cx="11377506" cy="10422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81" y="1599829"/>
            <a:ext cx="10977404" cy="452650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0623864"/>
      </p:ext>
    </p:extLst>
  </p:cSld>
  <p:clrMapOvr>
    <a:masterClrMapping/>
  </p:clrMapOvr>
  <p:transition spd="med" advClick="0"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77910024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6097776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>
            <a:extLst>
              <a:ext uri="{FF2B5EF4-FFF2-40B4-BE49-F238E27FC236}">
                <a16:creationId xmlns:a16="http://schemas.microsoft.com/office/drawing/2014/main" xmlns="" id="{CA8B3F0C-616F-224A-B32F-9F9BF5EEE1BC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442275" y="1244339"/>
            <a:ext cx="11265816" cy="4958996"/>
          </a:xfrm>
          <a:prstGeom prst="rect">
            <a:avLst/>
          </a:prstGeom>
        </p:spPr>
        <p:txBody>
          <a:bodyPr lIns="0" tIns="0" rIns="0" bIns="0"/>
          <a:lstStyle>
            <a:lvl1pPr marL="179100" marR="0" indent="-168007" algn="l" defTabSz="11858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>
                <a:tab pos="1206156" algn="ctr"/>
              </a:tabLst>
              <a:defRPr sz="1796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8499" marR="0" indent="-168007" algn="l" defTabSz="11858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&gt;"/>
              <a:tabLst>
                <a:tab pos="1206156" algn="ctr"/>
              </a:tabLst>
              <a:defRPr sz="1596" baseline="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28812" marR="0" indent="0" algn="l" defTabSz="11858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None/>
              <a:tabLst>
                <a:tab pos="1206156" algn="ctr"/>
              </a:tabLst>
              <a:defRPr sz="1295" baseline="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525010" indent="-170887">
              <a:buFont typeface="Arial" panose="020B0604020202020204" pitchFamily="34" charset="0"/>
              <a:buChar char="•"/>
              <a:tabLst>
                <a:tab pos="1206488" algn="ctr"/>
              </a:tabLst>
              <a:defRPr sz="1295" baseline="0"/>
            </a:lvl4pPr>
            <a:lvl5pPr marL="525010" indent="-170887">
              <a:buFont typeface="Arial" panose="020B0604020202020204" pitchFamily="34" charset="0"/>
              <a:buChar char="•"/>
              <a:tabLst>
                <a:tab pos="1206488" algn="ctr"/>
              </a:tabLst>
              <a:defRPr sz="1295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altLang="zh-CN" dirty="0"/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442278" y="348791"/>
            <a:ext cx="11265817" cy="559472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796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grpSp>
        <p:nvGrpSpPr>
          <p:cNvPr id="4" name="Group 46"/>
          <p:cNvGrpSpPr>
            <a:grpSpLocks noChangeAspect="1"/>
          </p:cNvGrpSpPr>
          <p:nvPr userDrawn="1"/>
        </p:nvGrpSpPr>
        <p:grpSpPr>
          <a:xfrm>
            <a:off x="12295786" y="2625397"/>
            <a:ext cx="1963324" cy="4233515"/>
            <a:chOff x="5343883" y="-48857"/>
            <a:chExt cx="3263588" cy="7037279"/>
          </a:xfrm>
        </p:grpSpPr>
        <p:sp>
          <p:nvSpPr>
            <p:cNvPr id="7" name="矩形 13"/>
            <p:cNvSpPr/>
            <p:nvPr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196/0/84</a:t>
              </a:r>
            </a:p>
          </p:txBody>
        </p:sp>
        <p:sp>
          <p:nvSpPr>
            <p:cNvPr id="8" name="文本框 15"/>
            <p:cNvSpPr txBox="1"/>
            <p:nvPr/>
          </p:nvSpPr>
          <p:spPr>
            <a:xfrm>
              <a:off x="5352721" y="1694497"/>
              <a:ext cx="1636699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defTabSz="913016"/>
              <a:r>
                <a:rPr kumimoji="1" lang="zh-CN" altLang="en-US" sz="800">
                  <a:solidFill>
                    <a:srgbClr val="1B1B18"/>
                  </a:solidFill>
                  <a:cs typeface="Arial" panose="020B0604020202020204" pitchFamily="34" charset="0"/>
                </a:rPr>
                <a:t>公司辅助色</a:t>
              </a:r>
              <a:endParaRPr kumimoji="1" lang="zh-CN" altLang="en-US" sz="800" dirty="0">
                <a:solidFill>
                  <a:srgbClr val="1B1B18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9" name="矩形 13"/>
            <p:cNvSpPr/>
            <p:nvPr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203/55/120</a:t>
              </a:r>
            </a:p>
          </p:txBody>
        </p:sp>
        <p:sp>
          <p:nvSpPr>
            <p:cNvPr id="10" name="矩形 13"/>
            <p:cNvSpPr/>
            <p:nvPr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237/109/0</a:t>
              </a:r>
            </a:p>
          </p:txBody>
        </p:sp>
        <p:sp>
          <p:nvSpPr>
            <p:cNvPr id="11" name="矩形 13"/>
            <p:cNvSpPr/>
            <p:nvPr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153/54/54</a:t>
              </a:r>
            </a:p>
          </p:txBody>
        </p:sp>
        <p:sp>
          <p:nvSpPr>
            <p:cNvPr id="12" name="矩形 13"/>
            <p:cNvSpPr/>
            <p:nvPr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98/178/48</a:t>
              </a:r>
            </a:p>
          </p:txBody>
        </p:sp>
        <p:sp>
          <p:nvSpPr>
            <p:cNvPr id="13" name="矩形 13"/>
            <p:cNvSpPr/>
            <p:nvPr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242/137/68</a:t>
              </a:r>
              <a:endParaRPr kumimoji="1" lang="mr-IN" altLang="zh-CN" sz="500" b="1" dirty="0">
                <a:solidFill>
                  <a:srgbClr val="FFFFFF"/>
                </a:solidFill>
                <a:ea typeface="Arial" charset="0"/>
                <a:cs typeface="Arial" charset="0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PANTONE 185C</a:t>
              </a:r>
            </a:p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199/0/11  </a:t>
              </a:r>
            </a:p>
          </p:txBody>
        </p:sp>
        <p:sp>
          <p:nvSpPr>
            <p:cNvPr id="15" name="文本框 15"/>
            <p:cNvSpPr txBox="1"/>
            <p:nvPr/>
          </p:nvSpPr>
          <p:spPr>
            <a:xfrm>
              <a:off x="5343883" y="-48857"/>
              <a:ext cx="1358295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defTabSz="913016"/>
              <a:r>
                <a:rPr kumimoji="1" lang="zh-CN" altLang="en-US" sz="800">
                  <a:solidFill>
                    <a:srgbClr val="1B1B18"/>
                  </a:solidFill>
                  <a:cs typeface="Arial" panose="020B0604020202020204" pitchFamily="34" charset="0"/>
                </a:rPr>
                <a:t>公司色</a:t>
              </a:r>
              <a:endParaRPr kumimoji="1" lang="zh-CN" altLang="en-US" sz="800" dirty="0">
                <a:solidFill>
                  <a:srgbClr val="1B1B18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16" name="矩形 13"/>
            <p:cNvSpPr/>
            <p:nvPr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PANTONE 186C</a:t>
              </a:r>
            </a:p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200/16/46  </a:t>
              </a:r>
            </a:p>
          </p:txBody>
        </p:sp>
        <p:sp>
          <p:nvSpPr>
            <p:cNvPr id="17" name="矩形 13"/>
            <p:cNvSpPr/>
            <p:nvPr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127/0/1</a:t>
              </a:r>
            </a:p>
          </p:txBody>
        </p:sp>
        <p:sp>
          <p:nvSpPr>
            <p:cNvPr id="18" name="矩形 13"/>
            <p:cNvSpPr/>
            <p:nvPr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52/200/0</a:t>
              </a:r>
            </a:p>
          </p:txBody>
        </p:sp>
        <p:sp>
          <p:nvSpPr>
            <p:cNvPr id="19" name="矩形 13"/>
            <p:cNvSpPr/>
            <p:nvPr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48/181/197</a:t>
              </a:r>
            </a:p>
          </p:txBody>
        </p:sp>
        <p:sp>
          <p:nvSpPr>
            <p:cNvPr id="20" name="矩形 13"/>
            <p:cNvSpPr/>
            <p:nvPr/>
          </p:nvSpPr>
          <p:spPr>
            <a:xfrm>
              <a:off x="6194511" y="4866463"/>
              <a:ext cx="791510" cy="664397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129/193/95</a:t>
              </a:r>
            </a:p>
          </p:txBody>
        </p:sp>
        <p:sp>
          <p:nvSpPr>
            <p:cNvPr id="21" name="矩形 13"/>
            <p:cNvSpPr/>
            <p:nvPr/>
          </p:nvSpPr>
          <p:spPr>
            <a:xfrm>
              <a:off x="6192274" y="4134866"/>
              <a:ext cx="791510" cy="664397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253/211/81</a:t>
              </a:r>
            </a:p>
          </p:txBody>
        </p:sp>
        <p:sp>
          <p:nvSpPr>
            <p:cNvPr id="22" name="矩形 13"/>
            <p:cNvSpPr/>
            <p:nvPr/>
          </p:nvSpPr>
          <p:spPr>
            <a:xfrm>
              <a:off x="6192274" y="5596166"/>
              <a:ext cx="791510" cy="664397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86/196/210</a:t>
              </a:r>
            </a:p>
          </p:txBody>
        </p:sp>
        <p:sp>
          <p:nvSpPr>
            <p:cNvPr id="23" name="矩形 13"/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211/57/65</a:t>
              </a:r>
            </a:p>
          </p:txBody>
        </p:sp>
        <p:sp>
          <p:nvSpPr>
            <p:cNvPr id="24" name="矩形 13"/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 </a:t>
              </a:r>
            </a:p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211/56/89</a:t>
              </a:r>
            </a:p>
          </p:txBody>
        </p:sp>
        <p:sp>
          <p:nvSpPr>
            <p:cNvPr id="25" name="矩形 13"/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221/128/170</a:t>
              </a:r>
            </a:p>
          </p:txBody>
        </p:sp>
        <p:sp>
          <p:nvSpPr>
            <p:cNvPr id="26" name="矩形 13"/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  <a:defRPr/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191/128/130</a:t>
              </a:r>
            </a:p>
          </p:txBody>
        </p:sp>
        <p:sp>
          <p:nvSpPr>
            <p:cNvPr id="27" name="矩形 13"/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246/183/140</a:t>
              </a:r>
              <a:endParaRPr kumimoji="1" lang="mr-IN" altLang="zh-CN" sz="500" b="1" dirty="0">
                <a:solidFill>
                  <a:srgbClr val="1B1B18"/>
                </a:solidFill>
                <a:ea typeface="Arial" charset="0"/>
                <a:cs typeface="Arial" charset="0"/>
              </a:endParaRPr>
            </a:p>
          </p:txBody>
        </p:sp>
        <p:sp>
          <p:nvSpPr>
            <p:cNvPr id="28" name="矩形 13"/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176/216/156</a:t>
              </a:r>
            </a:p>
          </p:txBody>
        </p:sp>
        <p:sp>
          <p:nvSpPr>
            <p:cNvPr id="29" name="矩形 13"/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253/227/181</a:t>
              </a:r>
            </a:p>
          </p:txBody>
        </p:sp>
        <p:sp>
          <p:nvSpPr>
            <p:cNvPr id="30" name="矩形 13"/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148/218/226</a:t>
              </a:r>
            </a:p>
          </p:txBody>
        </p:sp>
        <p:sp>
          <p:nvSpPr>
            <p:cNvPr id="31" name="矩形 13"/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226/129/137</a:t>
              </a:r>
            </a:p>
          </p:txBody>
        </p:sp>
        <p:sp>
          <p:nvSpPr>
            <p:cNvPr id="32" name="矩形 13"/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226/129/152</a:t>
              </a:r>
            </a:p>
          </p:txBody>
        </p:sp>
        <p:sp>
          <p:nvSpPr>
            <p:cNvPr id="33" name="矩形 13"/>
            <p:cNvSpPr/>
            <p:nvPr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235/179/204</a:t>
              </a:r>
            </a:p>
          </p:txBody>
        </p:sp>
        <p:sp>
          <p:nvSpPr>
            <p:cNvPr id="34" name="矩形 13"/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  <a:defRPr/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216/179/179</a:t>
              </a:r>
            </a:p>
          </p:txBody>
        </p:sp>
        <p:sp>
          <p:nvSpPr>
            <p:cNvPr id="35" name="矩形 13"/>
            <p:cNvSpPr/>
            <p:nvPr/>
          </p:nvSpPr>
          <p:spPr>
            <a:xfrm>
              <a:off x="7806130" y="3415851"/>
              <a:ext cx="791510" cy="664397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250/211/187</a:t>
              </a:r>
              <a:endParaRPr kumimoji="1" lang="mr-IN" altLang="zh-CN" sz="500" b="1" dirty="0">
                <a:solidFill>
                  <a:srgbClr val="1B1B18"/>
                </a:solidFill>
                <a:ea typeface="Arial" charset="0"/>
                <a:cs typeface="Arial" charset="0"/>
              </a:endParaRPr>
            </a:p>
          </p:txBody>
        </p:sp>
        <p:sp>
          <p:nvSpPr>
            <p:cNvPr id="36" name="矩形 13"/>
            <p:cNvSpPr/>
            <p:nvPr/>
          </p:nvSpPr>
          <p:spPr>
            <a:xfrm>
              <a:off x="7815961" y="4866463"/>
              <a:ext cx="791510" cy="664397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208/232/196</a:t>
              </a:r>
            </a:p>
          </p:txBody>
        </p:sp>
        <p:sp>
          <p:nvSpPr>
            <p:cNvPr id="37" name="矩形 13"/>
            <p:cNvSpPr/>
            <p:nvPr/>
          </p:nvSpPr>
          <p:spPr>
            <a:xfrm>
              <a:off x="7813724" y="4134866"/>
              <a:ext cx="791510" cy="664397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254/238/193</a:t>
              </a:r>
            </a:p>
          </p:txBody>
        </p:sp>
        <p:sp>
          <p:nvSpPr>
            <p:cNvPr id="38" name="矩形 13"/>
            <p:cNvSpPr/>
            <p:nvPr/>
          </p:nvSpPr>
          <p:spPr>
            <a:xfrm>
              <a:off x="7813724" y="5596166"/>
              <a:ext cx="791510" cy="664397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190/23/238</a:t>
              </a:r>
            </a:p>
          </p:txBody>
        </p:sp>
        <p:sp>
          <p:nvSpPr>
            <p:cNvPr id="39" name="矩形 13"/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239/178/184</a:t>
              </a:r>
            </a:p>
          </p:txBody>
        </p:sp>
        <p:sp>
          <p:nvSpPr>
            <p:cNvPr id="40" name="矩形 13"/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238/179/193</a:t>
              </a:r>
            </a:p>
          </p:txBody>
        </p:sp>
        <p:sp>
          <p:nvSpPr>
            <p:cNvPr id="41" name="矩形 13"/>
            <p:cNvSpPr/>
            <p:nvPr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35/24/21</a:t>
              </a:r>
            </a:p>
          </p:txBody>
        </p:sp>
        <p:sp>
          <p:nvSpPr>
            <p:cNvPr id="42" name="矩形 13"/>
            <p:cNvSpPr/>
            <p:nvPr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 </a:t>
              </a:r>
            </a:p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89/87/87</a:t>
              </a:r>
            </a:p>
          </p:txBody>
        </p:sp>
        <p:sp>
          <p:nvSpPr>
            <p:cNvPr id="43" name="矩形 13"/>
            <p:cNvSpPr/>
            <p:nvPr/>
          </p:nvSpPr>
          <p:spPr>
            <a:xfrm>
              <a:off x="6450318" y="6324025"/>
              <a:ext cx="513579" cy="664397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</a:t>
              </a:r>
            </a:p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137</a:t>
              </a:r>
            </a:p>
          </p:txBody>
        </p:sp>
        <p:sp>
          <p:nvSpPr>
            <p:cNvPr id="44" name="矩形 13"/>
            <p:cNvSpPr/>
            <p:nvPr/>
          </p:nvSpPr>
          <p:spPr>
            <a:xfrm>
              <a:off x="6998296" y="6324025"/>
              <a:ext cx="513579" cy="664397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</a:t>
              </a:r>
            </a:p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181</a:t>
              </a:r>
            </a:p>
          </p:txBody>
        </p:sp>
        <p:sp>
          <p:nvSpPr>
            <p:cNvPr id="45" name="矩形 13"/>
            <p:cNvSpPr/>
            <p:nvPr/>
          </p:nvSpPr>
          <p:spPr>
            <a:xfrm>
              <a:off x="7541580" y="6324025"/>
              <a:ext cx="513579" cy="664397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221</a:t>
              </a:r>
            </a:p>
          </p:txBody>
        </p:sp>
        <p:sp>
          <p:nvSpPr>
            <p:cNvPr id="46" name="矩形 13"/>
            <p:cNvSpPr/>
            <p:nvPr/>
          </p:nvSpPr>
          <p:spPr>
            <a:xfrm>
              <a:off x="8083608" y="6324025"/>
              <a:ext cx="513579" cy="66439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</a:t>
              </a:r>
            </a:p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255/255/</a:t>
              </a:r>
              <a:b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255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68876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extLst>
    <p:ext uri="{DCECCB84-F9BA-43D5-87BE-67443E8EF086}">
      <p15:sldGuideLst xmlns:p15="http://schemas.microsoft.com/office/powerpoint/2012/main" xmlns="">
        <p15:guide id="1" pos="3841">
          <p15:clr>
            <a:srgbClr val="FBAE40"/>
          </p15:clr>
        </p15:guide>
        <p15:guide id="2" orient="horz" pos="2160">
          <p15:clr>
            <a:srgbClr val="FBAE40"/>
          </p15:clr>
        </p15:guide>
        <p15:guide id="3" pos="303">
          <p15:clr>
            <a:srgbClr val="FBAE40"/>
          </p15:clr>
        </p15:guide>
        <p15:guide id="4" pos="7380">
          <p15:clr>
            <a:srgbClr val="FBAE40"/>
          </p15:clr>
        </p15:guide>
        <p15:guide id="5" orient="horz" pos="640">
          <p15:clr>
            <a:srgbClr val="FBAE40"/>
          </p15:clr>
        </p15:guide>
        <p15:guide id="6" orient="horz" pos="3952">
          <p15:clr>
            <a:srgbClr val="FBAE4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98579862"/>
      </p:ext>
    </p:extLst>
  </p:cSld>
  <p:clrMapOvr>
    <a:masterClrMapping/>
  </p:clrMapOvr>
  <p:transition spd="med"/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90213598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>
            <a:extLst>
              <a:ext uri="{FF2B5EF4-FFF2-40B4-BE49-F238E27FC236}">
                <a16:creationId xmlns:a16="http://schemas.microsoft.com/office/drawing/2014/main" xmlns="" id="{CA8B3F0C-616F-224A-B32F-9F9BF5EEE1BC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442275" y="1244339"/>
            <a:ext cx="11265816" cy="4958996"/>
          </a:xfrm>
          <a:prstGeom prst="rect">
            <a:avLst/>
          </a:prstGeom>
        </p:spPr>
        <p:txBody>
          <a:bodyPr lIns="0" tIns="0" rIns="0" bIns="0"/>
          <a:lstStyle>
            <a:lvl1pPr marL="179100" marR="0" indent="-168007" algn="l" defTabSz="11858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>
                <a:tab pos="1206156" algn="ctr"/>
              </a:tabLst>
              <a:defRPr sz="1796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8499" marR="0" indent="-168007" algn="l" defTabSz="11858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&gt;"/>
              <a:tabLst>
                <a:tab pos="1206156" algn="ctr"/>
              </a:tabLst>
              <a:defRPr sz="1596" baseline="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28812" marR="0" indent="0" algn="l" defTabSz="11858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None/>
              <a:tabLst>
                <a:tab pos="1206156" algn="ctr"/>
              </a:tabLst>
              <a:defRPr sz="1295" baseline="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525010" indent="-170887">
              <a:buFont typeface="Arial" panose="020B0604020202020204" pitchFamily="34" charset="0"/>
              <a:buChar char="•"/>
              <a:tabLst>
                <a:tab pos="1206488" algn="ctr"/>
              </a:tabLst>
              <a:defRPr sz="1295" baseline="0"/>
            </a:lvl4pPr>
            <a:lvl5pPr marL="525010" indent="-170887">
              <a:buFont typeface="Arial" panose="020B0604020202020204" pitchFamily="34" charset="0"/>
              <a:buChar char="•"/>
              <a:tabLst>
                <a:tab pos="1206488" algn="ctr"/>
              </a:tabLst>
              <a:defRPr sz="1295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altLang="zh-CN" dirty="0"/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442278" y="348791"/>
            <a:ext cx="11265817" cy="559472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796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grpSp>
        <p:nvGrpSpPr>
          <p:cNvPr id="4" name="Group 46"/>
          <p:cNvGrpSpPr>
            <a:grpSpLocks noChangeAspect="1"/>
          </p:cNvGrpSpPr>
          <p:nvPr userDrawn="1"/>
        </p:nvGrpSpPr>
        <p:grpSpPr>
          <a:xfrm>
            <a:off x="12295786" y="2625397"/>
            <a:ext cx="1963324" cy="4233515"/>
            <a:chOff x="5343883" y="-48857"/>
            <a:chExt cx="3263588" cy="7037279"/>
          </a:xfrm>
        </p:grpSpPr>
        <p:sp>
          <p:nvSpPr>
            <p:cNvPr id="7" name="矩形 13"/>
            <p:cNvSpPr/>
            <p:nvPr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196/0/84</a:t>
              </a:r>
            </a:p>
          </p:txBody>
        </p:sp>
        <p:sp>
          <p:nvSpPr>
            <p:cNvPr id="8" name="文本框 15"/>
            <p:cNvSpPr txBox="1"/>
            <p:nvPr/>
          </p:nvSpPr>
          <p:spPr>
            <a:xfrm>
              <a:off x="5352721" y="1694497"/>
              <a:ext cx="1636699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defTabSz="913016"/>
              <a:r>
                <a:rPr kumimoji="1" lang="zh-CN" altLang="en-US" sz="800">
                  <a:solidFill>
                    <a:srgbClr val="1B1B18"/>
                  </a:solidFill>
                  <a:cs typeface="Arial" panose="020B0604020202020204" pitchFamily="34" charset="0"/>
                </a:rPr>
                <a:t>公司辅助色</a:t>
              </a:r>
              <a:endParaRPr kumimoji="1" lang="zh-CN" altLang="en-US" sz="800" dirty="0">
                <a:solidFill>
                  <a:srgbClr val="1B1B18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9" name="矩形 13"/>
            <p:cNvSpPr/>
            <p:nvPr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203/55/120</a:t>
              </a:r>
            </a:p>
          </p:txBody>
        </p:sp>
        <p:sp>
          <p:nvSpPr>
            <p:cNvPr id="10" name="矩形 13"/>
            <p:cNvSpPr/>
            <p:nvPr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237/109/0</a:t>
              </a:r>
            </a:p>
          </p:txBody>
        </p:sp>
        <p:sp>
          <p:nvSpPr>
            <p:cNvPr id="11" name="矩形 13"/>
            <p:cNvSpPr/>
            <p:nvPr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153/54/54</a:t>
              </a:r>
            </a:p>
          </p:txBody>
        </p:sp>
        <p:sp>
          <p:nvSpPr>
            <p:cNvPr id="12" name="矩形 13"/>
            <p:cNvSpPr/>
            <p:nvPr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98/178/48</a:t>
              </a:r>
            </a:p>
          </p:txBody>
        </p:sp>
        <p:sp>
          <p:nvSpPr>
            <p:cNvPr id="13" name="矩形 13"/>
            <p:cNvSpPr/>
            <p:nvPr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242/137/68</a:t>
              </a:r>
              <a:endParaRPr kumimoji="1" lang="mr-IN" altLang="zh-CN" sz="500" b="1" dirty="0">
                <a:solidFill>
                  <a:srgbClr val="FFFFFF"/>
                </a:solidFill>
                <a:ea typeface="Arial" charset="0"/>
                <a:cs typeface="Arial" charset="0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PANTONE 185C</a:t>
              </a:r>
            </a:p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199/0/11  </a:t>
              </a:r>
            </a:p>
          </p:txBody>
        </p:sp>
        <p:sp>
          <p:nvSpPr>
            <p:cNvPr id="15" name="文本框 15"/>
            <p:cNvSpPr txBox="1"/>
            <p:nvPr/>
          </p:nvSpPr>
          <p:spPr>
            <a:xfrm>
              <a:off x="5343883" y="-48857"/>
              <a:ext cx="1358295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defTabSz="913016"/>
              <a:r>
                <a:rPr kumimoji="1" lang="zh-CN" altLang="en-US" sz="800">
                  <a:solidFill>
                    <a:srgbClr val="1B1B18"/>
                  </a:solidFill>
                  <a:cs typeface="Arial" panose="020B0604020202020204" pitchFamily="34" charset="0"/>
                </a:rPr>
                <a:t>公司色</a:t>
              </a:r>
              <a:endParaRPr kumimoji="1" lang="zh-CN" altLang="en-US" sz="800" dirty="0">
                <a:solidFill>
                  <a:srgbClr val="1B1B18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16" name="矩形 13"/>
            <p:cNvSpPr/>
            <p:nvPr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PANTONE 186C</a:t>
              </a:r>
            </a:p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200/16/46  </a:t>
              </a:r>
            </a:p>
          </p:txBody>
        </p:sp>
        <p:sp>
          <p:nvSpPr>
            <p:cNvPr id="17" name="矩形 13"/>
            <p:cNvSpPr/>
            <p:nvPr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127/0/1</a:t>
              </a:r>
            </a:p>
          </p:txBody>
        </p:sp>
        <p:sp>
          <p:nvSpPr>
            <p:cNvPr id="18" name="矩形 13"/>
            <p:cNvSpPr/>
            <p:nvPr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52/200/0</a:t>
              </a:r>
            </a:p>
          </p:txBody>
        </p:sp>
        <p:sp>
          <p:nvSpPr>
            <p:cNvPr id="19" name="矩形 13"/>
            <p:cNvSpPr/>
            <p:nvPr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48/181/197</a:t>
              </a:r>
            </a:p>
          </p:txBody>
        </p:sp>
        <p:sp>
          <p:nvSpPr>
            <p:cNvPr id="20" name="矩形 13"/>
            <p:cNvSpPr/>
            <p:nvPr/>
          </p:nvSpPr>
          <p:spPr>
            <a:xfrm>
              <a:off x="6194511" y="4866463"/>
              <a:ext cx="791510" cy="664397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129/193/95</a:t>
              </a:r>
            </a:p>
          </p:txBody>
        </p:sp>
        <p:sp>
          <p:nvSpPr>
            <p:cNvPr id="21" name="矩形 13"/>
            <p:cNvSpPr/>
            <p:nvPr/>
          </p:nvSpPr>
          <p:spPr>
            <a:xfrm>
              <a:off x="6192274" y="4134866"/>
              <a:ext cx="791510" cy="664397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253/211/81</a:t>
              </a:r>
            </a:p>
          </p:txBody>
        </p:sp>
        <p:sp>
          <p:nvSpPr>
            <p:cNvPr id="22" name="矩形 13"/>
            <p:cNvSpPr/>
            <p:nvPr/>
          </p:nvSpPr>
          <p:spPr>
            <a:xfrm>
              <a:off x="6192274" y="5596166"/>
              <a:ext cx="791510" cy="664397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86/196/210</a:t>
              </a:r>
            </a:p>
          </p:txBody>
        </p:sp>
        <p:sp>
          <p:nvSpPr>
            <p:cNvPr id="23" name="矩形 13"/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211/57/65</a:t>
              </a:r>
            </a:p>
          </p:txBody>
        </p:sp>
        <p:sp>
          <p:nvSpPr>
            <p:cNvPr id="24" name="矩形 13"/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 </a:t>
              </a:r>
            </a:p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211/56/89</a:t>
              </a:r>
            </a:p>
          </p:txBody>
        </p:sp>
        <p:sp>
          <p:nvSpPr>
            <p:cNvPr id="25" name="矩形 13"/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221/128/170</a:t>
              </a:r>
            </a:p>
          </p:txBody>
        </p:sp>
        <p:sp>
          <p:nvSpPr>
            <p:cNvPr id="26" name="矩形 13"/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  <a:defRPr/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191/128/130</a:t>
              </a:r>
            </a:p>
          </p:txBody>
        </p:sp>
        <p:sp>
          <p:nvSpPr>
            <p:cNvPr id="27" name="矩形 13"/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246/183/140</a:t>
              </a:r>
              <a:endParaRPr kumimoji="1" lang="mr-IN" altLang="zh-CN" sz="500" b="1" dirty="0">
                <a:solidFill>
                  <a:srgbClr val="1B1B18"/>
                </a:solidFill>
                <a:ea typeface="Arial" charset="0"/>
                <a:cs typeface="Arial" charset="0"/>
              </a:endParaRPr>
            </a:p>
          </p:txBody>
        </p:sp>
        <p:sp>
          <p:nvSpPr>
            <p:cNvPr id="28" name="矩形 13"/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176/216/156</a:t>
              </a:r>
            </a:p>
          </p:txBody>
        </p:sp>
        <p:sp>
          <p:nvSpPr>
            <p:cNvPr id="29" name="矩形 13"/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253/227/181</a:t>
              </a:r>
            </a:p>
          </p:txBody>
        </p:sp>
        <p:sp>
          <p:nvSpPr>
            <p:cNvPr id="30" name="矩形 13"/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148/218/226</a:t>
              </a:r>
            </a:p>
          </p:txBody>
        </p:sp>
        <p:sp>
          <p:nvSpPr>
            <p:cNvPr id="31" name="矩形 13"/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226/129/137</a:t>
              </a:r>
            </a:p>
          </p:txBody>
        </p:sp>
        <p:sp>
          <p:nvSpPr>
            <p:cNvPr id="32" name="矩形 13"/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226/129/152</a:t>
              </a:r>
            </a:p>
          </p:txBody>
        </p:sp>
        <p:sp>
          <p:nvSpPr>
            <p:cNvPr id="33" name="矩形 13"/>
            <p:cNvSpPr/>
            <p:nvPr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235/179/204</a:t>
              </a:r>
            </a:p>
          </p:txBody>
        </p:sp>
        <p:sp>
          <p:nvSpPr>
            <p:cNvPr id="34" name="矩形 13"/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  <a:defRPr/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216/179/179</a:t>
              </a:r>
            </a:p>
          </p:txBody>
        </p:sp>
        <p:sp>
          <p:nvSpPr>
            <p:cNvPr id="35" name="矩形 13"/>
            <p:cNvSpPr/>
            <p:nvPr/>
          </p:nvSpPr>
          <p:spPr>
            <a:xfrm>
              <a:off x="7806130" y="3415851"/>
              <a:ext cx="791510" cy="664397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250/211/187</a:t>
              </a:r>
              <a:endParaRPr kumimoji="1" lang="mr-IN" altLang="zh-CN" sz="500" b="1" dirty="0">
                <a:solidFill>
                  <a:srgbClr val="1B1B18"/>
                </a:solidFill>
                <a:ea typeface="Arial" charset="0"/>
                <a:cs typeface="Arial" charset="0"/>
              </a:endParaRPr>
            </a:p>
          </p:txBody>
        </p:sp>
        <p:sp>
          <p:nvSpPr>
            <p:cNvPr id="36" name="矩形 13"/>
            <p:cNvSpPr/>
            <p:nvPr/>
          </p:nvSpPr>
          <p:spPr>
            <a:xfrm>
              <a:off x="7815961" y="4866463"/>
              <a:ext cx="791510" cy="664397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208/232/196</a:t>
              </a:r>
            </a:p>
          </p:txBody>
        </p:sp>
        <p:sp>
          <p:nvSpPr>
            <p:cNvPr id="37" name="矩形 13"/>
            <p:cNvSpPr/>
            <p:nvPr/>
          </p:nvSpPr>
          <p:spPr>
            <a:xfrm>
              <a:off x="7813724" y="4134866"/>
              <a:ext cx="791510" cy="664397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254/238/193</a:t>
              </a:r>
            </a:p>
          </p:txBody>
        </p:sp>
        <p:sp>
          <p:nvSpPr>
            <p:cNvPr id="38" name="矩形 13"/>
            <p:cNvSpPr/>
            <p:nvPr/>
          </p:nvSpPr>
          <p:spPr>
            <a:xfrm>
              <a:off x="7813724" y="5596166"/>
              <a:ext cx="791510" cy="664397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190/23/238</a:t>
              </a:r>
            </a:p>
          </p:txBody>
        </p:sp>
        <p:sp>
          <p:nvSpPr>
            <p:cNvPr id="39" name="矩形 13"/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239/178/184</a:t>
              </a:r>
            </a:p>
          </p:txBody>
        </p:sp>
        <p:sp>
          <p:nvSpPr>
            <p:cNvPr id="40" name="矩形 13"/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238/179/193</a:t>
              </a:r>
            </a:p>
          </p:txBody>
        </p:sp>
        <p:sp>
          <p:nvSpPr>
            <p:cNvPr id="41" name="矩形 13"/>
            <p:cNvSpPr/>
            <p:nvPr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35/24/21</a:t>
              </a:r>
            </a:p>
          </p:txBody>
        </p:sp>
        <p:sp>
          <p:nvSpPr>
            <p:cNvPr id="42" name="矩形 13"/>
            <p:cNvSpPr/>
            <p:nvPr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 </a:t>
              </a:r>
            </a:p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89/87/87</a:t>
              </a:r>
            </a:p>
          </p:txBody>
        </p:sp>
        <p:sp>
          <p:nvSpPr>
            <p:cNvPr id="43" name="矩形 13"/>
            <p:cNvSpPr/>
            <p:nvPr/>
          </p:nvSpPr>
          <p:spPr>
            <a:xfrm>
              <a:off x="6450318" y="6324025"/>
              <a:ext cx="513579" cy="664397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</a:t>
              </a:r>
            </a:p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137</a:t>
              </a:r>
            </a:p>
          </p:txBody>
        </p:sp>
        <p:sp>
          <p:nvSpPr>
            <p:cNvPr id="44" name="矩形 13"/>
            <p:cNvSpPr/>
            <p:nvPr/>
          </p:nvSpPr>
          <p:spPr>
            <a:xfrm>
              <a:off x="6998296" y="6324025"/>
              <a:ext cx="513579" cy="664397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</a:t>
              </a:r>
            </a:p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181</a:t>
              </a:r>
            </a:p>
          </p:txBody>
        </p:sp>
        <p:sp>
          <p:nvSpPr>
            <p:cNvPr id="45" name="矩形 13"/>
            <p:cNvSpPr/>
            <p:nvPr/>
          </p:nvSpPr>
          <p:spPr>
            <a:xfrm>
              <a:off x="7541580" y="6324025"/>
              <a:ext cx="513579" cy="664397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221</a:t>
              </a:r>
            </a:p>
          </p:txBody>
        </p:sp>
        <p:sp>
          <p:nvSpPr>
            <p:cNvPr id="46" name="矩形 13"/>
            <p:cNvSpPr/>
            <p:nvPr/>
          </p:nvSpPr>
          <p:spPr>
            <a:xfrm>
              <a:off x="8083608" y="6324025"/>
              <a:ext cx="513579" cy="66439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</a:t>
              </a:r>
            </a:p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255/255/</a:t>
              </a:r>
              <a:b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255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922970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extLst>
    <p:ext uri="{DCECCB84-F9BA-43D5-87BE-67443E8EF086}">
      <p15:sldGuideLst xmlns:p15="http://schemas.microsoft.com/office/powerpoint/2012/main" xmlns="">
        <p15:guide id="1" pos="3841">
          <p15:clr>
            <a:srgbClr val="FBAE40"/>
          </p15:clr>
        </p15:guide>
        <p15:guide id="2" orient="horz" pos="2160">
          <p15:clr>
            <a:srgbClr val="FBAE40"/>
          </p15:clr>
        </p15:guide>
        <p15:guide id="3" pos="303">
          <p15:clr>
            <a:srgbClr val="FBAE40"/>
          </p15:clr>
        </p15:guide>
        <p15:guide id="4" pos="7380">
          <p15:clr>
            <a:srgbClr val="FBAE40"/>
          </p15:clr>
        </p15:guide>
        <p15:guide id="5" orient="horz" pos="640">
          <p15:clr>
            <a:srgbClr val="FBAE40"/>
          </p15:clr>
        </p15:guide>
        <p15:guide id="6" orient="horz" pos="3952">
          <p15:clr>
            <a:srgbClr val="FBAE40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73633419"/>
      </p:ext>
    </p:extLst>
  </p:cSld>
  <p:clrMapOvr>
    <a:masterClrMapping/>
  </p:clrMapOvr>
  <p:transition spd="med"/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09631" y="468677"/>
            <a:ext cx="11377506" cy="10422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82" y="1599829"/>
            <a:ext cx="10977404" cy="452650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021608789"/>
      </p:ext>
    </p:extLst>
  </p:cSld>
  <p:clrMapOvr>
    <a:masterClrMapping/>
  </p:clrMapOvr>
  <p:transition spd="med" advClick="0"/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639764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44499555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>
            <a:extLst>
              <a:ext uri="{FF2B5EF4-FFF2-40B4-BE49-F238E27FC236}">
                <a16:creationId xmlns:a16="http://schemas.microsoft.com/office/drawing/2014/main" xmlns="" id="{CA8B3F0C-616F-224A-B32F-9F9BF5EEE1BC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442275" y="1244339"/>
            <a:ext cx="11265816" cy="4958996"/>
          </a:xfrm>
          <a:prstGeom prst="rect">
            <a:avLst/>
          </a:prstGeom>
        </p:spPr>
        <p:txBody>
          <a:bodyPr lIns="0" tIns="0" rIns="0" bIns="0"/>
          <a:lstStyle>
            <a:lvl1pPr marL="179100" marR="0" indent="-168007" algn="l" defTabSz="11858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>
                <a:tab pos="1206156" algn="ctr"/>
              </a:tabLst>
              <a:defRPr sz="1796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8499" marR="0" indent="-168007" algn="l" defTabSz="11858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&gt;"/>
              <a:tabLst>
                <a:tab pos="1206156" algn="ctr"/>
              </a:tabLst>
              <a:defRPr sz="1596" baseline="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28812" marR="0" indent="0" algn="l" defTabSz="11858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None/>
              <a:tabLst>
                <a:tab pos="1206156" algn="ctr"/>
              </a:tabLst>
              <a:defRPr sz="1295" baseline="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525010" indent="-170887">
              <a:buFont typeface="Arial" panose="020B0604020202020204" pitchFamily="34" charset="0"/>
              <a:buChar char="•"/>
              <a:tabLst>
                <a:tab pos="1206488" algn="ctr"/>
              </a:tabLst>
              <a:defRPr sz="1295" baseline="0"/>
            </a:lvl4pPr>
            <a:lvl5pPr marL="525010" indent="-170887">
              <a:buFont typeface="Arial" panose="020B0604020202020204" pitchFamily="34" charset="0"/>
              <a:buChar char="•"/>
              <a:tabLst>
                <a:tab pos="1206488" algn="ctr"/>
              </a:tabLst>
              <a:defRPr sz="1295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altLang="zh-CN" dirty="0"/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442278" y="348791"/>
            <a:ext cx="11265817" cy="559472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796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grpSp>
        <p:nvGrpSpPr>
          <p:cNvPr id="4" name="Group 46"/>
          <p:cNvGrpSpPr>
            <a:grpSpLocks noChangeAspect="1"/>
          </p:cNvGrpSpPr>
          <p:nvPr userDrawn="1"/>
        </p:nvGrpSpPr>
        <p:grpSpPr>
          <a:xfrm>
            <a:off x="12295786" y="2625397"/>
            <a:ext cx="1963324" cy="4233515"/>
            <a:chOff x="5343883" y="-48857"/>
            <a:chExt cx="3263588" cy="7037279"/>
          </a:xfrm>
        </p:grpSpPr>
        <p:sp>
          <p:nvSpPr>
            <p:cNvPr id="7" name="矩形 13"/>
            <p:cNvSpPr/>
            <p:nvPr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196/0/84</a:t>
              </a:r>
            </a:p>
          </p:txBody>
        </p:sp>
        <p:sp>
          <p:nvSpPr>
            <p:cNvPr id="8" name="文本框 15"/>
            <p:cNvSpPr txBox="1"/>
            <p:nvPr/>
          </p:nvSpPr>
          <p:spPr>
            <a:xfrm>
              <a:off x="5352721" y="1694497"/>
              <a:ext cx="1636699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defTabSz="913016"/>
              <a:r>
                <a:rPr kumimoji="1" lang="zh-CN" altLang="en-US" sz="800">
                  <a:solidFill>
                    <a:srgbClr val="1B1B18"/>
                  </a:solidFill>
                  <a:cs typeface="Arial" panose="020B0604020202020204" pitchFamily="34" charset="0"/>
                </a:rPr>
                <a:t>公司辅助色</a:t>
              </a:r>
              <a:endParaRPr kumimoji="1" lang="zh-CN" altLang="en-US" sz="800" dirty="0">
                <a:solidFill>
                  <a:srgbClr val="1B1B18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9" name="矩形 13"/>
            <p:cNvSpPr/>
            <p:nvPr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203/55/120</a:t>
              </a:r>
            </a:p>
          </p:txBody>
        </p:sp>
        <p:sp>
          <p:nvSpPr>
            <p:cNvPr id="10" name="矩形 13"/>
            <p:cNvSpPr/>
            <p:nvPr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237/109/0</a:t>
              </a:r>
            </a:p>
          </p:txBody>
        </p:sp>
        <p:sp>
          <p:nvSpPr>
            <p:cNvPr id="11" name="矩形 13"/>
            <p:cNvSpPr/>
            <p:nvPr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153/54/54</a:t>
              </a:r>
            </a:p>
          </p:txBody>
        </p:sp>
        <p:sp>
          <p:nvSpPr>
            <p:cNvPr id="12" name="矩形 13"/>
            <p:cNvSpPr/>
            <p:nvPr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98/178/48</a:t>
              </a:r>
            </a:p>
          </p:txBody>
        </p:sp>
        <p:sp>
          <p:nvSpPr>
            <p:cNvPr id="13" name="矩形 13"/>
            <p:cNvSpPr/>
            <p:nvPr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242/137/68</a:t>
              </a:r>
              <a:endParaRPr kumimoji="1" lang="mr-IN" altLang="zh-CN" sz="500" b="1" dirty="0">
                <a:solidFill>
                  <a:srgbClr val="FFFFFF"/>
                </a:solidFill>
                <a:ea typeface="Arial" charset="0"/>
                <a:cs typeface="Arial" charset="0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PANTONE 185C</a:t>
              </a:r>
            </a:p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199/0/11  </a:t>
              </a:r>
            </a:p>
          </p:txBody>
        </p:sp>
        <p:sp>
          <p:nvSpPr>
            <p:cNvPr id="15" name="文本框 15"/>
            <p:cNvSpPr txBox="1"/>
            <p:nvPr/>
          </p:nvSpPr>
          <p:spPr>
            <a:xfrm>
              <a:off x="5343883" y="-48857"/>
              <a:ext cx="1358295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defTabSz="913016"/>
              <a:r>
                <a:rPr kumimoji="1" lang="zh-CN" altLang="en-US" sz="800">
                  <a:solidFill>
                    <a:srgbClr val="1B1B18"/>
                  </a:solidFill>
                  <a:cs typeface="Arial" panose="020B0604020202020204" pitchFamily="34" charset="0"/>
                </a:rPr>
                <a:t>公司色</a:t>
              </a:r>
              <a:endParaRPr kumimoji="1" lang="zh-CN" altLang="en-US" sz="800" dirty="0">
                <a:solidFill>
                  <a:srgbClr val="1B1B18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16" name="矩形 13"/>
            <p:cNvSpPr/>
            <p:nvPr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PANTONE 186C</a:t>
              </a:r>
            </a:p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200/16/46  </a:t>
              </a:r>
            </a:p>
          </p:txBody>
        </p:sp>
        <p:sp>
          <p:nvSpPr>
            <p:cNvPr id="17" name="矩形 13"/>
            <p:cNvSpPr/>
            <p:nvPr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127/0/1</a:t>
              </a:r>
            </a:p>
          </p:txBody>
        </p:sp>
        <p:sp>
          <p:nvSpPr>
            <p:cNvPr id="18" name="矩形 13"/>
            <p:cNvSpPr/>
            <p:nvPr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52/200/0</a:t>
              </a:r>
            </a:p>
          </p:txBody>
        </p:sp>
        <p:sp>
          <p:nvSpPr>
            <p:cNvPr id="19" name="矩形 13"/>
            <p:cNvSpPr/>
            <p:nvPr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48/181/197</a:t>
              </a:r>
            </a:p>
          </p:txBody>
        </p:sp>
        <p:sp>
          <p:nvSpPr>
            <p:cNvPr id="20" name="矩形 13"/>
            <p:cNvSpPr/>
            <p:nvPr/>
          </p:nvSpPr>
          <p:spPr>
            <a:xfrm>
              <a:off x="6194511" y="4866463"/>
              <a:ext cx="791510" cy="664397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129/193/95</a:t>
              </a:r>
            </a:p>
          </p:txBody>
        </p:sp>
        <p:sp>
          <p:nvSpPr>
            <p:cNvPr id="21" name="矩形 13"/>
            <p:cNvSpPr/>
            <p:nvPr/>
          </p:nvSpPr>
          <p:spPr>
            <a:xfrm>
              <a:off x="6192274" y="4134866"/>
              <a:ext cx="791510" cy="664397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253/211/81</a:t>
              </a:r>
            </a:p>
          </p:txBody>
        </p:sp>
        <p:sp>
          <p:nvSpPr>
            <p:cNvPr id="22" name="矩形 13"/>
            <p:cNvSpPr/>
            <p:nvPr/>
          </p:nvSpPr>
          <p:spPr>
            <a:xfrm>
              <a:off x="6192274" y="5596166"/>
              <a:ext cx="791510" cy="664397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86/196/210</a:t>
              </a:r>
            </a:p>
          </p:txBody>
        </p:sp>
        <p:sp>
          <p:nvSpPr>
            <p:cNvPr id="23" name="矩形 13"/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211/57/65</a:t>
              </a:r>
            </a:p>
          </p:txBody>
        </p:sp>
        <p:sp>
          <p:nvSpPr>
            <p:cNvPr id="24" name="矩形 13"/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 </a:t>
              </a:r>
            </a:p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211/56/89</a:t>
              </a:r>
            </a:p>
          </p:txBody>
        </p:sp>
        <p:sp>
          <p:nvSpPr>
            <p:cNvPr id="25" name="矩形 13"/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221/128/170</a:t>
              </a:r>
            </a:p>
          </p:txBody>
        </p:sp>
        <p:sp>
          <p:nvSpPr>
            <p:cNvPr id="26" name="矩形 13"/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  <a:defRPr/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191/128/130</a:t>
              </a:r>
            </a:p>
          </p:txBody>
        </p:sp>
        <p:sp>
          <p:nvSpPr>
            <p:cNvPr id="27" name="矩形 13"/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246/183/140</a:t>
              </a:r>
              <a:endParaRPr kumimoji="1" lang="mr-IN" altLang="zh-CN" sz="500" b="1" dirty="0">
                <a:solidFill>
                  <a:srgbClr val="1B1B18"/>
                </a:solidFill>
                <a:ea typeface="Arial" charset="0"/>
                <a:cs typeface="Arial" charset="0"/>
              </a:endParaRPr>
            </a:p>
          </p:txBody>
        </p:sp>
        <p:sp>
          <p:nvSpPr>
            <p:cNvPr id="28" name="矩形 13"/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176/216/156</a:t>
              </a:r>
            </a:p>
          </p:txBody>
        </p:sp>
        <p:sp>
          <p:nvSpPr>
            <p:cNvPr id="29" name="矩形 13"/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253/227/181</a:t>
              </a:r>
            </a:p>
          </p:txBody>
        </p:sp>
        <p:sp>
          <p:nvSpPr>
            <p:cNvPr id="30" name="矩形 13"/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148/218/226</a:t>
              </a:r>
            </a:p>
          </p:txBody>
        </p:sp>
        <p:sp>
          <p:nvSpPr>
            <p:cNvPr id="31" name="矩形 13"/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226/129/137</a:t>
              </a:r>
            </a:p>
          </p:txBody>
        </p:sp>
        <p:sp>
          <p:nvSpPr>
            <p:cNvPr id="32" name="矩形 13"/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226/129/152</a:t>
              </a:r>
            </a:p>
          </p:txBody>
        </p:sp>
        <p:sp>
          <p:nvSpPr>
            <p:cNvPr id="33" name="矩形 13"/>
            <p:cNvSpPr/>
            <p:nvPr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235/179/204</a:t>
              </a:r>
            </a:p>
          </p:txBody>
        </p:sp>
        <p:sp>
          <p:nvSpPr>
            <p:cNvPr id="34" name="矩形 13"/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  <a:defRPr/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216/179/179</a:t>
              </a:r>
            </a:p>
          </p:txBody>
        </p:sp>
        <p:sp>
          <p:nvSpPr>
            <p:cNvPr id="35" name="矩形 13"/>
            <p:cNvSpPr/>
            <p:nvPr/>
          </p:nvSpPr>
          <p:spPr>
            <a:xfrm>
              <a:off x="7806130" y="3415851"/>
              <a:ext cx="791510" cy="664397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250/211/187</a:t>
              </a:r>
              <a:endParaRPr kumimoji="1" lang="mr-IN" altLang="zh-CN" sz="500" b="1" dirty="0">
                <a:solidFill>
                  <a:srgbClr val="1B1B18"/>
                </a:solidFill>
                <a:ea typeface="Arial" charset="0"/>
                <a:cs typeface="Arial" charset="0"/>
              </a:endParaRPr>
            </a:p>
          </p:txBody>
        </p:sp>
        <p:sp>
          <p:nvSpPr>
            <p:cNvPr id="36" name="矩形 13"/>
            <p:cNvSpPr/>
            <p:nvPr/>
          </p:nvSpPr>
          <p:spPr>
            <a:xfrm>
              <a:off x="7815961" y="4866463"/>
              <a:ext cx="791510" cy="664397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208/232/196</a:t>
              </a:r>
            </a:p>
          </p:txBody>
        </p:sp>
        <p:sp>
          <p:nvSpPr>
            <p:cNvPr id="37" name="矩形 13"/>
            <p:cNvSpPr/>
            <p:nvPr/>
          </p:nvSpPr>
          <p:spPr>
            <a:xfrm>
              <a:off x="7813724" y="4134866"/>
              <a:ext cx="791510" cy="664397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254/238/193</a:t>
              </a:r>
            </a:p>
          </p:txBody>
        </p:sp>
        <p:sp>
          <p:nvSpPr>
            <p:cNvPr id="38" name="矩形 13"/>
            <p:cNvSpPr/>
            <p:nvPr/>
          </p:nvSpPr>
          <p:spPr>
            <a:xfrm>
              <a:off x="7813724" y="5596166"/>
              <a:ext cx="791510" cy="664397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190/23/238</a:t>
              </a:r>
            </a:p>
          </p:txBody>
        </p:sp>
        <p:sp>
          <p:nvSpPr>
            <p:cNvPr id="39" name="矩形 13"/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239/178/184</a:t>
              </a:r>
            </a:p>
          </p:txBody>
        </p:sp>
        <p:sp>
          <p:nvSpPr>
            <p:cNvPr id="40" name="矩形 13"/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238/179/193</a:t>
              </a:r>
            </a:p>
          </p:txBody>
        </p:sp>
        <p:sp>
          <p:nvSpPr>
            <p:cNvPr id="41" name="矩形 13"/>
            <p:cNvSpPr/>
            <p:nvPr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35/24/21</a:t>
              </a:r>
            </a:p>
          </p:txBody>
        </p:sp>
        <p:sp>
          <p:nvSpPr>
            <p:cNvPr id="42" name="矩形 13"/>
            <p:cNvSpPr/>
            <p:nvPr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 </a:t>
              </a:r>
            </a:p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89/87/87</a:t>
              </a:r>
            </a:p>
          </p:txBody>
        </p:sp>
        <p:sp>
          <p:nvSpPr>
            <p:cNvPr id="43" name="矩形 13"/>
            <p:cNvSpPr/>
            <p:nvPr/>
          </p:nvSpPr>
          <p:spPr>
            <a:xfrm>
              <a:off x="6450318" y="6324025"/>
              <a:ext cx="513579" cy="664397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</a:t>
              </a:r>
            </a:p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137</a:t>
              </a:r>
            </a:p>
          </p:txBody>
        </p:sp>
        <p:sp>
          <p:nvSpPr>
            <p:cNvPr id="44" name="矩形 13"/>
            <p:cNvSpPr/>
            <p:nvPr/>
          </p:nvSpPr>
          <p:spPr>
            <a:xfrm>
              <a:off x="6998296" y="6324025"/>
              <a:ext cx="513579" cy="664397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</a:t>
              </a:r>
            </a:p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181</a:t>
              </a:r>
            </a:p>
          </p:txBody>
        </p:sp>
        <p:sp>
          <p:nvSpPr>
            <p:cNvPr id="45" name="矩形 13"/>
            <p:cNvSpPr/>
            <p:nvPr/>
          </p:nvSpPr>
          <p:spPr>
            <a:xfrm>
              <a:off x="7541580" y="6324025"/>
              <a:ext cx="513579" cy="664397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221</a:t>
              </a:r>
            </a:p>
          </p:txBody>
        </p:sp>
        <p:sp>
          <p:nvSpPr>
            <p:cNvPr id="46" name="矩形 13"/>
            <p:cNvSpPr/>
            <p:nvPr/>
          </p:nvSpPr>
          <p:spPr>
            <a:xfrm>
              <a:off x="8083608" y="6324025"/>
              <a:ext cx="513579" cy="66439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</a:t>
              </a:r>
            </a:p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255/255/</a:t>
              </a:r>
              <a:b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255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497346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extLst>
    <p:ext uri="{DCECCB84-F9BA-43D5-87BE-67443E8EF086}">
      <p15:sldGuideLst xmlns:p15="http://schemas.microsoft.com/office/powerpoint/2012/main" xmlns="">
        <p15:guide id="1" pos="3841">
          <p15:clr>
            <a:srgbClr val="FBAE40"/>
          </p15:clr>
        </p15:guide>
        <p15:guide id="2" orient="horz" pos="2160">
          <p15:clr>
            <a:srgbClr val="FBAE40"/>
          </p15:clr>
        </p15:guide>
        <p15:guide id="3" pos="303">
          <p15:clr>
            <a:srgbClr val="FBAE40"/>
          </p15:clr>
        </p15:guide>
        <p15:guide id="4" pos="7380">
          <p15:clr>
            <a:srgbClr val="FBAE40"/>
          </p15:clr>
        </p15:guide>
        <p15:guide id="5" orient="horz" pos="640">
          <p15:clr>
            <a:srgbClr val="FBAE40"/>
          </p15:clr>
        </p15:guide>
        <p15:guide id="6" orient="horz" pos="3952">
          <p15:clr>
            <a:srgbClr val="FBAE40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68163374"/>
      </p:ext>
    </p:extLst>
  </p:cSld>
  <p:clrMapOvr>
    <a:masterClrMapping/>
  </p:clrMapOvr>
  <p:transition spd="med"/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09631" y="468677"/>
            <a:ext cx="11377506" cy="10422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82" y="1599829"/>
            <a:ext cx="10977404" cy="452650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981555262"/>
      </p:ext>
    </p:extLst>
  </p:cSld>
  <p:clrMapOvr>
    <a:masterClrMapping/>
  </p:clrMapOvr>
  <p:transition spd="med" advClick="0"/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3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29"/>
              </a:lnSpc>
              <a:spcBef>
                <a:spcPts val="0"/>
              </a:spcBef>
              <a:buNone/>
              <a:defRPr sz="2799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593662" indent="0" algn="ctr">
              <a:buNone/>
              <a:defRPr sz="2597"/>
            </a:lvl2pPr>
            <a:lvl3pPr marL="1187323" indent="0" algn="ctr">
              <a:buNone/>
              <a:defRPr sz="2337"/>
            </a:lvl3pPr>
            <a:lvl4pPr marL="1780986" indent="0" algn="ctr">
              <a:buNone/>
              <a:defRPr sz="2078"/>
            </a:lvl4pPr>
            <a:lvl5pPr marL="2374648" indent="0" algn="ctr">
              <a:buNone/>
              <a:defRPr sz="2078"/>
            </a:lvl5pPr>
            <a:lvl6pPr marL="2968309" indent="0" algn="ctr">
              <a:buNone/>
              <a:defRPr sz="2078"/>
            </a:lvl6pPr>
            <a:lvl7pPr marL="3561971" indent="0" algn="ctr">
              <a:buNone/>
              <a:defRPr sz="2078"/>
            </a:lvl7pPr>
            <a:lvl8pPr marL="4155634" indent="0" algn="ctr">
              <a:buNone/>
              <a:defRPr sz="2078"/>
            </a:lvl8pPr>
            <a:lvl9pPr marL="4749295" indent="0" algn="ctr">
              <a:buNone/>
              <a:defRPr sz="2078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5619815"/>
      </p:ext>
    </p:extLst>
  </p:cSld>
  <p:clrMapOvr>
    <a:masterClrMapping/>
  </p:clrMapOvr>
  <p:extLst>
    <p:ext uri="{DCECCB84-F9BA-43D5-87BE-67443E8EF086}">
      <p15:sldGuideLst xmlns:p15="http://schemas.microsoft.com/office/powerpoint/2012/main" xmlns="">
        <p15:guide id="1" pos="3842">
          <p15:clr>
            <a:srgbClr val="FBAE40"/>
          </p15:clr>
        </p15:guide>
      </p15:sldGuideLst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5966109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14877049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>
            <a:extLst>
              <a:ext uri="{FF2B5EF4-FFF2-40B4-BE49-F238E27FC236}">
                <a16:creationId xmlns:a16="http://schemas.microsoft.com/office/drawing/2014/main" xmlns="" id="{CA8B3F0C-616F-224A-B32F-9F9BF5EEE1BC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442275" y="1244339"/>
            <a:ext cx="11265816" cy="4958996"/>
          </a:xfrm>
          <a:prstGeom prst="rect">
            <a:avLst/>
          </a:prstGeom>
        </p:spPr>
        <p:txBody>
          <a:bodyPr lIns="0" tIns="0" rIns="0" bIns="0"/>
          <a:lstStyle>
            <a:lvl1pPr marL="179100" marR="0" indent="-168007" algn="l" defTabSz="11858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>
                <a:tab pos="1206156" algn="ctr"/>
              </a:tabLst>
              <a:defRPr sz="1796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8499" marR="0" indent="-168007" algn="l" defTabSz="11858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&gt;"/>
              <a:tabLst>
                <a:tab pos="1206156" algn="ctr"/>
              </a:tabLst>
              <a:defRPr sz="1596" baseline="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28812" marR="0" indent="0" algn="l" defTabSz="11858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None/>
              <a:tabLst>
                <a:tab pos="1206156" algn="ctr"/>
              </a:tabLst>
              <a:defRPr sz="1295" baseline="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525010" indent="-170887">
              <a:buFont typeface="Arial" panose="020B0604020202020204" pitchFamily="34" charset="0"/>
              <a:buChar char="•"/>
              <a:tabLst>
                <a:tab pos="1206488" algn="ctr"/>
              </a:tabLst>
              <a:defRPr sz="1295" baseline="0"/>
            </a:lvl4pPr>
            <a:lvl5pPr marL="525010" indent="-170887">
              <a:buFont typeface="Arial" panose="020B0604020202020204" pitchFamily="34" charset="0"/>
              <a:buChar char="•"/>
              <a:tabLst>
                <a:tab pos="1206488" algn="ctr"/>
              </a:tabLst>
              <a:defRPr sz="1295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altLang="zh-CN" dirty="0"/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442278" y="348791"/>
            <a:ext cx="11265817" cy="559472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796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grpSp>
        <p:nvGrpSpPr>
          <p:cNvPr id="4" name="Group 46"/>
          <p:cNvGrpSpPr>
            <a:grpSpLocks noChangeAspect="1"/>
          </p:cNvGrpSpPr>
          <p:nvPr userDrawn="1"/>
        </p:nvGrpSpPr>
        <p:grpSpPr>
          <a:xfrm>
            <a:off x="12295786" y="2625397"/>
            <a:ext cx="1963324" cy="4233515"/>
            <a:chOff x="5343883" y="-48857"/>
            <a:chExt cx="3263588" cy="7037279"/>
          </a:xfrm>
        </p:grpSpPr>
        <p:sp>
          <p:nvSpPr>
            <p:cNvPr id="7" name="矩形 13"/>
            <p:cNvSpPr/>
            <p:nvPr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196/0/84</a:t>
              </a:r>
            </a:p>
          </p:txBody>
        </p:sp>
        <p:sp>
          <p:nvSpPr>
            <p:cNvPr id="8" name="文本框 15"/>
            <p:cNvSpPr txBox="1"/>
            <p:nvPr/>
          </p:nvSpPr>
          <p:spPr>
            <a:xfrm>
              <a:off x="5352721" y="1694497"/>
              <a:ext cx="1636699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defTabSz="913016"/>
              <a:r>
                <a:rPr kumimoji="1" lang="zh-CN" altLang="en-US" sz="800">
                  <a:solidFill>
                    <a:srgbClr val="1B1B18"/>
                  </a:solidFill>
                  <a:latin typeface="Arial"/>
                  <a:cs typeface="Arial" panose="020B0604020202020204" pitchFamily="34" charset="0"/>
                </a:rPr>
                <a:t>公司辅助色</a:t>
              </a:r>
              <a:endParaRPr kumimoji="1" lang="zh-CN" altLang="en-US" sz="800" dirty="0">
                <a:solidFill>
                  <a:srgbClr val="1B1B18"/>
                </a:solidFill>
                <a:latin typeface="Arial"/>
                <a:cs typeface="Arial" panose="020B0604020202020204" pitchFamily="34" charset="0"/>
              </a:endParaRPr>
            </a:p>
          </p:txBody>
        </p:sp>
        <p:sp>
          <p:nvSpPr>
            <p:cNvPr id="9" name="矩形 13"/>
            <p:cNvSpPr/>
            <p:nvPr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203/55/120</a:t>
              </a:r>
            </a:p>
          </p:txBody>
        </p:sp>
        <p:sp>
          <p:nvSpPr>
            <p:cNvPr id="10" name="矩形 13"/>
            <p:cNvSpPr/>
            <p:nvPr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237/109/0</a:t>
              </a:r>
            </a:p>
          </p:txBody>
        </p:sp>
        <p:sp>
          <p:nvSpPr>
            <p:cNvPr id="11" name="矩形 13"/>
            <p:cNvSpPr/>
            <p:nvPr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153/54/54</a:t>
              </a:r>
            </a:p>
          </p:txBody>
        </p:sp>
        <p:sp>
          <p:nvSpPr>
            <p:cNvPr id="12" name="矩形 13"/>
            <p:cNvSpPr/>
            <p:nvPr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98/178/48</a:t>
              </a:r>
            </a:p>
          </p:txBody>
        </p:sp>
        <p:sp>
          <p:nvSpPr>
            <p:cNvPr id="13" name="矩形 13"/>
            <p:cNvSpPr/>
            <p:nvPr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242/137/68</a:t>
              </a:r>
              <a:endParaRPr kumimoji="1" lang="mr-IN" altLang="zh-CN" sz="500" b="1" dirty="0">
                <a:solidFill>
                  <a:srgbClr val="FFFFFF"/>
                </a:solidFill>
                <a:ea typeface="Arial" charset="0"/>
                <a:cs typeface="Arial" charset="0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PANTONE 185C</a:t>
              </a:r>
            </a:p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199/0/11  </a:t>
              </a:r>
            </a:p>
          </p:txBody>
        </p:sp>
        <p:sp>
          <p:nvSpPr>
            <p:cNvPr id="15" name="文本框 15"/>
            <p:cNvSpPr txBox="1"/>
            <p:nvPr/>
          </p:nvSpPr>
          <p:spPr>
            <a:xfrm>
              <a:off x="5343883" y="-48857"/>
              <a:ext cx="1358295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defTabSz="913016"/>
              <a:r>
                <a:rPr kumimoji="1" lang="zh-CN" altLang="en-US" sz="800">
                  <a:solidFill>
                    <a:srgbClr val="1B1B18"/>
                  </a:solidFill>
                  <a:latin typeface="Arial"/>
                  <a:cs typeface="Arial" panose="020B0604020202020204" pitchFamily="34" charset="0"/>
                </a:rPr>
                <a:t>公司色</a:t>
              </a:r>
              <a:endParaRPr kumimoji="1" lang="zh-CN" altLang="en-US" sz="800" dirty="0">
                <a:solidFill>
                  <a:srgbClr val="1B1B18"/>
                </a:solidFill>
                <a:latin typeface="Arial"/>
                <a:cs typeface="Arial" panose="020B0604020202020204" pitchFamily="34" charset="0"/>
              </a:endParaRPr>
            </a:p>
          </p:txBody>
        </p:sp>
        <p:sp>
          <p:nvSpPr>
            <p:cNvPr id="16" name="矩形 13"/>
            <p:cNvSpPr/>
            <p:nvPr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PANTONE 186C</a:t>
              </a:r>
            </a:p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200/16/46  </a:t>
              </a:r>
            </a:p>
          </p:txBody>
        </p:sp>
        <p:sp>
          <p:nvSpPr>
            <p:cNvPr id="17" name="矩形 13"/>
            <p:cNvSpPr/>
            <p:nvPr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127/0/1</a:t>
              </a:r>
            </a:p>
          </p:txBody>
        </p:sp>
        <p:sp>
          <p:nvSpPr>
            <p:cNvPr id="18" name="矩形 13"/>
            <p:cNvSpPr/>
            <p:nvPr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52/200/0</a:t>
              </a:r>
            </a:p>
          </p:txBody>
        </p:sp>
        <p:sp>
          <p:nvSpPr>
            <p:cNvPr id="19" name="矩形 13"/>
            <p:cNvSpPr/>
            <p:nvPr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48/181/197</a:t>
              </a:r>
            </a:p>
          </p:txBody>
        </p:sp>
        <p:sp>
          <p:nvSpPr>
            <p:cNvPr id="20" name="矩形 13"/>
            <p:cNvSpPr/>
            <p:nvPr/>
          </p:nvSpPr>
          <p:spPr>
            <a:xfrm>
              <a:off x="6194511" y="4866463"/>
              <a:ext cx="791510" cy="664397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129/193/95</a:t>
              </a:r>
            </a:p>
          </p:txBody>
        </p:sp>
        <p:sp>
          <p:nvSpPr>
            <p:cNvPr id="21" name="矩形 13"/>
            <p:cNvSpPr/>
            <p:nvPr/>
          </p:nvSpPr>
          <p:spPr>
            <a:xfrm>
              <a:off x="6192274" y="4134866"/>
              <a:ext cx="791510" cy="664397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253/211/81</a:t>
              </a:r>
            </a:p>
          </p:txBody>
        </p:sp>
        <p:sp>
          <p:nvSpPr>
            <p:cNvPr id="22" name="矩形 13"/>
            <p:cNvSpPr/>
            <p:nvPr/>
          </p:nvSpPr>
          <p:spPr>
            <a:xfrm>
              <a:off x="6192274" y="5596166"/>
              <a:ext cx="791510" cy="664397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86/196/210</a:t>
              </a:r>
            </a:p>
          </p:txBody>
        </p:sp>
        <p:sp>
          <p:nvSpPr>
            <p:cNvPr id="23" name="矩形 13"/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211/57/65</a:t>
              </a:r>
            </a:p>
          </p:txBody>
        </p:sp>
        <p:sp>
          <p:nvSpPr>
            <p:cNvPr id="24" name="矩形 13"/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 </a:t>
              </a:r>
            </a:p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211/56/89</a:t>
              </a:r>
            </a:p>
          </p:txBody>
        </p:sp>
        <p:sp>
          <p:nvSpPr>
            <p:cNvPr id="25" name="矩形 13"/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221/128/170</a:t>
              </a:r>
            </a:p>
          </p:txBody>
        </p:sp>
        <p:sp>
          <p:nvSpPr>
            <p:cNvPr id="26" name="矩形 13"/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  <a:defRPr/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191/128/130</a:t>
              </a:r>
            </a:p>
          </p:txBody>
        </p:sp>
        <p:sp>
          <p:nvSpPr>
            <p:cNvPr id="27" name="矩形 13"/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246/183/140</a:t>
              </a:r>
              <a:endParaRPr kumimoji="1" lang="mr-IN" altLang="zh-CN" sz="500" b="1" dirty="0">
                <a:solidFill>
                  <a:srgbClr val="1B1B18"/>
                </a:solidFill>
                <a:ea typeface="Arial" charset="0"/>
                <a:cs typeface="Arial" charset="0"/>
              </a:endParaRPr>
            </a:p>
          </p:txBody>
        </p:sp>
        <p:sp>
          <p:nvSpPr>
            <p:cNvPr id="28" name="矩形 13"/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176/216/156</a:t>
              </a:r>
            </a:p>
          </p:txBody>
        </p:sp>
        <p:sp>
          <p:nvSpPr>
            <p:cNvPr id="29" name="矩形 13"/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253/227/181</a:t>
              </a:r>
            </a:p>
          </p:txBody>
        </p:sp>
        <p:sp>
          <p:nvSpPr>
            <p:cNvPr id="30" name="矩形 13"/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148/218/226</a:t>
              </a:r>
            </a:p>
          </p:txBody>
        </p:sp>
        <p:sp>
          <p:nvSpPr>
            <p:cNvPr id="31" name="矩形 13"/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226/129/137</a:t>
              </a:r>
            </a:p>
          </p:txBody>
        </p:sp>
        <p:sp>
          <p:nvSpPr>
            <p:cNvPr id="32" name="矩形 13"/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226/129/152</a:t>
              </a:r>
            </a:p>
          </p:txBody>
        </p:sp>
        <p:sp>
          <p:nvSpPr>
            <p:cNvPr id="33" name="矩形 13"/>
            <p:cNvSpPr/>
            <p:nvPr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235/179/204</a:t>
              </a:r>
            </a:p>
          </p:txBody>
        </p:sp>
        <p:sp>
          <p:nvSpPr>
            <p:cNvPr id="34" name="矩形 13"/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  <a:defRPr/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216/179/179</a:t>
              </a:r>
            </a:p>
          </p:txBody>
        </p:sp>
        <p:sp>
          <p:nvSpPr>
            <p:cNvPr id="35" name="矩形 13"/>
            <p:cNvSpPr/>
            <p:nvPr/>
          </p:nvSpPr>
          <p:spPr>
            <a:xfrm>
              <a:off x="7806130" y="3415851"/>
              <a:ext cx="791510" cy="664397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250/211/187</a:t>
              </a:r>
              <a:endParaRPr kumimoji="1" lang="mr-IN" altLang="zh-CN" sz="500" b="1" dirty="0">
                <a:solidFill>
                  <a:srgbClr val="1B1B18"/>
                </a:solidFill>
                <a:ea typeface="Arial" charset="0"/>
                <a:cs typeface="Arial" charset="0"/>
              </a:endParaRPr>
            </a:p>
          </p:txBody>
        </p:sp>
        <p:sp>
          <p:nvSpPr>
            <p:cNvPr id="36" name="矩形 13"/>
            <p:cNvSpPr/>
            <p:nvPr/>
          </p:nvSpPr>
          <p:spPr>
            <a:xfrm>
              <a:off x="7815961" y="4866463"/>
              <a:ext cx="791510" cy="664397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208/232/196</a:t>
              </a:r>
            </a:p>
          </p:txBody>
        </p:sp>
        <p:sp>
          <p:nvSpPr>
            <p:cNvPr id="37" name="矩形 13"/>
            <p:cNvSpPr/>
            <p:nvPr/>
          </p:nvSpPr>
          <p:spPr>
            <a:xfrm>
              <a:off x="7813724" y="4134866"/>
              <a:ext cx="791510" cy="664397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254/238/193</a:t>
              </a:r>
            </a:p>
          </p:txBody>
        </p:sp>
        <p:sp>
          <p:nvSpPr>
            <p:cNvPr id="38" name="矩形 13"/>
            <p:cNvSpPr/>
            <p:nvPr/>
          </p:nvSpPr>
          <p:spPr>
            <a:xfrm>
              <a:off x="7813724" y="5596166"/>
              <a:ext cx="791510" cy="664397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190/23/238</a:t>
              </a:r>
            </a:p>
          </p:txBody>
        </p:sp>
        <p:sp>
          <p:nvSpPr>
            <p:cNvPr id="39" name="矩形 13"/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239/178/184</a:t>
              </a:r>
            </a:p>
          </p:txBody>
        </p:sp>
        <p:sp>
          <p:nvSpPr>
            <p:cNvPr id="40" name="矩形 13"/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238/179/193</a:t>
              </a:r>
            </a:p>
          </p:txBody>
        </p:sp>
        <p:sp>
          <p:nvSpPr>
            <p:cNvPr id="41" name="矩形 13"/>
            <p:cNvSpPr/>
            <p:nvPr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35/24/21</a:t>
              </a:r>
            </a:p>
          </p:txBody>
        </p:sp>
        <p:sp>
          <p:nvSpPr>
            <p:cNvPr id="42" name="矩形 13"/>
            <p:cNvSpPr/>
            <p:nvPr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 </a:t>
              </a:r>
            </a:p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89/87/87</a:t>
              </a:r>
            </a:p>
          </p:txBody>
        </p:sp>
        <p:sp>
          <p:nvSpPr>
            <p:cNvPr id="43" name="矩形 13"/>
            <p:cNvSpPr/>
            <p:nvPr/>
          </p:nvSpPr>
          <p:spPr>
            <a:xfrm>
              <a:off x="6450318" y="6324025"/>
              <a:ext cx="513579" cy="664397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</a:t>
              </a:r>
            </a:p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137</a:t>
              </a:r>
            </a:p>
          </p:txBody>
        </p:sp>
        <p:sp>
          <p:nvSpPr>
            <p:cNvPr id="44" name="矩形 13"/>
            <p:cNvSpPr/>
            <p:nvPr/>
          </p:nvSpPr>
          <p:spPr>
            <a:xfrm>
              <a:off x="6998296" y="6324025"/>
              <a:ext cx="513579" cy="664397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RGB</a:t>
              </a:r>
            </a:p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ea typeface="Arial" charset="0"/>
                  <a:cs typeface="Arial" charset="0"/>
                </a:rPr>
                <a:t>181</a:t>
              </a:r>
            </a:p>
          </p:txBody>
        </p:sp>
        <p:sp>
          <p:nvSpPr>
            <p:cNvPr id="45" name="矩形 13"/>
            <p:cNvSpPr/>
            <p:nvPr/>
          </p:nvSpPr>
          <p:spPr>
            <a:xfrm>
              <a:off x="7541580" y="6324025"/>
              <a:ext cx="513579" cy="664397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221</a:t>
              </a:r>
            </a:p>
          </p:txBody>
        </p:sp>
        <p:sp>
          <p:nvSpPr>
            <p:cNvPr id="46" name="矩形 13"/>
            <p:cNvSpPr/>
            <p:nvPr/>
          </p:nvSpPr>
          <p:spPr>
            <a:xfrm>
              <a:off x="8083608" y="6324025"/>
              <a:ext cx="513579" cy="66439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RGB</a:t>
              </a:r>
            </a:p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255/255/</a:t>
              </a:r>
              <a:b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1B1B18"/>
                  </a:solidFill>
                  <a:ea typeface="Arial" charset="0"/>
                  <a:cs typeface="Arial" charset="0"/>
                </a:rPr>
                <a:t>255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143507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extLst>
    <p:ext uri="{DCECCB84-F9BA-43D5-87BE-67443E8EF086}">
      <p15:sldGuideLst xmlns:p15="http://schemas.microsoft.com/office/powerpoint/2012/main" xmlns="">
        <p15:guide id="1" pos="3841">
          <p15:clr>
            <a:srgbClr val="FBAE40"/>
          </p15:clr>
        </p15:guide>
        <p15:guide id="2" orient="horz" pos="2160">
          <p15:clr>
            <a:srgbClr val="FBAE40"/>
          </p15:clr>
        </p15:guide>
        <p15:guide id="3" pos="303">
          <p15:clr>
            <a:srgbClr val="FBAE40"/>
          </p15:clr>
        </p15:guide>
        <p15:guide id="4" pos="7380">
          <p15:clr>
            <a:srgbClr val="FBAE40"/>
          </p15:clr>
        </p15:guide>
        <p15:guide id="5" orient="horz" pos="640">
          <p15:clr>
            <a:srgbClr val="FBAE40"/>
          </p15:clr>
        </p15:guide>
        <p15:guide id="6" orient="horz" pos="3952">
          <p15:clr>
            <a:srgbClr val="FBAE40"/>
          </p15:clr>
        </p15:guide>
      </p15:sldGuideLst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95678127"/>
      </p:ext>
    </p:extLst>
  </p:cSld>
  <p:clrMapOvr>
    <a:masterClrMapping/>
  </p:clrMapOvr>
  <p:transition spd="med"/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09631" y="468677"/>
            <a:ext cx="11377506" cy="10422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82" y="1599829"/>
            <a:ext cx="10977404" cy="452650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838238081"/>
      </p:ext>
    </p:extLst>
  </p:cSld>
  <p:clrMapOvr>
    <a:masterClrMapping/>
  </p:clrMapOvr>
  <p:transition spd="med" advClick="0"/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3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29"/>
              </a:lnSpc>
              <a:spcBef>
                <a:spcPts val="0"/>
              </a:spcBef>
              <a:buNone/>
              <a:defRPr sz="2799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593662" indent="0" algn="ctr">
              <a:buNone/>
              <a:defRPr sz="2597"/>
            </a:lvl2pPr>
            <a:lvl3pPr marL="1187323" indent="0" algn="ctr">
              <a:buNone/>
              <a:defRPr sz="2337"/>
            </a:lvl3pPr>
            <a:lvl4pPr marL="1780986" indent="0" algn="ctr">
              <a:buNone/>
              <a:defRPr sz="2078"/>
            </a:lvl4pPr>
            <a:lvl5pPr marL="2374648" indent="0" algn="ctr">
              <a:buNone/>
              <a:defRPr sz="2078"/>
            </a:lvl5pPr>
            <a:lvl6pPr marL="2968309" indent="0" algn="ctr">
              <a:buNone/>
              <a:defRPr sz="2078"/>
            </a:lvl6pPr>
            <a:lvl7pPr marL="3561971" indent="0" algn="ctr">
              <a:buNone/>
              <a:defRPr sz="2078"/>
            </a:lvl7pPr>
            <a:lvl8pPr marL="4155634" indent="0" algn="ctr">
              <a:buNone/>
              <a:defRPr sz="2078"/>
            </a:lvl8pPr>
            <a:lvl9pPr marL="4749295" indent="0" algn="ctr">
              <a:buNone/>
              <a:defRPr sz="2078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8936514"/>
      </p:ext>
    </p:extLst>
  </p:cSld>
  <p:clrMapOvr>
    <a:masterClrMapping/>
  </p:clrMapOvr>
  <p:extLst>
    <p:ext uri="{DCECCB84-F9BA-43D5-87BE-67443E8EF086}">
      <p15:sldGuideLst xmlns:p15="http://schemas.microsoft.com/office/powerpoint/2012/main" xmlns="">
        <p15:guide id="1" pos="3842">
          <p15:clr>
            <a:srgbClr val="FBAE40"/>
          </p15:clr>
        </p15:guide>
      </p15:sldGuideLst>
    </p:ext>
  </p:extLs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51149300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1919508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>
            <a:extLst>
              <a:ext uri="{FF2B5EF4-FFF2-40B4-BE49-F238E27FC236}">
                <a16:creationId xmlns:a16="http://schemas.microsoft.com/office/drawing/2014/main" xmlns="" id="{CA8B3F0C-616F-224A-B32F-9F9BF5EEE1BC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442275" y="1244339"/>
            <a:ext cx="11265816" cy="4958996"/>
          </a:xfrm>
          <a:prstGeom prst="rect">
            <a:avLst/>
          </a:prstGeom>
        </p:spPr>
        <p:txBody>
          <a:bodyPr lIns="0" tIns="0" rIns="0" bIns="0"/>
          <a:lstStyle>
            <a:lvl1pPr marL="179100" marR="0" indent="-168007" algn="l" defTabSz="11858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>
                <a:tab pos="1206156" algn="ctr"/>
              </a:tabLst>
              <a:defRPr sz="1796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8499" marR="0" indent="-168007" algn="l" defTabSz="11858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&gt;"/>
              <a:tabLst>
                <a:tab pos="1206156" algn="ctr"/>
              </a:tabLst>
              <a:defRPr sz="1596" baseline="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28812" marR="0" indent="0" algn="l" defTabSz="11858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None/>
              <a:tabLst>
                <a:tab pos="1206156" algn="ctr"/>
              </a:tabLst>
              <a:defRPr sz="1295" baseline="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525010" indent="-170887">
              <a:buFont typeface="Arial" panose="020B0604020202020204" pitchFamily="34" charset="0"/>
              <a:buChar char="•"/>
              <a:tabLst>
                <a:tab pos="1206488" algn="ctr"/>
              </a:tabLst>
              <a:defRPr sz="1295" baseline="0"/>
            </a:lvl4pPr>
            <a:lvl5pPr marL="525010" indent="-170887">
              <a:buFont typeface="Arial" panose="020B0604020202020204" pitchFamily="34" charset="0"/>
              <a:buChar char="•"/>
              <a:tabLst>
                <a:tab pos="1206488" algn="ctr"/>
              </a:tabLst>
              <a:defRPr sz="1295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altLang="zh-CN" dirty="0"/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442278" y="348791"/>
            <a:ext cx="11265817" cy="559472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796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grpSp>
        <p:nvGrpSpPr>
          <p:cNvPr id="4" name="Group 46"/>
          <p:cNvGrpSpPr>
            <a:grpSpLocks noChangeAspect="1"/>
          </p:cNvGrpSpPr>
          <p:nvPr userDrawn="1"/>
        </p:nvGrpSpPr>
        <p:grpSpPr>
          <a:xfrm>
            <a:off x="12295786" y="2625397"/>
            <a:ext cx="1963324" cy="4233515"/>
            <a:chOff x="5343883" y="-48857"/>
            <a:chExt cx="3263588" cy="7037279"/>
          </a:xfrm>
        </p:grpSpPr>
        <p:sp>
          <p:nvSpPr>
            <p:cNvPr id="7" name="矩形 13"/>
            <p:cNvSpPr/>
            <p:nvPr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196/0/84</a:t>
              </a:r>
            </a:p>
          </p:txBody>
        </p:sp>
        <p:sp>
          <p:nvSpPr>
            <p:cNvPr id="8" name="文本框 15"/>
            <p:cNvSpPr txBox="1"/>
            <p:nvPr/>
          </p:nvSpPr>
          <p:spPr>
            <a:xfrm>
              <a:off x="5352721" y="1694497"/>
              <a:ext cx="1636699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defTabSz="913016"/>
              <a:r>
                <a:rPr kumimoji="1" lang="zh-CN" altLang="en-US" sz="800">
                  <a:solidFill>
                    <a:srgbClr val="1B1B18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公司辅助色</a:t>
              </a:r>
              <a:endParaRPr kumimoji="1" lang="zh-CN" altLang="en-US" sz="800" dirty="0">
                <a:solidFill>
                  <a:srgbClr val="1B1B18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" name="矩形 13"/>
            <p:cNvSpPr/>
            <p:nvPr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203/55/120</a:t>
              </a:r>
            </a:p>
          </p:txBody>
        </p:sp>
        <p:sp>
          <p:nvSpPr>
            <p:cNvPr id="10" name="矩形 13"/>
            <p:cNvSpPr/>
            <p:nvPr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237/109/0</a:t>
              </a:r>
            </a:p>
          </p:txBody>
        </p:sp>
        <p:sp>
          <p:nvSpPr>
            <p:cNvPr id="11" name="矩形 13"/>
            <p:cNvSpPr/>
            <p:nvPr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153/54/54</a:t>
              </a:r>
            </a:p>
          </p:txBody>
        </p:sp>
        <p:sp>
          <p:nvSpPr>
            <p:cNvPr id="12" name="矩形 13"/>
            <p:cNvSpPr/>
            <p:nvPr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98/178/48</a:t>
              </a:r>
            </a:p>
          </p:txBody>
        </p:sp>
        <p:sp>
          <p:nvSpPr>
            <p:cNvPr id="13" name="矩形 13"/>
            <p:cNvSpPr/>
            <p:nvPr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242/137/68</a:t>
              </a:r>
              <a:endParaRPr kumimoji="1" lang="mr-IN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charset="0"/>
                <a:cs typeface="Arial" charset="0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PANTONE 185C</a:t>
              </a:r>
            </a:p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199/0/11  </a:t>
              </a:r>
            </a:p>
          </p:txBody>
        </p:sp>
        <p:sp>
          <p:nvSpPr>
            <p:cNvPr id="15" name="文本框 15"/>
            <p:cNvSpPr txBox="1"/>
            <p:nvPr/>
          </p:nvSpPr>
          <p:spPr>
            <a:xfrm>
              <a:off x="5343883" y="-48857"/>
              <a:ext cx="1358295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defTabSz="913016"/>
              <a:r>
                <a:rPr kumimoji="1" lang="zh-CN" altLang="en-US" sz="800">
                  <a:solidFill>
                    <a:srgbClr val="1B1B18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公司色</a:t>
              </a:r>
              <a:endParaRPr kumimoji="1" lang="zh-CN" altLang="en-US" sz="800" dirty="0">
                <a:solidFill>
                  <a:srgbClr val="1B1B18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" name="矩形 13"/>
            <p:cNvSpPr/>
            <p:nvPr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PANTONE 186C</a:t>
              </a:r>
            </a:p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200/16/46  </a:t>
              </a:r>
            </a:p>
          </p:txBody>
        </p:sp>
        <p:sp>
          <p:nvSpPr>
            <p:cNvPr id="17" name="矩形 13"/>
            <p:cNvSpPr/>
            <p:nvPr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127/0/1</a:t>
              </a:r>
            </a:p>
          </p:txBody>
        </p:sp>
        <p:sp>
          <p:nvSpPr>
            <p:cNvPr id="18" name="矩形 13"/>
            <p:cNvSpPr/>
            <p:nvPr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52/200/0</a:t>
              </a:r>
            </a:p>
          </p:txBody>
        </p:sp>
        <p:sp>
          <p:nvSpPr>
            <p:cNvPr id="19" name="矩形 13"/>
            <p:cNvSpPr/>
            <p:nvPr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48/181/197</a:t>
              </a:r>
            </a:p>
          </p:txBody>
        </p:sp>
        <p:sp>
          <p:nvSpPr>
            <p:cNvPr id="20" name="矩形 13"/>
            <p:cNvSpPr/>
            <p:nvPr/>
          </p:nvSpPr>
          <p:spPr>
            <a:xfrm>
              <a:off x="6194511" y="4866463"/>
              <a:ext cx="791510" cy="664397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129/193/95</a:t>
              </a:r>
            </a:p>
          </p:txBody>
        </p:sp>
        <p:sp>
          <p:nvSpPr>
            <p:cNvPr id="21" name="矩形 13"/>
            <p:cNvSpPr/>
            <p:nvPr/>
          </p:nvSpPr>
          <p:spPr>
            <a:xfrm>
              <a:off x="6192274" y="4134866"/>
              <a:ext cx="791510" cy="664397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253/211/81</a:t>
              </a:r>
            </a:p>
          </p:txBody>
        </p:sp>
        <p:sp>
          <p:nvSpPr>
            <p:cNvPr id="22" name="矩形 13"/>
            <p:cNvSpPr/>
            <p:nvPr/>
          </p:nvSpPr>
          <p:spPr>
            <a:xfrm>
              <a:off x="6192274" y="5596166"/>
              <a:ext cx="791510" cy="664397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86/196/210</a:t>
              </a:r>
            </a:p>
          </p:txBody>
        </p:sp>
        <p:sp>
          <p:nvSpPr>
            <p:cNvPr id="23" name="矩形 13"/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211/57/65</a:t>
              </a:r>
            </a:p>
          </p:txBody>
        </p:sp>
        <p:sp>
          <p:nvSpPr>
            <p:cNvPr id="24" name="矩形 13"/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 </a:t>
              </a:r>
            </a:p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211/56/89</a:t>
              </a:r>
            </a:p>
          </p:txBody>
        </p:sp>
        <p:sp>
          <p:nvSpPr>
            <p:cNvPr id="25" name="矩形 13"/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 221/128/170</a:t>
              </a:r>
            </a:p>
          </p:txBody>
        </p:sp>
        <p:sp>
          <p:nvSpPr>
            <p:cNvPr id="26" name="矩形 13"/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  <a:defRPr/>
              </a:pPr>
              <a:r>
                <a:rPr kumimoji="1" lang="en-US" altLang="zh-CN" sz="500" b="1" dirty="0">
                  <a:solidFill>
                    <a:srgbClr val="1B1B18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 191/128/130</a:t>
              </a:r>
            </a:p>
          </p:txBody>
        </p:sp>
        <p:sp>
          <p:nvSpPr>
            <p:cNvPr id="27" name="矩形 13"/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 246/183/140</a:t>
              </a:r>
              <a:endParaRPr kumimoji="1" lang="mr-IN" altLang="zh-CN" sz="500" b="1" dirty="0">
                <a:solidFill>
                  <a:srgbClr val="1B1B18"/>
                </a:solidFill>
                <a:latin typeface="Arial" panose="020B0604020202020204" pitchFamily="34" charset="0"/>
                <a:ea typeface="Arial" charset="0"/>
                <a:cs typeface="Arial" charset="0"/>
              </a:endParaRPr>
            </a:p>
          </p:txBody>
        </p:sp>
        <p:sp>
          <p:nvSpPr>
            <p:cNvPr id="28" name="矩形 13"/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 176/216/156</a:t>
              </a:r>
            </a:p>
          </p:txBody>
        </p:sp>
        <p:sp>
          <p:nvSpPr>
            <p:cNvPr id="29" name="矩形 13"/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 253/227/181</a:t>
              </a:r>
            </a:p>
          </p:txBody>
        </p:sp>
        <p:sp>
          <p:nvSpPr>
            <p:cNvPr id="30" name="矩形 13"/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 148/218/226</a:t>
              </a:r>
            </a:p>
          </p:txBody>
        </p:sp>
        <p:sp>
          <p:nvSpPr>
            <p:cNvPr id="31" name="矩形 13"/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 226/129/137</a:t>
              </a:r>
            </a:p>
          </p:txBody>
        </p:sp>
        <p:sp>
          <p:nvSpPr>
            <p:cNvPr id="32" name="矩形 13"/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 226/129/152</a:t>
              </a:r>
            </a:p>
          </p:txBody>
        </p:sp>
        <p:sp>
          <p:nvSpPr>
            <p:cNvPr id="33" name="矩形 13"/>
            <p:cNvSpPr/>
            <p:nvPr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 235/179/204</a:t>
              </a:r>
            </a:p>
          </p:txBody>
        </p:sp>
        <p:sp>
          <p:nvSpPr>
            <p:cNvPr id="34" name="矩形 13"/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  <a:defRPr/>
              </a:pPr>
              <a:r>
                <a:rPr kumimoji="1" lang="en-US" altLang="zh-CN" sz="500" b="1" dirty="0">
                  <a:solidFill>
                    <a:srgbClr val="1B1B18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 216/179/179</a:t>
              </a:r>
            </a:p>
          </p:txBody>
        </p:sp>
        <p:sp>
          <p:nvSpPr>
            <p:cNvPr id="35" name="矩形 13"/>
            <p:cNvSpPr/>
            <p:nvPr/>
          </p:nvSpPr>
          <p:spPr>
            <a:xfrm>
              <a:off x="7806130" y="3415851"/>
              <a:ext cx="791510" cy="664397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 250/211/187</a:t>
              </a:r>
              <a:endParaRPr kumimoji="1" lang="mr-IN" altLang="zh-CN" sz="500" b="1" dirty="0">
                <a:solidFill>
                  <a:srgbClr val="1B1B18"/>
                </a:solidFill>
                <a:latin typeface="Arial" panose="020B0604020202020204" pitchFamily="34" charset="0"/>
                <a:ea typeface="Arial" charset="0"/>
                <a:cs typeface="Arial" charset="0"/>
              </a:endParaRPr>
            </a:p>
          </p:txBody>
        </p:sp>
        <p:sp>
          <p:nvSpPr>
            <p:cNvPr id="36" name="矩形 13"/>
            <p:cNvSpPr/>
            <p:nvPr/>
          </p:nvSpPr>
          <p:spPr>
            <a:xfrm>
              <a:off x="7815961" y="4866463"/>
              <a:ext cx="791510" cy="664397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 208/232/196</a:t>
              </a:r>
            </a:p>
          </p:txBody>
        </p:sp>
        <p:sp>
          <p:nvSpPr>
            <p:cNvPr id="37" name="矩形 13"/>
            <p:cNvSpPr/>
            <p:nvPr/>
          </p:nvSpPr>
          <p:spPr>
            <a:xfrm>
              <a:off x="7813724" y="4134866"/>
              <a:ext cx="791510" cy="664397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 254/238/193</a:t>
              </a:r>
            </a:p>
          </p:txBody>
        </p:sp>
        <p:sp>
          <p:nvSpPr>
            <p:cNvPr id="38" name="矩形 13"/>
            <p:cNvSpPr/>
            <p:nvPr/>
          </p:nvSpPr>
          <p:spPr>
            <a:xfrm>
              <a:off x="7813724" y="5596166"/>
              <a:ext cx="791510" cy="664397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1B1B18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1B1B18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190/23/238</a:t>
              </a:r>
            </a:p>
          </p:txBody>
        </p:sp>
        <p:sp>
          <p:nvSpPr>
            <p:cNvPr id="39" name="矩形 13"/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 239/178/184</a:t>
              </a:r>
            </a:p>
          </p:txBody>
        </p:sp>
        <p:sp>
          <p:nvSpPr>
            <p:cNvPr id="40" name="矩形 13"/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 238/179/193</a:t>
              </a:r>
            </a:p>
          </p:txBody>
        </p:sp>
        <p:sp>
          <p:nvSpPr>
            <p:cNvPr id="41" name="矩形 13"/>
            <p:cNvSpPr/>
            <p:nvPr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35/24/21</a:t>
              </a:r>
            </a:p>
          </p:txBody>
        </p:sp>
        <p:sp>
          <p:nvSpPr>
            <p:cNvPr id="42" name="矩形 13"/>
            <p:cNvSpPr/>
            <p:nvPr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 </a:t>
              </a:r>
            </a:p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89/87/87</a:t>
              </a:r>
            </a:p>
          </p:txBody>
        </p:sp>
        <p:sp>
          <p:nvSpPr>
            <p:cNvPr id="43" name="矩形 13"/>
            <p:cNvSpPr/>
            <p:nvPr/>
          </p:nvSpPr>
          <p:spPr>
            <a:xfrm>
              <a:off x="6450318" y="6324025"/>
              <a:ext cx="513579" cy="664397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</a:t>
              </a:r>
            </a:p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137</a:t>
              </a:r>
            </a:p>
          </p:txBody>
        </p:sp>
        <p:sp>
          <p:nvSpPr>
            <p:cNvPr id="44" name="矩形 13"/>
            <p:cNvSpPr/>
            <p:nvPr/>
          </p:nvSpPr>
          <p:spPr>
            <a:xfrm>
              <a:off x="6998296" y="6324025"/>
              <a:ext cx="513579" cy="664397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</a:t>
              </a:r>
            </a:p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181</a:t>
              </a:r>
            </a:p>
          </p:txBody>
        </p:sp>
        <p:sp>
          <p:nvSpPr>
            <p:cNvPr id="45" name="矩形 13"/>
            <p:cNvSpPr/>
            <p:nvPr/>
          </p:nvSpPr>
          <p:spPr>
            <a:xfrm>
              <a:off x="7541580" y="6324025"/>
              <a:ext cx="513579" cy="664397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1B1B18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1B1B18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221</a:t>
              </a:r>
            </a:p>
          </p:txBody>
        </p:sp>
        <p:sp>
          <p:nvSpPr>
            <p:cNvPr id="46" name="矩形 13"/>
            <p:cNvSpPr/>
            <p:nvPr/>
          </p:nvSpPr>
          <p:spPr>
            <a:xfrm>
              <a:off x="8083608" y="6324025"/>
              <a:ext cx="513579" cy="66439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</a:t>
              </a:r>
            </a:p>
            <a:p>
              <a:pPr algn="ctr" defTabSz="913016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1B1B18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255/255/</a:t>
              </a:r>
              <a:br>
                <a:rPr kumimoji="1" lang="en-US" altLang="zh-CN" sz="500" b="1" dirty="0">
                  <a:solidFill>
                    <a:srgbClr val="1B1B18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1B1B18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255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428434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extLst>
    <p:ext uri="{DCECCB84-F9BA-43D5-87BE-67443E8EF086}">
      <p15:sldGuideLst xmlns:p15="http://schemas.microsoft.com/office/powerpoint/2012/main" xmlns="">
        <p15:guide id="1" pos="3841">
          <p15:clr>
            <a:srgbClr val="FBAE40"/>
          </p15:clr>
        </p15:guide>
        <p15:guide id="2" orient="horz" pos="2160">
          <p15:clr>
            <a:srgbClr val="FBAE40"/>
          </p15:clr>
        </p15:guide>
        <p15:guide id="3" pos="303">
          <p15:clr>
            <a:srgbClr val="FBAE40"/>
          </p15:clr>
        </p15:guide>
        <p15:guide id="4" pos="7380">
          <p15:clr>
            <a:srgbClr val="FBAE40"/>
          </p15:clr>
        </p15:guide>
        <p15:guide id="5" orient="horz" pos="640">
          <p15:clr>
            <a:srgbClr val="FBAE40"/>
          </p15:clr>
        </p15:guide>
        <p15:guide id="6" orient="horz" pos="3952">
          <p15:clr>
            <a:srgbClr val="FBAE40"/>
          </p15:clr>
        </p15:guide>
      </p15:sldGuideLst>
    </p:ext>
  </p:extLs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29527635"/>
      </p:ext>
    </p:extLst>
  </p:cSld>
  <p:clrMapOvr>
    <a:masterClrMapping/>
  </p:clrMapOvr>
  <p:transition spd="med"/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09631" y="468677"/>
            <a:ext cx="11377506" cy="10422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82" y="1599829"/>
            <a:ext cx="10977404" cy="452650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4153126042"/>
      </p:ext>
    </p:extLst>
  </p:cSld>
  <p:clrMapOvr>
    <a:masterClrMapping/>
  </p:clrMapOvr>
  <p:transition spd="med" advClick="0"/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3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29"/>
              </a:lnSpc>
              <a:spcBef>
                <a:spcPts val="0"/>
              </a:spcBef>
              <a:buNone/>
              <a:defRPr sz="2799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593662" indent="0" algn="ctr">
              <a:buNone/>
              <a:defRPr sz="2597"/>
            </a:lvl2pPr>
            <a:lvl3pPr marL="1187323" indent="0" algn="ctr">
              <a:buNone/>
              <a:defRPr sz="2337"/>
            </a:lvl3pPr>
            <a:lvl4pPr marL="1780986" indent="0" algn="ctr">
              <a:buNone/>
              <a:defRPr sz="2078"/>
            </a:lvl4pPr>
            <a:lvl5pPr marL="2374648" indent="0" algn="ctr">
              <a:buNone/>
              <a:defRPr sz="2078"/>
            </a:lvl5pPr>
            <a:lvl6pPr marL="2968309" indent="0" algn="ctr">
              <a:buNone/>
              <a:defRPr sz="2078"/>
            </a:lvl6pPr>
            <a:lvl7pPr marL="3561971" indent="0" algn="ctr">
              <a:buNone/>
              <a:defRPr sz="2078"/>
            </a:lvl7pPr>
            <a:lvl8pPr marL="4155634" indent="0" algn="ctr">
              <a:buNone/>
              <a:defRPr sz="2078"/>
            </a:lvl8pPr>
            <a:lvl9pPr marL="4749295" indent="0" algn="ctr">
              <a:buNone/>
              <a:defRPr sz="2078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6302505"/>
      </p:ext>
    </p:extLst>
  </p:cSld>
  <p:clrMapOvr>
    <a:masterClrMapping/>
  </p:clrMapOvr>
  <p:extLst>
    <p:ext uri="{DCECCB84-F9BA-43D5-87BE-67443E8EF086}">
      <p15:sldGuideLst xmlns:p15="http://schemas.microsoft.com/office/powerpoint/2012/main" xmlns="">
        <p15:guide id="1" pos="3842">
          <p15:clr>
            <a:srgbClr val="FBAE40"/>
          </p15:clr>
        </p15:guide>
      </p15:sldGuideLst>
    </p:ext>
  </p:extLs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19684521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43337147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>
            <a:extLst>
              <a:ext uri="{FF2B5EF4-FFF2-40B4-BE49-F238E27FC236}">
                <a16:creationId xmlns:a16="http://schemas.microsoft.com/office/drawing/2014/main" xmlns="" id="{CA8B3F0C-616F-224A-B32F-9F9BF5EEE1BC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442275" y="1244339"/>
            <a:ext cx="11265816" cy="4958996"/>
          </a:xfrm>
          <a:prstGeom prst="rect">
            <a:avLst/>
          </a:prstGeom>
        </p:spPr>
        <p:txBody>
          <a:bodyPr lIns="0" tIns="0" rIns="0" bIns="0"/>
          <a:lstStyle>
            <a:lvl1pPr marL="179100" marR="0" indent="-168007" algn="l" defTabSz="11858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>
                <a:tab pos="1206156" algn="ctr"/>
              </a:tabLst>
              <a:defRPr sz="1796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8499" marR="0" indent="-168007" algn="l" defTabSz="11858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&gt;"/>
              <a:tabLst>
                <a:tab pos="1206156" algn="ctr"/>
              </a:tabLst>
              <a:defRPr sz="1596" baseline="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28812" marR="0" indent="0" algn="l" defTabSz="11858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None/>
              <a:tabLst>
                <a:tab pos="1206156" algn="ctr"/>
              </a:tabLst>
              <a:defRPr sz="1295" baseline="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525010" indent="-170887">
              <a:buFont typeface="Arial" panose="020B0604020202020204" pitchFamily="34" charset="0"/>
              <a:buChar char="•"/>
              <a:tabLst>
                <a:tab pos="1206488" algn="ctr"/>
              </a:tabLst>
              <a:defRPr sz="1295" baseline="0"/>
            </a:lvl4pPr>
            <a:lvl5pPr marL="525010" indent="-170887">
              <a:buFont typeface="Arial" panose="020B0604020202020204" pitchFamily="34" charset="0"/>
              <a:buChar char="•"/>
              <a:tabLst>
                <a:tab pos="1206488" algn="ctr"/>
              </a:tabLst>
              <a:defRPr sz="1295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altLang="zh-CN" dirty="0"/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442278" y="348791"/>
            <a:ext cx="11265817" cy="559472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796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4186729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extLst>
    <p:ext uri="{DCECCB84-F9BA-43D5-87BE-67443E8EF086}">
      <p15:sldGuideLst xmlns:p15="http://schemas.microsoft.com/office/powerpoint/2012/main" xmlns="">
        <p15:guide id="1" pos="3841">
          <p15:clr>
            <a:srgbClr val="FBAE40"/>
          </p15:clr>
        </p15:guide>
        <p15:guide id="2" orient="horz" pos="2160">
          <p15:clr>
            <a:srgbClr val="FBAE40"/>
          </p15:clr>
        </p15:guide>
        <p15:guide id="3" pos="303">
          <p15:clr>
            <a:srgbClr val="FBAE40"/>
          </p15:clr>
        </p15:guide>
        <p15:guide id="4" pos="7380">
          <p15:clr>
            <a:srgbClr val="FBAE40"/>
          </p15:clr>
        </p15:guide>
        <p15:guide id="5" orient="horz" pos="640">
          <p15:clr>
            <a:srgbClr val="FBAE40"/>
          </p15:clr>
        </p15:guide>
        <p15:guide id="6" orient="horz" pos="3952">
          <p15:clr>
            <a:srgbClr val="FBAE40"/>
          </p15:clr>
        </p15:guide>
      </p15:sldGuideLst>
    </p:ext>
  </p:extLs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55727944"/>
      </p:ext>
    </p:extLst>
  </p:cSld>
  <p:clrMapOvr>
    <a:masterClrMapping/>
  </p:clrMapOvr>
  <p:transition spd="med"/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09631" y="468677"/>
            <a:ext cx="11377506" cy="10422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82" y="1599829"/>
            <a:ext cx="10977404" cy="452650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959620418"/>
      </p:ext>
    </p:extLst>
  </p:cSld>
  <p:clrMapOvr>
    <a:masterClrMapping/>
  </p:clrMapOvr>
  <p:transition spd="med" advClick="0"/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3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29"/>
              </a:lnSpc>
              <a:spcBef>
                <a:spcPts val="0"/>
              </a:spcBef>
              <a:buNone/>
              <a:defRPr sz="2799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593662" indent="0" algn="ctr">
              <a:buNone/>
              <a:defRPr sz="2597"/>
            </a:lvl2pPr>
            <a:lvl3pPr marL="1187323" indent="0" algn="ctr">
              <a:buNone/>
              <a:defRPr sz="2337"/>
            </a:lvl3pPr>
            <a:lvl4pPr marL="1780986" indent="0" algn="ctr">
              <a:buNone/>
              <a:defRPr sz="2078"/>
            </a:lvl4pPr>
            <a:lvl5pPr marL="2374648" indent="0" algn="ctr">
              <a:buNone/>
              <a:defRPr sz="2078"/>
            </a:lvl5pPr>
            <a:lvl6pPr marL="2968309" indent="0" algn="ctr">
              <a:buNone/>
              <a:defRPr sz="2078"/>
            </a:lvl6pPr>
            <a:lvl7pPr marL="3561971" indent="0" algn="ctr">
              <a:buNone/>
              <a:defRPr sz="2078"/>
            </a:lvl7pPr>
            <a:lvl8pPr marL="4155634" indent="0" algn="ctr">
              <a:buNone/>
              <a:defRPr sz="2078"/>
            </a:lvl8pPr>
            <a:lvl9pPr marL="4749295" indent="0" algn="ctr">
              <a:buNone/>
              <a:defRPr sz="2078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1417198"/>
      </p:ext>
    </p:extLst>
  </p:cSld>
  <p:clrMapOvr>
    <a:masterClrMapping/>
  </p:clrMapOvr>
  <p:extLst>
    <p:ext uri="{DCECCB84-F9BA-43D5-87BE-67443E8EF086}">
      <p15:sldGuideLst xmlns:p15="http://schemas.microsoft.com/office/powerpoint/2012/main" xmlns="">
        <p15:guide id="1" pos="3842">
          <p15:clr>
            <a:srgbClr val="FBAE40"/>
          </p15:clr>
        </p15:guide>
      </p15:sldGuideLst>
    </p:ext>
  </p:extLs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5019516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69261535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>
            <a:extLst>
              <a:ext uri="{FF2B5EF4-FFF2-40B4-BE49-F238E27FC236}">
                <a16:creationId xmlns:a16="http://schemas.microsoft.com/office/drawing/2014/main" xmlns="" id="{CA8B3F0C-616F-224A-B32F-9F9BF5EEE1BC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442275" y="1244339"/>
            <a:ext cx="11265816" cy="4958996"/>
          </a:xfrm>
          <a:prstGeom prst="rect">
            <a:avLst/>
          </a:prstGeom>
        </p:spPr>
        <p:txBody>
          <a:bodyPr lIns="0" tIns="0" rIns="0" bIns="0"/>
          <a:lstStyle>
            <a:lvl1pPr marL="179100" marR="0" indent="-168007" algn="l" defTabSz="11858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>
                <a:tab pos="1206156" algn="ctr"/>
              </a:tabLst>
              <a:defRPr sz="1796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8499" marR="0" indent="-168007" algn="l" defTabSz="11858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&gt;"/>
              <a:tabLst>
                <a:tab pos="1206156" algn="ctr"/>
              </a:tabLst>
              <a:defRPr sz="1596" baseline="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28812" marR="0" indent="0" algn="l" defTabSz="11858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None/>
              <a:tabLst>
                <a:tab pos="1206156" algn="ctr"/>
              </a:tabLst>
              <a:defRPr sz="1295" baseline="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525010" indent="-170887">
              <a:buFont typeface="Arial" panose="020B0604020202020204" pitchFamily="34" charset="0"/>
              <a:buChar char="•"/>
              <a:tabLst>
                <a:tab pos="1206488" algn="ctr"/>
              </a:tabLst>
              <a:defRPr sz="1295" baseline="0"/>
            </a:lvl4pPr>
            <a:lvl5pPr marL="525010" indent="-170887">
              <a:buFont typeface="Arial" panose="020B0604020202020204" pitchFamily="34" charset="0"/>
              <a:buChar char="•"/>
              <a:tabLst>
                <a:tab pos="1206488" algn="ctr"/>
              </a:tabLst>
              <a:defRPr sz="1295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altLang="zh-CN" dirty="0"/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442278" y="348791"/>
            <a:ext cx="11265817" cy="559472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796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2210058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extLst>
    <p:ext uri="{DCECCB84-F9BA-43D5-87BE-67443E8EF086}">
      <p15:sldGuideLst xmlns:p15="http://schemas.microsoft.com/office/powerpoint/2012/main" xmlns="">
        <p15:guide id="1" pos="3841">
          <p15:clr>
            <a:srgbClr val="FBAE40"/>
          </p15:clr>
        </p15:guide>
        <p15:guide id="2" orient="horz" pos="2160">
          <p15:clr>
            <a:srgbClr val="FBAE40"/>
          </p15:clr>
        </p15:guide>
        <p15:guide id="3" pos="303">
          <p15:clr>
            <a:srgbClr val="FBAE40"/>
          </p15:clr>
        </p15:guide>
        <p15:guide id="4" pos="7380">
          <p15:clr>
            <a:srgbClr val="FBAE40"/>
          </p15:clr>
        </p15:guide>
        <p15:guide id="5" orient="horz" pos="640">
          <p15:clr>
            <a:srgbClr val="FBAE40"/>
          </p15:clr>
        </p15:guide>
        <p15:guide id="6" orient="horz" pos="3952">
          <p15:clr>
            <a:srgbClr val="FBAE40"/>
          </p15:clr>
        </p15:guide>
      </p15:sldGuideLst>
    </p:ext>
  </p:extLs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3405483"/>
      </p:ext>
    </p:extLst>
  </p:cSld>
  <p:clrMapOvr>
    <a:masterClrMapping/>
  </p:clrMapOvr>
  <p:transition spd="med"/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09631" y="468677"/>
            <a:ext cx="11377506" cy="10422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82" y="1599829"/>
            <a:ext cx="10977404" cy="452650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4204634738"/>
      </p:ext>
    </p:extLst>
  </p:cSld>
  <p:clrMapOvr>
    <a:masterClrMapping/>
  </p:clrMapOvr>
  <p:transition spd="med" advClick="0"/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3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29"/>
              </a:lnSpc>
              <a:spcBef>
                <a:spcPts val="0"/>
              </a:spcBef>
              <a:buNone/>
              <a:defRPr sz="2799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593662" indent="0" algn="ctr">
              <a:buNone/>
              <a:defRPr sz="2597"/>
            </a:lvl2pPr>
            <a:lvl3pPr marL="1187323" indent="0" algn="ctr">
              <a:buNone/>
              <a:defRPr sz="2337"/>
            </a:lvl3pPr>
            <a:lvl4pPr marL="1780986" indent="0" algn="ctr">
              <a:buNone/>
              <a:defRPr sz="2078"/>
            </a:lvl4pPr>
            <a:lvl5pPr marL="2374648" indent="0" algn="ctr">
              <a:buNone/>
              <a:defRPr sz="2078"/>
            </a:lvl5pPr>
            <a:lvl6pPr marL="2968309" indent="0" algn="ctr">
              <a:buNone/>
              <a:defRPr sz="2078"/>
            </a:lvl6pPr>
            <a:lvl7pPr marL="3561971" indent="0" algn="ctr">
              <a:buNone/>
              <a:defRPr sz="2078"/>
            </a:lvl7pPr>
            <a:lvl8pPr marL="4155634" indent="0" algn="ctr">
              <a:buNone/>
              <a:defRPr sz="2078"/>
            </a:lvl8pPr>
            <a:lvl9pPr marL="4749295" indent="0" algn="ctr">
              <a:buNone/>
              <a:defRPr sz="2078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2198680"/>
      </p:ext>
    </p:extLst>
  </p:cSld>
  <p:clrMapOvr>
    <a:masterClrMapping/>
  </p:clrMapOvr>
  <p:extLst>
    <p:ext uri="{DCECCB84-F9BA-43D5-87BE-67443E8EF086}">
      <p15:sldGuideLst xmlns:p15="http://schemas.microsoft.com/office/powerpoint/2012/main" xmlns="">
        <p15:guide id="1" pos="3842">
          <p15:clr>
            <a:srgbClr val="FBAE40"/>
          </p15:clr>
        </p15:guide>
      </p15:sldGuideLst>
    </p:ext>
  </p:extLst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66544405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28"/>
              </a:lnSpc>
              <a:spcBef>
                <a:spcPts val="0"/>
              </a:spcBef>
              <a:buNone/>
              <a:defRPr sz="3198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593425" indent="0" algn="ctr">
              <a:buNone/>
              <a:defRPr sz="2596"/>
            </a:lvl2pPr>
            <a:lvl3pPr marL="1186848" indent="0" algn="ctr">
              <a:buNone/>
              <a:defRPr sz="2336"/>
            </a:lvl3pPr>
            <a:lvl4pPr marL="1780274" indent="0" algn="ctr">
              <a:buNone/>
              <a:defRPr sz="2077"/>
            </a:lvl4pPr>
            <a:lvl5pPr marL="2373698" indent="0" algn="ctr">
              <a:buNone/>
              <a:defRPr sz="2077"/>
            </a:lvl5pPr>
            <a:lvl6pPr marL="2967122" indent="0" algn="ctr">
              <a:buNone/>
              <a:defRPr sz="2077"/>
            </a:lvl6pPr>
            <a:lvl7pPr marL="3560546" indent="0" algn="ctr">
              <a:buNone/>
              <a:defRPr sz="2077"/>
            </a:lvl7pPr>
            <a:lvl8pPr marL="4153972" indent="0" algn="ctr">
              <a:buNone/>
              <a:defRPr sz="2077"/>
            </a:lvl8pPr>
            <a:lvl9pPr marL="4747395" indent="0" algn="ctr">
              <a:buNone/>
              <a:defRPr sz="2077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xmlns="" id="{CA8B3F0C-616F-224A-B32F-9F9BF5EEE1BC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726023" y="1512879"/>
            <a:ext cx="10733557" cy="4690459"/>
          </a:xfrm>
          <a:prstGeom prst="rect">
            <a:avLst/>
          </a:prstGeom>
        </p:spPr>
        <p:txBody>
          <a:bodyPr lIns="0" tIns="0" rIns="0" bIns="0"/>
          <a:lstStyle>
            <a:lvl1pPr marL="179244" marR="0" indent="-168141" algn="l" defTabSz="11868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>
                <a:tab pos="1207122" algn="ctr"/>
              </a:tabLst>
              <a:defRPr sz="1798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328762" marR="0" indent="-168141" algn="l" defTabSz="11868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&gt;"/>
              <a:tabLst>
                <a:tab pos="1207122" algn="ctr"/>
              </a:tabLst>
              <a:defRPr sz="1598" baseline="0"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 marL="1097697" marR="0" indent="-168141" algn="l" defTabSz="11868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-"/>
              <a:tabLst>
                <a:tab pos="1207122" algn="ctr"/>
              </a:tabLst>
              <a:defRPr sz="1297" baseline="0"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 marL="525430" indent="-171023">
              <a:buFont typeface="Arial" panose="020B0604020202020204" pitchFamily="34" charset="0"/>
              <a:buChar char="•"/>
              <a:tabLst>
                <a:tab pos="1207454" algn="ctr"/>
              </a:tabLst>
              <a:defRPr sz="1297" baseline="0"/>
            </a:lvl4pPr>
            <a:lvl5pPr marL="525430" indent="-171023">
              <a:buFont typeface="Arial" panose="020B0604020202020204" pitchFamily="34" charset="0"/>
              <a:buChar char="•"/>
              <a:tabLst>
                <a:tab pos="1207454" algn="ctr"/>
              </a:tabLst>
              <a:defRPr sz="1297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  <a:p>
            <a:pPr marL="328762" marR="0" lvl="1" indent="-168141" algn="l" defTabSz="11868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7122" algn="ctr"/>
              </a:tabLst>
              <a:defRPr/>
            </a:pPr>
            <a:r>
              <a:rPr lang="zh-CN" altLang="en-US" dirty="0"/>
              <a:t>单击此处添加文本</a:t>
            </a:r>
            <a:endParaRPr lang="en-US" dirty="0"/>
          </a:p>
          <a:p>
            <a:pPr marL="1097697" marR="0" lvl="2" indent="-168141" algn="l" defTabSz="11868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7122" algn="ctr"/>
              </a:tabLst>
              <a:defRPr/>
            </a:pPr>
            <a:r>
              <a:rPr lang="zh-CN" altLang="en-US" dirty="0"/>
              <a:t>单击此处添加文本</a:t>
            </a:r>
            <a:endParaRPr lang="en-US" dirty="0"/>
          </a:p>
          <a:p>
            <a:pPr marL="1097697" marR="0" lvl="2" indent="-168141" algn="l" defTabSz="11868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7122" algn="ctr"/>
              </a:tabLst>
              <a:defRPr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743801908"/>
      </p:ext>
    </p:extLst>
  </p:cSld>
  <p:clrMapOvr>
    <a:masterClrMapping/>
  </p:clrMapOvr>
  <p:extLst>
    <p:ext uri="{DCECCB84-F9BA-43D5-87BE-67443E8EF086}">
      <p15:sldGuideLst xmlns:p15="http://schemas.microsoft.com/office/powerpoint/2012/main" xmlns="">
        <p15:guide id="1" pos="3842">
          <p15:clr>
            <a:srgbClr val="FBAE40"/>
          </p15:clr>
        </p15:guide>
      </p15:sldGuideLst>
    </p:ext>
  </p:extLst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528" y="365128"/>
            <a:ext cx="10519708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016549728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47407757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27"/>
              </a:lnSpc>
              <a:spcBef>
                <a:spcPts val="0"/>
              </a:spcBef>
              <a:buNone/>
              <a:defRPr sz="3197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593248" indent="0" algn="ctr">
              <a:buNone/>
              <a:defRPr sz="2595"/>
            </a:lvl2pPr>
            <a:lvl3pPr marL="1186491" indent="0" algn="ctr">
              <a:buNone/>
              <a:defRPr sz="2336"/>
            </a:lvl3pPr>
            <a:lvl4pPr marL="1779741" indent="0" algn="ctr">
              <a:buNone/>
              <a:defRPr sz="2077"/>
            </a:lvl4pPr>
            <a:lvl5pPr marL="2372985" indent="0" algn="ctr">
              <a:buNone/>
              <a:defRPr sz="2077"/>
            </a:lvl5pPr>
            <a:lvl6pPr marL="2966232" indent="0" algn="ctr">
              <a:buNone/>
              <a:defRPr sz="2077"/>
            </a:lvl6pPr>
            <a:lvl7pPr marL="3559478" indent="0" algn="ctr">
              <a:buNone/>
              <a:defRPr sz="2077"/>
            </a:lvl7pPr>
            <a:lvl8pPr marL="4152726" indent="0" algn="ctr">
              <a:buNone/>
              <a:defRPr sz="2077"/>
            </a:lvl8pPr>
            <a:lvl9pPr marL="4745971" indent="0" algn="ctr">
              <a:buNone/>
              <a:defRPr sz="2077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xmlns="" id="{8A4EAA63-3827-DA40-B921-C01084B9DA87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736910" y="1501994"/>
            <a:ext cx="10733557" cy="4690459"/>
          </a:xfrm>
          <a:prstGeom prst="rect">
            <a:avLst/>
          </a:prstGeom>
        </p:spPr>
        <p:txBody>
          <a:bodyPr lIns="0" tIns="0" rIns="0" bIns="0"/>
          <a:lstStyle>
            <a:lvl1pPr marL="12360" indent="0">
              <a:lnSpc>
                <a:spcPct val="100000"/>
              </a:lnSpc>
              <a:spcBef>
                <a:spcPts val="0"/>
              </a:spcBef>
              <a:buFontTx/>
              <a:buNone/>
              <a:tabLst>
                <a:tab pos="1207091" algn="ctr"/>
              </a:tabLst>
              <a:defRPr sz="1798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525272" indent="-170972">
              <a:buFont typeface="Arial" panose="020B0604020202020204" pitchFamily="34" charset="0"/>
              <a:buChar char="•"/>
              <a:tabLst>
                <a:tab pos="1207091" algn="ctr"/>
              </a:tabLst>
              <a:defRPr sz="1297" baseline="0"/>
            </a:lvl2pPr>
            <a:lvl3pPr marL="525272" indent="-170972">
              <a:buFont typeface="Arial" panose="020B0604020202020204" pitchFamily="34" charset="0"/>
              <a:buChar char="•"/>
              <a:tabLst>
                <a:tab pos="1207091" algn="ctr"/>
              </a:tabLst>
              <a:defRPr sz="1297" baseline="0"/>
            </a:lvl3pPr>
            <a:lvl4pPr marL="525272" indent="-170972">
              <a:buFont typeface="Arial" panose="020B0604020202020204" pitchFamily="34" charset="0"/>
              <a:buChar char="•"/>
              <a:tabLst>
                <a:tab pos="1207091" algn="ctr"/>
              </a:tabLst>
              <a:defRPr sz="1297" baseline="0"/>
            </a:lvl4pPr>
            <a:lvl5pPr marL="525272" indent="-170972">
              <a:buFont typeface="Arial" panose="020B0604020202020204" pitchFamily="34" charset="0"/>
              <a:buChar char="•"/>
              <a:tabLst>
                <a:tab pos="1207091" algn="ctr"/>
              </a:tabLst>
              <a:defRPr sz="1297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1911323"/>
      </p:ext>
    </p:extLst>
  </p:cSld>
  <p:clrMapOvr>
    <a:masterClrMapping/>
  </p:clrMapOvr>
  <p:extLst>
    <p:ext uri="{DCECCB84-F9BA-43D5-87BE-67443E8EF086}">
      <p15:sldGuideLst xmlns:p15="http://schemas.microsoft.com/office/powerpoint/2012/main" xmlns="">
        <p15:guide id="1" pos="3842">
          <p15:clr>
            <a:srgbClr val="FBAE40"/>
          </p15:clr>
        </p15:guide>
      </p15:sldGuideLst>
    </p:ext>
  </p:extLst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04985963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425105" y="932661"/>
            <a:ext cx="11346556" cy="3216257"/>
          </a:xfrm>
          <a:prstGeom prst="rect">
            <a:avLst/>
          </a:prstGeom>
        </p:spPr>
        <p:txBody>
          <a:bodyPr lIns="91404" tIns="45698" rIns="91404" bIns="45698">
            <a:normAutofit/>
          </a:bodyPr>
          <a:lstStyle>
            <a:lvl1pPr marL="0" marR="0" indent="0" algn="ctr" defTabSz="1218143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3297" baseline="0">
                <a:solidFill>
                  <a:schemeClr val="tx1"/>
                </a:solidFill>
                <a:latin typeface="方正兰亭细黑_GBK" pitchFamily="2" charset="-122"/>
                <a:ea typeface="方正兰亭细黑_GBK" pitchFamily="2" charset="-122"/>
              </a:defRPr>
            </a:lvl1pPr>
            <a:lvl2pPr marL="6090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1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72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62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53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44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350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25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华为方正兰亭细黑 </a:t>
            </a:r>
            <a:r>
              <a:rPr lang="en-US" altLang="zh-CN" dirty="0"/>
              <a:t>35pt </a:t>
            </a:r>
            <a:r>
              <a:rPr lang="zh-CN" altLang="en-US" dirty="0"/>
              <a:t>，居中，最多两行</a:t>
            </a:r>
          </a:p>
        </p:txBody>
      </p:sp>
    </p:spTree>
    <p:extLst>
      <p:ext uri="{BB962C8B-B14F-4D97-AF65-F5344CB8AC3E}">
        <p14:creationId xmlns:p14="http://schemas.microsoft.com/office/powerpoint/2010/main" val="540742655"/>
      </p:ext>
    </p:extLst>
  </p:cSld>
  <p:clrMapOvr>
    <a:masterClrMapping/>
  </p:clrMapOvr>
  <p:transition advClick="0">
    <p:fade thruBlk="1"/>
  </p:transition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自定义预设 3备份 3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73025" y="-69215"/>
            <a:ext cx="12343130" cy="6997065"/>
          </a:xfrm>
          <a:prstGeom prst="rect">
            <a:avLst/>
          </a:prstGeom>
        </p:spPr>
      </p:pic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29175" y="456135"/>
            <a:ext cx="10740640" cy="5400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ts val="3428"/>
              </a:lnSpc>
              <a:spcBef>
                <a:spcPts val="0"/>
              </a:spcBef>
              <a:buNone/>
              <a:defRPr sz="2398" b="1" baseline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593251" indent="0" algn="ctr">
              <a:buNone/>
              <a:defRPr sz="2593"/>
            </a:lvl2pPr>
            <a:lvl3pPr marL="1186500" indent="0" algn="ctr">
              <a:buNone/>
              <a:defRPr sz="2333"/>
            </a:lvl3pPr>
            <a:lvl4pPr marL="1779751" indent="0" algn="ctr">
              <a:buNone/>
              <a:defRPr sz="2078"/>
            </a:lvl4pPr>
            <a:lvl5pPr marL="2373000" indent="0" algn="ctr">
              <a:buNone/>
              <a:defRPr sz="2078"/>
            </a:lvl5pPr>
            <a:lvl6pPr marL="2965616" indent="0" algn="ctr">
              <a:buNone/>
              <a:defRPr sz="2078"/>
            </a:lvl6pPr>
            <a:lvl7pPr marL="3558866" indent="0" algn="ctr">
              <a:buNone/>
              <a:defRPr sz="2078"/>
            </a:lvl7pPr>
            <a:lvl8pPr marL="4152116" indent="0" algn="ctr">
              <a:buNone/>
              <a:defRPr sz="2078"/>
            </a:lvl8pPr>
            <a:lvl9pPr marL="4745366" indent="0" algn="ctr">
              <a:buNone/>
              <a:defRPr sz="2078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0" hasCustomPrompt="1"/>
          </p:nvPr>
        </p:nvSpPr>
        <p:spPr>
          <a:xfrm>
            <a:off x="727590" y="1484317"/>
            <a:ext cx="10733557" cy="4690459"/>
          </a:xfrm>
          <a:prstGeom prst="rect">
            <a:avLst/>
          </a:prstGeom>
        </p:spPr>
        <p:txBody>
          <a:bodyPr lIns="0" tIns="0" rIns="0" bIns="0"/>
          <a:lstStyle>
            <a:lvl1pPr marL="354681" indent="-342626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tabLst>
                <a:tab pos="1206804" algn="ctr"/>
              </a:tabLst>
              <a:defRPr sz="1398" baseline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525360" indent="-170679">
              <a:lnSpc>
                <a:spcPct val="150000"/>
              </a:lnSpc>
              <a:buFont typeface="Wingdings" panose="05000000000000000000" pitchFamily="2" charset="2"/>
              <a:buChar char="p"/>
              <a:tabLst>
                <a:tab pos="1206804" algn="ctr"/>
              </a:tabLst>
              <a:defRPr sz="1100" baseline="0">
                <a:solidFill>
                  <a:schemeClr val="tx2"/>
                </a:solidFill>
              </a:defRPr>
            </a:lvl2pPr>
            <a:lvl3pPr marL="525360" indent="-170679">
              <a:buFont typeface="Arial" panose="020B0604020202020204" pitchFamily="34" charset="0"/>
              <a:buChar char="•"/>
              <a:tabLst>
                <a:tab pos="1206804" algn="ctr"/>
              </a:tabLst>
              <a:defRPr sz="1298" baseline="0"/>
            </a:lvl3pPr>
            <a:lvl4pPr marL="525360" indent="-170679">
              <a:buFont typeface="Arial" panose="020B0604020202020204" pitchFamily="34" charset="0"/>
              <a:buChar char="•"/>
              <a:tabLst>
                <a:tab pos="1206804" algn="ctr"/>
              </a:tabLst>
              <a:defRPr sz="1298" baseline="0"/>
            </a:lvl4pPr>
            <a:lvl5pPr marL="525360" indent="-170679">
              <a:buFont typeface="Arial" panose="020B0604020202020204" pitchFamily="34" charset="0"/>
              <a:buChar char="•"/>
              <a:tabLst>
                <a:tab pos="1206804" algn="ctr"/>
              </a:tabLst>
              <a:defRPr sz="1298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altLang="zh-CN" dirty="0"/>
          </a:p>
          <a:p>
            <a:pPr lvl="1"/>
            <a:endParaRPr lang="en-US" dirty="0"/>
          </a:p>
        </p:txBody>
      </p:sp>
      <p:sp>
        <p:nvSpPr>
          <p:cNvPr id="9" name="TextBox 2"/>
          <p:cNvSpPr txBox="1"/>
          <p:nvPr userDrawn="1"/>
        </p:nvSpPr>
        <p:spPr>
          <a:xfrm>
            <a:off x="1095469" y="6356939"/>
            <a:ext cx="146346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12"/>
            <a:r>
              <a:rPr lang="en-US" sz="9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Huawei Confidential</a:t>
            </a:r>
          </a:p>
        </p:txBody>
      </p:sp>
      <p:sp>
        <p:nvSpPr>
          <p:cNvPr id="10" name="TextBox 3"/>
          <p:cNvSpPr txBox="1"/>
          <p:nvPr userDrawn="1"/>
        </p:nvSpPr>
        <p:spPr>
          <a:xfrm>
            <a:off x="734133" y="6402810"/>
            <a:ext cx="499729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889558">
              <a:defRPr/>
            </a:pPr>
            <a:fld id="{C3837181-38C6-AD4F-B8BA-B444770388BB}" type="slidenum">
              <a:rPr lang="en-US" sz="90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defTabSz="889558">
                <a:defRPr/>
              </a:pPr>
              <a:t>‹Nº›</a:t>
            </a:fld>
            <a:endParaRPr lang="en-US" sz="900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图片 10" descr="编组 12备份 5 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968865" y="6353815"/>
            <a:ext cx="1386840" cy="381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344157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528" y="452213"/>
            <a:ext cx="10519708" cy="600075"/>
          </a:xfrm>
          <a:prstGeom prst="rect">
            <a:avLst/>
          </a:prstGeom>
        </p:spPr>
        <p:txBody>
          <a:bodyPr/>
          <a:lstStyle>
            <a:lvl1pPr algn="ctr">
              <a:defRPr sz="2798" baseline="0">
                <a:solidFill>
                  <a:schemeClr val="bg1"/>
                </a:solidFill>
                <a:latin typeface="Huawei Sans Medium" panose="020C0603030203020204" pitchFamily="34" charset="0"/>
                <a:cs typeface="Huawei Sans Medium" panose="020C0603030203020204" pitchFamily="34" charset="0"/>
              </a:defRPr>
            </a:lvl1pPr>
          </a:lstStyle>
          <a:p>
            <a:r>
              <a:rPr lang="en-US" altLang="zh-CN" dirty="0"/>
              <a:t>Typeface: Huawei Sans Medium</a:t>
            </a:r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0" hasCustomPrompt="1"/>
          </p:nvPr>
        </p:nvSpPr>
        <p:spPr>
          <a:xfrm>
            <a:off x="838528" y="2067834"/>
            <a:ext cx="10519708" cy="2155825"/>
          </a:xfrm>
          <a:prstGeom prst="rect">
            <a:avLst/>
          </a:prstGeom>
        </p:spPr>
        <p:txBody>
          <a:bodyPr/>
          <a:lstStyle>
            <a:lvl1pPr algn="ctr">
              <a:defRPr sz="1599" baseline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zh-CN" dirty="0"/>
              <a:t>Typeface: Huawei Sans</a:t>
            </a:r>
          </a:p>
          <a:p>
            <a:pPr lvl="0"/>
            <a:r>
              <a:rPr lang="en-US" altLang="zh-CN" dirty="0"/>
              <a:t>Add Your Text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24766839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81161" y="274637"/>
            <a:ext cx="10977404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81161" y="1600217"/>
            <a:ext cx="10977404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7911545" y="6402389"/>
            <a:ext cx="1409883" cy="110172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 defTabSz="913723">
              <a:defRPr/>
            </a:pPr>
            <a:endParaRPr lang="en-GB" altLang="zh-CN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9082959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9175" y="456135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27"/>
              </a:lnSpc>
              <a:spcBef>
                <a:spcPct val="0"/>
              </a:spcBef>
              <a:buNone/>
              <a:defRPr sz="3198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593411" indent="0" algn="ctr">
              <a:buNone/>
              <a:defRPr sz="2596"/>
            </a:lvl2pPr>
            <a:lvl3pPr marL="1186818" indent="0" algn="ctr">
              <a:buNone/>
              <a:defRPr sz="2336"/>
            </a:lvl3pPr>
            <a:lvl4pPr marL="1780230" indent="0" algn="ctr">
              <a:buNone/>
              <a:defRPr sz="2078"/>
            </a:lvl4pPr>
            <a:lvl5pPr marL="2373639" indent="0" algn="ctr">
              <a:buNone/>
              <a:defRPr sz="2078"/>
            </a:lvl5pPr>
            <a:lvl6pPr marL="2967048" indent="0" algn="ctr">
              <a:buNone/>
              <a:defRPr sz="2078"/>
            </a:lvl6pPr>
            <a:lvl7pPr marL="3560457" indent="0" algn="ctr">
              <a:buNone/>
              <a:defRPr sz="2078"/>
            </a:lvl7pPr>
            <a:lvl8pPr marL="4153869" indent="0" algn="ctr">
              <a:buNone/>
              <a:defRPr sz="2078"/>
            </a:lvl8pPr>
            <a:lvl9pPr marL="4747276" indent="0" algn="ctr">
              <a:buNone/>
              <a:defRPr sz="2078"/>
            </a:lvl9pPr>
          </a:lstStyle>
          <a:p>
            <a:r>
              <a:rPr lang="zh-CN" altLang="en-US"/>
              <a:t>单击此处添加标题</a:t>
            </a:r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xmlns="" id="{8A4EAA63-3827-DA40-B921-C01084B9DA87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736910" y="1501989"/>
            <a:ext cx="10733557" cy="4690459"/>
          </a:xfrm>
          <a:prstGeom prst="rect">
            <a:avLst/>
          </a:prstGeom>
        </p:spPr>
        <p:txBody>
          <a:bodyPr lIns="0" tIns="0" rIns="0" bIns="0"/>
          <a:lstStyle>
            <a:lvl1pPr marL="12363" indent="0">
              <a:lnSpc>
                <a:spcPct val="100000"/>
              </a:lnSpc>
              <a:spcBef>
                <a:spcPct val="0"/>
              </a:spcBef>
              <a:buFontTx/>
              <a:buNone/>
              <a:tabLst>
                <a:tab pos="1207423" algn="ctr"/>
              </a:tabLst>
              <a:defRPr sz="1798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525417" indent="-171018">
              <a:buFont typeface="Arial" panose="020B0604020202020204" pitchFamily="34" charset="0"/>
              <a:buChar char="•"/>
              <a:tabLst>
                <a:tab pos="1207423" algn="ctr"/>
              </a:tabLst>
              <a:defRPr sz="1298" baseline="0"/>
            </a:lvl2pPr>
            <a:lvl3pPr marL="525417" indent="-171018">
              <a:buFont typeface="Arial" panose="020B0604020202020204" pitchFamily="34" charset="0"/>
              <a:buChar char="•"/>
              <a:tabLst>
                <a:tab pos="1207423" algn="ctr"/>
              </a:tabLst>
              <a:defRPr sz="1298" baseline="0"/>
            </a:lvl3pPr>
            <a:lvl4pPr marL="525417" indent="-171018">
              <a:buFont typeface="Arial" panose="020B0604020202020204" pitchFamily="34" charset="0"/>
              <a:buChar char="•"/>
              <a:tabLst>
                <a:tab pos="1207423" algn="ctr"/>
              </a:tabLst>
              <a:defRPr sz="1298" baseline="0"/>
            </a:lvl4pPr>
            <a:lvl5pPr marL="525417" indent="-171018">
              <a:buFont typeface="Arial" panose="020B0604020202020204" pitchFamily="34" charset="0"/>
              <a:buChar char="•"/>
              <a:tabLst>
                <a:tab pos="1207423" algn="ctr"/>
              </a:tabLst>
              <a:defRPr sz="1298" baseline="0"/>
            </a:lvl5pPr>
          </a:lstStyle>
          <a:p>
            <a:pPr lvl="0"/>
            <a:r>
              <a:rPr lang="zh-CN" altLang="en-US"/>
              <a:t>单击此处添加文本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6739262"/>
      </p:ext>
    </p:extLst>
  </p:cSld>
  <p:clrMapOvr>
    <a:masterClrMapping/>
  </p:clrMapOvr>
  <p:transition/>
  <p:extLst>
    <p:ext uri="{DCECCB84-F9BA-43D5-87BE-67443E8EF086}">
      <p15:sldGuideLst xmlns:p15="http://schemas.microsoft.com/office/powerpoint/2012/main" xmlns="">
        <p15:guide id="1" pos="3842">
          <p15:clr>
            <a:srgbClr val="FBAE40"/>
          </p15:clr>
        </p15:guide>
      </p15:sldGuideLst>
    </p:ext>
  </p:extLst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9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28"/>
              </a:lnSpc>
              <a:spcBef>
                <a:spcPts val="0"/>
              </a:spcBef>
              <a:buNone/>
              <a:defRPr sz="3198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593426" indent="0" algn="ctr">
              <a:buNone/>
              <a:defRPr sz="2596"/>
            </a:lvl2pPr>
            <a:lvl3pPr marL="1186848" indent="0" algn="ctr">
              <a:buNone/>
              <a:defRPr sz="2336"/>
            </a:lvl3pPr>
            <a:lvl4pPr marL="1780275" indent="0" algn="ctr">
              <a:buNone/>
              <a:defRPr sz="2077"/>
            </a:lvl4pPr>
            <a:lvl5pPr marL="2373697" indent="0" algn="ctr">
              <a:buNone/>
              <a:defRPr sz="2077"/>
            </a:lvl5pPr>
            <a:lvl6pPr marL="2967122" indent="0" algn="ctr">
              <a:buNone/>
              <a:defRPr sz="2077"/>
            </a:lvl6pPr>
            <a:lvl7pPr marL="3560546" indent="0" algn="ctr">
              <a:buNone/>
              <a:defRPr sz="2077"/>
            </a:lvl7pPr>
            <a:lvl8pPr marL="4153972" indent="0" algn="ctr">
              <a:buNone/>
              <a:defRPr sz="2077"/>
            </a:lvl8pPr>
            <a:lvl9pPr marL="4747395" indent="0" algn="ctr">
              <a:buNone/>
              <a:defRPr sz="2077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xmlns="" id="{8A4EAA63-3827-DA40-B921-C01084B9DA87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736908" y="1501993"/>
            <a:ext cx="10733558" cy="4690459"/>
          </a:xfrm>
          <a:prstGeom prst="rect">
            <a:avLst/>
          </a:prstGeom>
        </p:spPr>
        <p:txBody>
          <a:bodyPr lIns="0" tIns="0" rIns="0" bIns="0"/>
          <a:lstStyle>
            <a:lvl1pPr marL="12363" indent="0">
              <a:lnSpc>
                <a:spcPct val="100000"/>
              </a:lnSpc>
              <a:spcBef>
                <a:spcPts val="0"/>
              </a:spcBef>
              <a:buFontTx/>
              <a:buNone/>
              <a:tabLst>
                <a:tab pos="1207454" algn="ctr"/>
              </a:tabLst>
              <a:defRPr sz="1798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525429" indent="-171023">
              <a:buFont typeface="Arial" panose="020B0604020202020204" pitchFamily="34" charset="0"/>
              <a:buChar char="•"/>
              <a:tabLst>
                <a:tab pos="1207454" algn="ctr"/>
              </a:tabLst>
              <a:defRPr sz="1298" baseline="0"/>
            </a:lvl2pPr>
            <a:lvl3pPr marL="525429" indent="-171023">
              <a:buFont typeface="Arial" panose="020B0604020202020204" pitchFamily="34" charset="0"/>
              <a:buChar char="•"/>
              <a:tabLst>
                <a:tab pos="1207454" algn="ctr"/>
              </a:tabLst>
              <a:defRPr sz="1298" baseline="0"/>
            </a:lvl3pPr>
            <a:lvl4pPr marL="525429" indent="-171023">
              <a:buFont typeface="Arial" panose="020B0604020202020204" pitchFamily="34" charset="0"/>
              <a:buChar char="•"/>
              <a:tabLst>
                <a:tab pos="1207454" algn="ctr"/>
              </a:tabLst>
              <a:defRPr sz="1298" baseline="0"/>
            </a:lvl4pPr>
            <a:lvl5pPr marL="525429" indent="-171023">
              <a:buFont typeface="Arial" panose="020B0604020202020204" pitchFamily="34" charset="0"/>
              <a:buChar char="•"/>
              <a:tabLst>
                <a:tab pos="1207454" algn="ctr"/>
              </a:tabLst>
              <a:defRPr sz="1298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1712508"/>
      </p:ext>
    </p:extLst>
  </p:cSld>
  <p:clrMapOvr>
    <a:masterClrMapping/>
  </p:clrMapOvr>
  <p:extLst>
    <p:ext uri="{DCECCB84-F9BA-43D5-87BE-67443E8EF086}">
      <p15:sldGuideLst xmlns:p15="http://schemas.microsoft.com/office/powerpoint/2012/main" xmlns="">
        <p15:guide id="1" pos="3842">
          <p15:clr>
            <a:srgbClr val="FBAE40"/>
          </p15:clr>
        </p15:guide>
      </p15:sldGuideLst>
    </p:ext>
  </p:extLst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27"/>
              </a:lnSpc>
              <a:spcBef>
                <a:spcPts val="0"/>
              </a:spcBef>
              <a:buNone/>
              <a:defRPr sz="2797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593188" indent="0" algn="ctr">
              <a:buNone/>
              <a:defRPr sz="2595"/>
            </a:lvl2pPr>
            <a:lvl3pPr marL="1186372" indent="0" algn="ctr">
              <a:buNone/>
              <a:defRPr sz="2335"/>
            </a:lvl3pPr>
            <a:lvl4pPr marL="1779562" indent="0" algn="ctr">
              <a:buNone/>
              <a:defRPr sz="2076"/>
            </a:lvl4pPr>
            <a:lvl5pPr marL="2372749" indent="0" algn="ctr">
              <a:buNone/>
              <a:defRPr sz="2076"/>
            </a:lvl5pPr>
            <a:lvl6pPr marL="2965934" indent="0" algn="ctr">
              <a:buNone/>
              <a:defRPr sz="2076"/>
            </a:lvl6pPr>
            <a:lvl7pPr marL="3559121" indent="0" algn="ctr">
              <a:buNone/>
              <a:defRPr sz="2076"/>
            </a:lvl7pPr>
            <a:lvl8pPr marL="4152310" indent="0" algn="ctr">
              <a:buNone/>
              <a:defRPr sz="2076"/>
            </a:lvl8pPr>
            <a:lvl9pPr marL="4745495" indent="0" algn="ctr">
              <a:buNone/>
              <a:defRPr sz="2076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6895866"/>
      </p:ext>
    </p:extLst>
  </p:cSld>
  <p:clrMapOvr>
    <a:masterClrMapping/>
  </p:clrMapOvr>
  <p:extLst>
    <p:ext uri="{DCECCB84-F9BA-43D5-87BE-67443E8EF086}">
      <p15:sldGuideLst xmlns:p15="http://schemas.microsoft.com/office/powerpoint/2012/main" xmlns="">
        <p15:guide id="1" pos="3842">
          <p15:clr>
            <a:srgbClr val="FBAE40"/>
          </p15:clr>
        </p15:guide>
      </p15:sldGuideLst>
    </p:ext>
  </p:extLst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927" y="368313"/>
            <a:ext cx="10180910" cy="746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736309038"/>
      </p:ext>
    </p:extLst>
  </p:cSld>
  <p:clrMapOvr>
    <a:masterClrMapping/>
  </p:clrMapOvr>
  <p:transition/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7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88" y="1589"/>
            <a:ext cx="12193588" cy="6854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86"/>
          <p:cNvSpPr>
            <a:spLocks noChangeArrowheads="1"/>
          </p:cNvSpPr>
          <p:nvPr userDrawn="1"/>
        </p:nvSpPr>
        <p:spPr bwMode="auto">
          <a:xfrm>
            <a:off x="11844292" y="6348414"/>
            <a:ext cx="327068" cy="42703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defTabSz="987425">
              <a:lnSpc>
                <a:spcPct val="85000"/>
              </a:lnSpc>
              <a:defRPr/>
            </a:pPr>
            <a:endParaRPr lang="de-DE" altLang="zh-CN" sz="1300">
              <a:solidFill>
                <a:prstClr val="black"/>
              </a:solidFill>
              <a:latin typeface="Arial" panose="020B0604020202020204" pitchFamily="34" charset="0"/>
              <a:ea typeface="MS PGothic" pitchFamily="34" charset="-128"/>
            </a:endParaRPr>
          </a:p>
          <a:p>
            <a:pPr defTabSz="987425">
              <a:lnSpc>
                <a:spcPct val="85000"/>
              </a:lnSpc>
              <a:defRPr/>
            </a:pPr>
            <a:fld id="{B05DA92D-8E24-46FB-81F8-F3810C568465}" type="slidenum">
              <a:rPr lang="de-DE" altLang="zh-CN" sz="900">
                <a:solidFill>
                  <a:srgbClr val="7F7F7F"/>
                </a:solidFill>
                <a:latin typeface="Arial" pitchFamily="34" charset="0"/>
                <a:ea typeface="MS PGothic" pitchFamily="34" charset="-128"/>
                <a:cs typeface="Arial" pitchFamily="34" charset="0"/>
              </a:rPr>
              <a:pPr defTabSz="987425">
                <a:lnSpc>
                  <a:spcPct val="85000"/>
                </a:lnSpc>
                <a:defRPr/>
              </a:pPr>
              <a:t>‹Nº›</a:t>
            </a:fld>
            <a:endParaRPr lang="en-GB" altLang="zh-CN" sz="900">
              <a:solidFill>
                <a:srgbClr val="7F7F7F"/>
              </a:solidFill>
              <a:latin typeface="Arial" pitchFamily="34" charset="0"/>
              <a:ea typeface="MS PGothic" pitchFamily="34" charset="-128"/>
              <a:cs typeface="Arial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17656" y="165101"/>
            <a:ext cx="11161453" cy="888186"/>
          </a:xfrm>
        </p:spPr>
        <p:txBody>
          <a:bodyPr>
            <a:noAutofit/>
          </a:bodyPr>
          <a:lstStyle>
            <a:lvl1pPr marL="0" marR="0" indent="0" algn="l" defTabSz="1219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599" b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altLang="zh-CN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517656" y="1269262"/>
            <a:ext cx="11161453" cy="5031593"/>
          </a:xfrm>
        </p:spPr>
        <p:txBody>
          <a:bodyPr/>
          <a:lstStyle>
            <a:lvl1pPr marL="0" marR="0" indent="0" algn="l" defTabSz="1219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4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609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8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19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79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166937382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 dirty="0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9028045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2400" baseline="0"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593841" indent="0" algn="ctr">
              <a:buNone/>
              <a:defRPr sz="2598"/>
            </a:lvl2pPr>
            <a:lvl3pPr marL="1187679" indent="0" algn="ctr">
              <a:buNone/>
              <a:defRPr sz="2338"/>
            </a:lvl3pPr>
            <a:lvl4pPr marL="1781521" indent="0" algn="ctr">
              <a:buNone/>
              <a:defRPr sz="2079"/>
            </a:lvl4pPr>
            <a:lvl5pPr marL="2375360" indent="0" algn="ctr">
              <a:buNone/>
              <a:defRPr sz="2079"/>
            </a:lvl5pPr>
            <a:lvl6pPr marL="2969200" indent="0" algn="ctr">
              <a:buNone/>
              <a:defRPr sz="2079"/>
            </a:lvl6pPr>
            <a:lvl7pPr marL="3563040" indent="0" algn="ctr">
              <a:buNone/>
              <a:defRPr sz="2079"/>
            </a:lvl7pPr>
            <a:lvl8pPr marL="4156881" indent="0" algn="ctr">
              <a:buNone/>
              <a:defRPr sz="2079"/>
            </a:lvl8pPr>
            <a:lvl9pPr marL="4750720" indent="0" algn="ctr">
              <a:buNone/>
              <a:defRPr sz="2079"/>
            </a:lvl9pPr>
          </a:lstStyle>
          <a:p>
            <a:r>
              <a:rPr lang="en-US" altLang="zh-CN" dirty="0"/>
              <a:t>Ari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7563166"/>
      </p:ext>
    </p:extLst>
  </p:cSld>
  <p:clrMapOvr>
    <a:masterClrMapping/>
  </p:clrMapOvr>
  <p:extLst>
    <p:ext uri="{DCECCB84-F9BA-43D5-87BE-67443E8EF086}">
      <p15:sldGuideLst xmlns:p15="http://schemas.microsoft.com/office/powerpoint/2012/main" xmlns="">
        <p15:guide id="1" pos="3842">
          <p15:clr>
            <a:srgbClr val="FBAE40"/>
          </p15:clr>
        </p15:guide>
      </p15:sldGuideLst>
    </p:ext>
  </p:extLst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81302" y="336813"/>
            <a:ext cx="10458983" cy="75966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marL="0" indent="0">
              <a:buFont typeface="Arial" pitchFamily="34" charset="0"/>
              <a:buNone/>
              <a:defRPr lang="zh-CN" altLang="en-US" sz="4000" b="0" dirty="0">
                <a:solidFill>
                  <a:schemeClr val="tx2"/>
                </a:solidFill>
                <a:latin typeface="FrutigerNext LT Light" pitchFamily="34" charset="0"/>
                <a:ea typeface="黑体" pitchFamily="49" charset="-122"/>
              </a:defRPr>
            </a:lvl1pPr>
          </a:lstStyle>
          <a:p>
            <a:pPr lvl="0"/>
            <a:r>
              <a:rPr lang="en-US" altLang="zh-CN" dirty="0"/>
              <a:t>HEADLINE TEXT TO BE PLACED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48205511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内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 userDrawn="1"/>
        </p:nvSpPr>
        <p:spPr>
          <a:xfrm>
            <a:off x="527587" y="1604799"/>
            <a:ext cx="10853444" cy="36484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endParaRPr lang="zh-CN" altLang="en-US" sz="1800" dirty="0">
              <a:solidFill>
                <a:prstClr val="black"/>
              </a:solidFill>
              <a:latin typeface="华文细黑" pitchFamily="2" charset="-122"/>
              <a:ea typeface="华文细黑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28124509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021250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extLst>
    <p:ext uri="{DCECCB84-F9BA-43D5-87BE-67443E8EF086}">
      <p15:sldGuideLst xmlns:p15="http://schemas.microsoft.com/office/powerpoint/2012/main" xmlns="">
        <p15:guide id="1" pos="3842">
          <p15:clr>
            <a:srgbClr val="FBAE40"/>
          </p15:clr>
        </p15:guide>
      </p15:sldGuideLst>
    </p:ext>
  </p:extLst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72449495"/>
      </p:ext>
    </p:extLst>
  </p:cSld>
  <p:clrMapOvr>
    <a:masterClrMapping/>
  </p:clrMapOvr>
  <p:extLst>
    <p:ext uri="{DCECCB84-F9BA-43D5-87BE-67443E8EF086}">
      <p15:sldGuideLst xmlns:p15="http://schemas.microsoft.com/office/powerpoint/2012/main" xmlns="">
        <p15:guide id="1" pos="3842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6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4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22.xml"/><Relationship Id="rId18" Type="http://schemas.openxmlformats.org/officeDocument/2006/relationships/slideLayout" Target="../slideLayouts/slideLayout27.xml"/><Relationship Id="rId26" Type="http://schemas.openxmlformats.org/officeDocument/2006/relationships/slideLayout" Target="../slideLayouts/slideLayout35.xml"/><Relationship Id="rId3" Type="http://schemas.openxmlformats.org/officeDocument/2006/relationships/slideLayout" Target="../slideLayouts/slideLayout12.xml"/><Relationship Id="rId21" Type="http://schemas.openxmlformats.org/officeDocument/2006/relationships/slideLayout" Target="../slideLayouts/slideLayout30.xml"/><Relationship Id="rId7" Type="http://schemas.openxmlformats.org/officeDocument/2006/relationships/slideLayout" Target="../slideLayouts/slideLayout16.xml"/><Relationship Id="rId12" Type="http://schemas.openxmlformats.org/officeDocument/2006/relationships/slideLayout" Target="../slideLayouts/slideLayout21.xml"/><Relationship Id="rId17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34.xml"/><Relationship Id="rId33" Type="http://schemas.openxmlformats.org/officeDocument/2006/relationships/image" Target="../media/image6.tiff"/><Relationship Id="rId2" Type="http://schemas.openxmlformats.org/officeDocument/2006/relationships/slideLayout" Target="../slideLayouts/slideLayout11.xml"/><Relationship Id="rId16" Type="http://schemas.openxmlformats.org/officeDocument/2006/relationships/slideLayout" Target="../slideLayouts/slideLayout25.xml"/><Relationship Id="rId20" Type="http://schemas.openxmlformats.org/officeDocument/2006/relationships/slideLayout" Target="../slideLayouts/slideLayout29.xml"/><Relationship Id="rId29" Type="http://schemas.openxmlformats.org/officeDocument/2006/relationships/slideLayout" Target="../slideLayouts/slideLayout38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33.xml"/><Relationship Id="rId32" Type="http://schemas.openxmlformats.org/officeDocument/2006/relationships/theme" Target="../theme/theme5.xml"/><Relationship Id="rId5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32.xml"/><Relationship Id="rId28" Type="http://schemas.openxmlformats.org/officeDocument/2006/relationships/slideLayout" Target="../slideLayouts/slideLayout37.xml"/><Relationship Id="rId10" Type="http://schemas.openxmlformats.org/officeDocument/2006/relationships/slideLayout" Target="../slideLayouts/slideLayout19.xml"/><Relationship Id="rId19" Type="http://schemas.openxmlformats.org/officeDocument/2006/relationships/slideLayout" Target="../slideLayouts/slideLayout28.xml"/><Relationship Id="rId31" Type="http://schemas.openxmlformats.org/officeDocument/2006/relationships/slideLayout" Target="../slideLayouts/slideLayout40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Relationship Id="rId14" Type="http://schemas.openxmlformats.org/officeDocument/2006/relationships/slideLayout" Target="../slideLayouts/slideLayout23.xml"/><Relationship Id="rId22" Type="http://schemas.openxmlformats.org/officeDocument/2006/relationships/slideLayout" Target="../slideLayouts/slideLayout31.xml"/><Relationship Id="rId27" Type="http://schemas.openxmlformats.org/officeDocument/2006/relationships/slideLayout" Target="../slideLayouts/slideLayout36.xml"/><Relationship Id="rId30" Type="http://schemas.openxmlformats.org/officeDocument/2006/relationships/slideLayout" Target="../slideLayouts/slideLayout39.xml"/><Relationship Id="rId8" Type="http://schemas.openxmlformats.org/officeDocument/2006/relationships/slideLayout" Target="../slideLayouts/slideLayout17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3.xml"/><Relationship Id="rId2" Type="http://schemas.openxmlformats.org/officeDocument/2006/relationships/slideLayout" Target="../slideLayouts/slideLayout42.xml"/><Relationship Id="rId1" Type="http://schemas.openxmlformats.org/officeDocument/2006/relationships/slideLayout" Target="../slideLayouts/slideLayout41.xml"/><Relationship Id="rId6" Type="http://schemas.openxmlformats.org/officeDocument/2006/relationships/image" Target="../media/image4.png"/><Relationship Id="rId5" Type="http://schemas.openxmlformats.org/officeDocument/2006/relationships/theme" Target="../theme/theme6.xml"/><Relationship Id="rId4" Type="http://schemas.openxmlformats.org/officeDocument/2006/relationships/slideLayout" Target="../slideLayouts/slideLayout44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45.xml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8.xml"/><Relationship Id="rId2" Type="http://schemas.openxmlformats.org/officeDocument/2006/relationships/slideLayout" Target="../slideLayouts/slideLayout47.xml"/><Relationship Id="rId1" Type="http://schemas.openxmlformats.org/officeDocument/2006/relationships/slideLayout" Target="../slideLayouts/slideLayout46.xml"/><Relationship Id="rId5" Type="http://schemas.openxmlformats.org/officeDocument/2006/relationships/image" Target="../media/image4.png"/><Relationship Id="rId4" Type="http://schemas.openxmlformats.org/officeDocument/2006/relationships/theme" Target="../theme/theme8.xml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1.xml"/><Relationship Id="rId2" Type="http://schemas.openxmlformats.org/officeDocument/2006/relationships/slideLayout" Target="../slideLayouts/slideLayout50.xml"/><Relationship Id="rId1" Type="http://schemas.openxmlformats.org/officeDocument/2006/relationships/slideLayout" Target="../slideLayouts/slideLayout49.xml"/><Relationship Id="rId6" Type="http://schemas.openxmlformats.org/officeDocument/2006/relationships/image" Target="../media/image4.png"/><Relationship Id="rId5" Type="http://schemas.openxmlformats.org/officeDocument/2006/relationships/theme" Target="../theme/theme9.xml"/><Relationship Id="rId4" Type="http://schemas.openxmlformats.org/officeDocument/2006/relationships/slideLayout" Target="../slideLayouts/slideLayout52.xml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slideLayout" Target="../slideLayouts/slideLayout55.xml"/><Relationship Id="rId7" Type="http://schemas.openxmlformats.org/officeDocument/2006/relationships/theme" Target="../theme/theme10.xml"/><Relationship Id="rId2" Type="http://schemas.openxmlformats.org/officeDocument/2006/relationships/slideLayout" Target="../slideLayouts/slideLayout54.xml"/><Relationship Id="rId1" Type="http://schemas.openxmlformats.org/officeDocument/2006/relationships/slideLayout" Target="../slideLayouts/slideLayout53.xml"/><Relationship Id="rId6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7.xml"/><Relationship Id="rId4" Type="http://schemas.openxmlformats.org/officeDocument/2006/relationships/slideLayout" Target="../slideLayouts/slideLayout56.xml"/></Relationships>
</file>

<file path=ppt/slideMasters/_rels/slideMaster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slideLayout" Target="../slideLayouts/slideLayout61.xml"/><Relationship Id="rId7" Type="http://schemas.openxmlformats.org/officeDocument/2006/relationships/theme" Target="../theme/theme11.xml"/><Relationship Id="rId2" Type="http://schemas.openxmlformats.org/officeDocument/2006/relationships/slideLayout" Target="../slideLayouts/slideLayout60.xml"/><Relationship Id="rId1" Type="http://schemas.openxmlformats.org/officeDocument/2006/relationships/slideLayout" Target="../slideLayouts/slideLayout59.xml"/><Relationship Id="rId6" Type="http://schemas.openxmlformats.org/officeDocument/2006/relationships/slideLayout" Target="../slideLayouts/slideLayout64.xml"/><Relationship Id="rId5" Type="http://schemas.openxmlformats.org/officeDocument/2006/relationships/slideLayout" Target="../slideLayouts/slideLayout63.xml"/><Relationship Id="rId4" Type="http://schemas.openxmlformats.org/officeDocument/2006/relationships/slideLayout" Target="../slideLayouts/slideLayout62.xml"/></Relationships>
</file>

<file path=ppt/slideMasters/_rels/slideMaster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theme" Target="../theme/theme12.xml"/></Relationships>
</file>

<file path=ppt/slideMasters/_rels/slideMaster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slideLayout" Target="../slideLayouts/slideLayout67.xml"/><Relationship Id="rId7" Type="http://schemas.openxmlformats.org/officeDocument/2006/relationships/theme" Target="../theme/theme13.xml"/><Relationship Id="rId2" Type="http://schemas.openxmlformats.org/officeDocument/2006/relationships/slideLayout" Target="../slideLayouts/slideLayout66.xml"/><Relationship Id="rId1" Type="http://schemas.openxmlformats.org/officeDocument/2006/relationships/slideLayout" Target="../slideLayouts/slideLayout65.xml"/><Relationship Id="rId6" Type="http://schemas.openxmlformats.org/officeDocument/2006/relationships/slideLayout" Target="../slideLayouts/slideLayout70.xml"/><Relationship Id="rId5" Type="http://schemas.openxmlformats.org/officeDocument/2006/relationships/slideLayout" Target="../slideLayouts/slideLayout69.xml"/><Relationship Id="rId4" Type="http://schemas.openxmlformats.org/officeDocument/2006/relationships/slideLayout" Target="../slideLayouts/slideLayout68.xml"/></Relationships>
</file>

<file path=ppt/slideMasters/_rels/slideMaster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slideLayout" Target="../slideLayouts/slideLayout73.xml"/><Relationship Id="rId7" Type="http://schemas.openxmlformats.org/officeDocument/2006/relationships/theme" Target="../theme/theme14.xml"/><Relationship Id="rId2" Type="http://schemas.openxmlformats.org/officeDocument/2006/relationships/slideLayout" Target="../slideLayouts/slideLayout72.xml"/><Relationship Id="rId1" Type="http://schemas.openxmlformats.org/officeDocument/2006/relationships/slideLayout" Target="../slideLayouts/slideLayout71.xml"/><Relationship Id="rId6" Type="http://schemas.openxmlformats.org/officeDocument/2006/relationships/slideLayout" Target="../slideLayouts/slideLayout76.xml"/><Relationship Id="rId5" Type="http://schemas.openxmlformats.org/officeDocument/2006/relationships/slideLayout" Target="../slideLayouts/slideLayout75.xml"/><Relationship Id="rId4" Type="http://schemas.openxmlformats.org/officeDocument/2006/relationships/slideLayout" Target="../slideLayouts/slideLayout74.xml"/></Relationships>
</file>

<file path=ppt/slideMasters/_rels/slideMaster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slideLayout" Target="../slideLayouts/slideLayout79.xml"/><Relationship Id="rId7" Type="http://schemas.openxmlformats.org/officeDocument/2006/relationships/theme" Target="../theme/theme15.xml"/><Relationship Id="rId2" Type="http://schemas.openxmlformats.org/officeDocument/2006/relationships/slideLayout" Target="../slideLayouts/slideLayout78.xml"/><Relationship Id="rId1" Type="http://schemas.openxmlformats.org/officeDocument/2006/relationships/slideLayout" Target="../slideLayouts/slideLayout77.xml"/><Relationship Id="rId6" Type="http://schemas.openxmlformats.org/officeDocument/2006/relationships/slideLayout" Target="../slideLayouts/slideLayout82.xml"/><Relationship Id="rId5" Type="http://schemas.openxmlformats.org/officeDocument/2006/relationships/slideLayout" Target="../slideLayouts/slideLayout81.xml"/><Relationship Id="rId4" Type="http://schemas.openxmlformats.org/officeDocument/2006/relationships/slideLayout" Target="../slideLayouts/slideLayout80.xml"/></Relationships>
</file>

<file path=ppt/slideMasters/_rels/slideMaster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theme" Target="../theme/theme16.xml"/><Relationship Id="rId1" Type="http://schemas.openxmlformats.org/officeDocument/2006/relationships/slideLayout" Target="../slideLayouts/slideLayout83.xml"/></Relationships>
</file>

<file path=ppt/slideMasters/_rels/slideMaster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tiff"/><Relationship Id="rId1" Type="http://schemas.openxmlformats.org/officeDocument/2006/relationships/theme" Target="../theme/theme17.xml"/></Relationships>
</file>

<file path=ppt/slideMasters/_rels/slideMaster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6.xml"/><Relationship Id="rId2" Type="http://schemas.openxmlformats.org/officeDocument/2006/relationships/slideLayout" Target="../slideLayouts/slideLayout85.xml"/><Relationship Id="rId1" Type="http://schemas.openxmlformats.org/officeDocument/2006/relationships/slideLayout" Target="../slideLayouts/slideLayout84.xml"/><Relationship Id="rId6" Type="http://schemas.openxmlformats.org/officeDocument/2006/relationships/image" Target="../media/image7.tiff"/><Relationship Id="rId5" Type="http://schemas.openxmlformats.org/officeDocument/2006/relationships/theme" Target="../theme/theme18.xml"/><Relationship Id="rId4" Type="http://schemas.openxmlformats.org/officeDocument/2006/relationships/slideLayout" Target="../slideLayouts/slideLayout87.xml"/></Relationships>
</file>

<file path=ppt/slideMasters/_rels/slideMaster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theme" Target="../theme/theme19.xml"/><Relationship Id="rId1" Type="http://schemas.openxmlformats.org/officeDocument/2006/relationships/slideLayout" Target="../slideLayouts/slideLayout88.xml"/></Relationships>
</file>

<file path=ppt/slideMasters/_rels/slideMaster2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6.xml"/><Relationship Id="rId3" Type="http://schemas.openxmlformats.org/officeDocument/2006/relationships/slideLayout" Target="../slideLayouts/slideLayout91.xml"/><Relationship Id="rId7" Type="http://schemas.openxmlformats.org/officeDocument/2006/relationships/slideLayout" Target="../slideLayouts/slideLayout95.xml"/><Relationship Id="rId2" Type="http://schemas.openxmlformats.org/officeDocument/2006/relationships/slideLayout" Target="../slideLayouts/slideLayout90.xml"/><Relationship Id="rId1" Type="http://schemas.openxmlformats.org/officeDocument/2006/relationships/slideLayout" Target="../slideLayouts/slideLayout89.xml"/><Relationship Id="rId6" Type="http://schemas.openxmlformats.org/officeDocument/2006/relationships/slideLayout" Target="../slideLayouts/slideLayout94.xml"/><Relationship Id="rId5" Type="http://schemas.openxmlformats.org/officeDocument/2006/relationships/slideLayout" Target="../slideLayouts/slideLayout93.xml"/><Relationship Id="rId10" Type="http://schemas.openxmlformats.org/officeDocument/2006/relationships/image" Target="../media/image7.tiff"/><Relationship Id="rId4" Type="http://schemas.openxmlformats.org/officeDocument/2006/relationships/slideLayout" Target="../slideLayouts/slideLayout92.xml"/><Relationship Id="rId9" Type="http://schemas.openxmlformats.org/officeDocument/2006/relationships/theme" Target="../theme/theme20.xml"/></Relationships>
</file>

<file path=ppt/slideMasters/_rels/slideMaster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tiff"/><Relationship Id="rId1" Type="http://schemas.openxmlformats.org/officeDocument/2006/relationships/theme" Target="../theme/theme21.xml"/></Relationships>
</file>

<file path=ppt/slideMasters/_rels/slideMaster2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2.xml"/><Relationship Id="rId3" Type="http://schemas.openxmlformats.org/officeDocument/2006/relationships/slideLayout" Target="../slideLayouts/slideLayout99.xml"/><Relationship Id="rId7" Type="http://schemas.openxmlformats.org/officeDocument/2006/relationships/slideLayout" Target="../slideLayouts/slideLayout103.xml"/><Relationship Id="rId2" Type="http://schemas.openxmlformats.org/officeDocument/2006/relationships/slideLayout" Target="../slideLayouts/slideLayout98.xml"/><Relationship Id="rId1" Type="http://schemas.openxmlformats.org/officeDocument/2006/relationships/slideLayout" Target="../slideLayouts/slideLayout97.xml"/><Relationship Id="rId6" Type="http://schemas.openxmlformats.org/officeDocument/2006/relationships/slideLayout" Target="../slideLayouts/slideLayout102.xml"/><Relationship Id="rId5" Type="http://schemas.openxmlformats.org/officeDocument/2006/relationships/slideLayout" Target="../slideLayouts/slideLayout101.xml"/><Relationship Id="rId10" Type="http://schemas.openxmlformats.org/officeDocument/2006/relationships/image" Target="../media/image11.jpeg"/><Relationship Id="rId4" Type="http://schemas.openxmlformats.org/officeDocument/2006/relationships/slideLayout" Target="../slideLayouts/slideLayout100.xml"/><Relationship Id="rId9" Type="http://schemas.openxmlformats.org/officeDocument/2006/relationships/image" Target="../media/image10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xmlns="" id="{52B15EB5-2880-2029-9C3C-BAEE4E9134C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xmlns="" val="hdr"/>
              </p:ext>
            </p:extLst>
          </p:nvPr>
        </p:nvSpPr>
        <p:spPr>
          <a:xfrm>
            <a:off x="11083925" y="0"/>
            <a:ext cx="11414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s-AR" sz="10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Documento: Personal</a:t>
            </a:r>
          </a:p>
        </p:txBody>
      </p:sp>
    </p:spTree>
    <p:extLst>
      <p:ext uri="{BB962C8B-B14F-4D97-AF65-F5344CB8AC3E}">
        <p14:creationId xmlns:p14="http://schemas.microsoft.com/office/powerpoint/2010/main" val="29976716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7" r:id="rId1"/>
    <p:sldLayoutId id="2147483898" r:id="rId2"/>
    <p:sldLayoutId id="2147483899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xmlns="" id="{72BB54A7-11F4-95EE-2B73-49B0A1A3E522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xmlns="" val="hdr"/>
              </p:ext>
            </p:extLst>
          </p:nvPr>
        </p:nvSpPr>
        <p:spPr>
          <a:xfrm>
            <a:off x="11083925" y="0"/>
            <a:ext cx="11414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s-AR" sz="10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Documento: Personal</a:t>
            </a:r>
          </a:p>
        </p:txBody>
      </p:sp>
    </p:spTree>
    <p:extLst>
      <p:ext uri="{BB962C8B-B14F-4D97-AF65-F5344CB8AC3E}">
        <p14:creationId xmlns:p14="http://schemas.microsoft.com/office/powerpoint/2010/main" val="8612394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3" r:id="rId1"/>
    <p:sldLayoutId id="2147483913" r:id="rId2"/>
  </p:sldLayoutIdLst>
  <p:hf hdr="0" ftr="0" dt="0"/>
  <p:txStyles>
    <p:titleStyle>
      <a:lvl1pPr algn="l" defTabSz="1187798" rtl="0" eaLnBrk="1" latinLnBrk="0" hangingPunct="1">
        <a:lnSpc>
          <a:spcPct val="90000"/>
        </a:lnSpc>
        <a:spcBef>
          <a:spcPct val="0"/>
        </a:spcBef>
        <a:buNone/>
        <a:defRPr sz="571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950" indent="-296950" algn="l" defTabSz="1187798" rtl="0" eaLnBrk="1" latinLnBrk="0" hangingPunct="1">
        <a:lnSpc>
          <a:spcPct val="90000"/>
        </a:lnSpc>
        <a:spcBef>
          <a:spcPts val="1299"/>
        </a:spcBef>
        <a:buFont typeface="Arial" panose="020B0604020202020204" pitchFamily="34" charset="0"/>
        <a:buChar char="•"/>
        <a:defRPr sz="3636" kern="1200">
          <a:solidFill>
            <a:schemeClr val="tx1"/>
          </a:solidFill>
          <a:latin typeface="+mn-lt"/>
          <a:ea typeface="+mn-ea"/>
          <a:cs typeface="+mn-cs"/>
        </a:defRPr>
      </a:lvl1pPr>
      <a:lvl2pPr marL="890849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8" kern="1200">
          <a:solidFill>
            <a:schemeClr val="tx1"/>
          </a:solidFill>
          <a:latin typeface="+mn-lt"/>
          <a:ea typeface="+mn-ea"/>
          <a:cs typeface="+mn-cs"/>
        </a:defRPr>
      </a:lvl2pPr>
      <a:lvl3pPr marL="1484748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8" kern="1200">
          <a:solidFill>
            <a:schemeClr val="tx1"/>
          </a:solidFill>
          <a:latin typeface="+mn-lt"/>
          <a:ea typeface="+mn-ea"/>
          <a:cs typeface="+mn-cs"/>
        </a:defRPr>
      </a:lvl3pPr>
      <a:lvl4pPr marL="2078648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6725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860346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454245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5048144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1pPr>
      <a:lvl2pPr marL="59390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2pPr>
      <a:lvl3pPr marL="11877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3pPr>
      <a:lvl4pPr marL="1781699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3755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29694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563396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1572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4751195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 xmlns="">
        <p15:guide id="1" orient="horz" pos="2161">
          <p15:clr>
            <a:srgbClr val="F26B43"/>
          </p15:clr>
        </p15:guide>
        <p15:guide id="2" pos="3842">
          <p15:clr>
            <a:srgbClr val="F26B43"/>
          </p15:clr>
        </p15:guide>
        <p15:guide id="3" pos="458">
          <p15:clr>
            <a:srgbClr val="F26B43"/>
          </p15:clr>
        </p15:guide>
        <p15:guide id="4" pos="7225">
          <p15:clr>
            <a:srgbClr val="F26B43"/>
          </p15:clr>
        </p15:guide>
        <p15:guide id="5" orient="horz" pos="4100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6785A3D6-1271-D247-9E96-1B376F4BE7BE}"/>
              </a:ext>
            </a:extLst>
          </p:cNvPr>
          <p:cNvSpPr txBox="1"/>
          <p:nvPr userDrawn="1"/>
        </p:nvSpPr>
        <p:spPr>
          <a:xfrm>
            <a:off x="1095467" y="6356939"/>
            <a:ext cx="1463467" cy="242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74" b="0" baseline="0" dirty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Huawei Confidential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EABEE2EE-BF4D-7A4A-B3C6-9E47668CCD98}"/>
              </a:ext>
            </a:extLst>
          </p:cNvPr>
          <p:cNvSpPr txBox="1"/>
          <p:nvPr userDrawn="1"/>
        </p:nvSpPr>
        <p:spPr>
          <a:xfrm>
            <a:off x="734131" y="6402806"/>
            <a:ext cx="499729" cy="1502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8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837181-38C6-AD4F-B8BA-B444770388BB}" type="slidenum">
              <a:rPr lang="en-US" sz="974" smtClean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marL="0" marR="0" lvl="0" indent="0" algn="l" defTabSz="8908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lang="en-US" sz="974" dirty="0">
              <a:solidFill>
                <a:srgbClr val="1D1D1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1" name="图片 4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5999" y="6319870"/>
            <a:ext cx="1269075" cy="271153"/>
          </a:xfrm>
          <a:prstGeom prst="rect">
            <a:avLst/>
          </a:prstGeom>
        </p:spPr>
      </p:pic>
      <p:grpSp>
        <p:nvGrpSpPr>
          <p:cNvPr id="25" name="组合 24"/>
          <p:cNvGrpSpPr/>
          <p:nvPr userDrawn="1"/>
        </p:nvGrpSpPr>
        <p:grpSpPr>
          <a:xfrm>
            <a:off x="12216278" y="2931937"/>
            <a:ext cx="1982916" cy="3934682"/>
            <a:chOff x="12216278" y="2262477"/>
            <a:chExt cx="1982916" cy="4604143"/>
          </a:xfrm>
        </p:grpSpPr>
        <p:grpSp>
          <p:nvGrpSpPr>
            <p:cNvPr id="26" name="组合 25"/>
            <p:cNvGrpSpPr/>
            <p:nvPr userDrawn="1"/>
          </p:nvGrpSpPr>
          <p:grpSpPr>
            <a:xfrm>
              <a:off x="12315635" y="2262477"/>
              <a:ext cx="1883559" cy="692624"/>
              <a:chOff x="12315635" y="2207613"/>
              <a:chExt cx="1883559" cy="692624"/>
            </a:xfrm>
          </p:grpSpPr>
          <p:sp>
            <p:nvSpPr>
              <p:cNvPr id="44" name="矩形 5">
                <a:extLst>
                  <a:ext uri="{FF2B5EF4-FFF2-40B4-BE49-F238E27FC236}">
                    <a16:creationId xmlns:a16="http://schemas.microsoft.com/office/drawing/2014/main" xmlns="" id="{3B0B5EC2-EA55-CC45-A9D0-D5EA5D768C99}"/>
                  </a:ext>
                </a:extLst>
              </p:cNvPr>
              <p:cNvSpPr/>
              <p:nvPr userDrawn="1"/>
            </p:nvSpPr>
            <p:spPr>
              <a:xfrm>
                <a:off x="12315635" y="2401808"/>
                <a:ext cx="911019" cy="498429"/>
              </a:xfrm>
              <a:prstGeom prst="rect">
                <a:avLst/>
              </a:prstGeom>
              <a:solidFill>
                <a:srgbClr val="C8102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P</a:t>
                </a:r>
                <a:r>
                  <a:rPr kumimoji="1" lang="en-US" altLang="zh-Hant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ANTONE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 186C</a:t>
                </a:r>
              </a:p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RGB 200/16/46</a:t>
                </a:r>
              </a:p>
            </p:txBody>
          </p:sp>
          <p:sp>
            <p:nvSpPr>
              <p:cNvPr id="45" name="矩形 9">
                <a:extLst>
                  <a:ext uri="{FF2B5EF4-FFF2-40B4-BE49-F238E27FC236}">
                    <a16:creationId xmlns:a16="http://schemas.microsoft.com/office/drawing/2014/main" xmlns="" id="{992224C5-04A6-C041-B257-13137945DBB8}"/>
                  </a:ext>
                </a:extLst>
              </p:cNvPr>
              <p:cNvSpPr/>
              <p:nvPr userDrawn="1"/>
            </p:nvSpPr>
            <p:spPr>
              <a:xfrm>
                <a:off x="13288175" y="2401808"/>
                <a:ext cx="911019" cy="498429"/>
              </a:xfrm>
              <a:prstGeom prst="rect">
                <a:avLst/>
              </a:prstGeom>
              <a:solidFill>
                <a:srgbClr val="C7000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P</a:t>
                </a:r>
                <a:r>
                  <a:rPr kumimoji="1" lang="en-US" altLang="zh-Hant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ANTONE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 185C</a:t>
                </a:r>
              </a:p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RGB 199/0/11</a:t>
                </a:r>
              </a:p>
            </p:txBody>
          </p:sp>
          <p:sp>
            <p:nvSpPr>
              <p:cNvPr id="46" name="文本框 31">
                <a:extLst>
                  <a:ext uri="{FF2B5EF4-FFF2-40B4-BE49-F238E27FC236}">
                    <a16:creationId xmlns:a16="http://schemas.microsoft.com/office/drawing/2014/main" xmlns="" id="{58918196-0639-EE4B-AFC2-315BE04587B9}"/>
                  </a:ext>
                </a:extLst>
              </p:cNvPr>
              <p:cNvSpPr txBox="1"/>
              <p:nvPr userDrawn="1"/>
            </p:nvSpPr>
            <p:spPr>
              <a:xfrm>
                <a:off x="12326898" y="2207613"/>
                <a:ext cx="384721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kumimoji="1" lang="zh-CN" altLang="en-US" sz="1000" dirty="0">
                    <a:solidFill>
                      <a:schemeClr val="tx1"/>
                    </a:solidFill>
                    <a:latin typeface="Arial" panose="020B0604020202020204" pitchFamily="34" charset="0"/>
                    <a:ea typeface="Microsoft YaHei" panose="020B0503020204020204" pitchFamily="34" charset="-122"/>
                  </a:rPr>
                  <a:t>品牌色</a:t>
                </a:r>
              </a:p>
            </p:txBody>
          </p:sp>
        </p:grpSp>
        <p:grpSp>
          <p:nvGrpSpPr>
            <p:cNvPr id="27" name="组合 26"/>
            <p:cNvGrpSpPr/>
            <p:nvPr userDrawn="1"/>
          </p:nvGrpSpPr>
          <p:grpSpPr>
            <a:xfrm>
              <a:off x="12216278" y="3080825"/>
              <a:ext cx="1982912" cy="3785795"/>
              <a:chOff x="12216278" y="3080825"/>
              <a:chExt cx="1982912" cy="3785795"/>
            </a:xfrm>
          </p:grpSpPr>
          <p:sp>
            <p:nvSpPr>
              <p:cNvPr id="28" name="矩形 12">
                <a:extLst>
                  <a:ext uri="{FF2B5EF4-FFF2-40B4-BE49-F238E27FC236}">
                    <a16:creationId xmlns:a16="http://schemas.microsoft.com/office/drawing/2014/main" xmlns="" id="{DCA8B73C-0B87-284F-805F-752EBF20B768}"/>
                  </a:ext>
                </a:extLst>
              </p:cNvPr>
              <p:cNvSpPr/>
              <p:nvPr userDrawn="1"/>
            </p:nvSpPr>
            <p:spPr>
              <a:xfrm>
                <a:off x="12315640" y="3785971"/>
                <a:ext cx="885201" cy="462672"/>
              </a:xfrm>
              <a:prstGeom prst="rect">
                <a:avLst/>
              </a:prstGeom>
              <a:solidFill>
                <a:srgbClr val="EA5A4F"/>
              </a:solidFill>
              <a:ln>
                <a:solidFill>
                  <a:srgbClr val="EA5A4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 234</a:t>
                </a: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90/79</a:t>
                </a:r>
                <a:endParaRPr kumimoji="1" lang="mr-IN" altLang="zh-CN" sz="700" b="1" dirty="0">
                  <a:solidFill>
                    <a:schemeClr val="tx2"/>
                  </a:solidFill>
                  <a:latin typeface="Arial" panose="020B0604020202020204" pitchFamily="34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29" name="矩形 13">
                <a:extLst>
                  <a:ext uri="{FF2B5EF4-FFF2-40B4-BE49-F238E27FC236}">
                    <a16:creationId xmlns:a16="http://schemas.microsoft.com/office/drawing/2014/main" xmlns="" id="{138A39A8-BB4E-CD4E-9201-F1785C874F92}"/>
                  </a:ext>
                </a:extLst>
              </p:cNvPr>
              <p:cNvSpPr/>
              <p:nvPr userDrawn="1"/>
            </p:nvSpPr>
            <p:spPr>
              <a:xfrm>
                <a:off x="12315640" y="3259312"/>
                <a:ext cx="885201" cy="462672"/>
              </a:xfrm>
              <a:prstGeom prst="rect">
                <a:avLst/>
              </a:prstGeom>
              <a:solidFill>
                <a:srgbClr val="78000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 120</a:t>
                </a: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0/15</a:t>
                </a:r>
                <a:endParaRPr kumimoji="1" lang="mr-IN" altLang="zh-CN" sz="700" b="1" dirty="0">
                  <a:solidFill>
                    <a:schemeClr val="tx2"/>
                  </a:solidFill>
                  <a:latin typeface="Arial" panose="020B0604020202020204" pitchFamily="34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0" name="文本框 15">
                <a:extLst>
                  <a:ext uri="{FF2B5EF4-FFF2-40B4-BE49-F238E27FC236}">
                    <a16:creationId xmlns:a16="http://schemas.microsoft.com/office/drawing/2014/main" xmlns="" id="{8F53C07A-1022-C740-8F8D-97538E174D38}"/>
                  </a:ext>
                </a:extLst>
              </p:cNvPr>
              <p:cNvSpPr txBox="1"/>
              <p:nvPr userDrawn="1"/>
            </p:nvSpPr>
            <p:spPr>
              <a:xfrm>
                <a:off x="12216278" y="3080825"/>
                <a:ext cx="569387" cy="153888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b" anchorCtr="0">
                <a:sp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kumimoji="1" lang="zh-CN" altLang="en-US" sz="1000" dirty="0">
                    <a:solidFill>
                      <a:schemeClr val="tx1"/>
                    </a:solidFill>
                    <a:latin typeface="Arial" panose="020B0604020202020204" pitchFamily="34" charset="0"/>
                    <a:ea typeface="Microsoft YaHei" panose="020B0503020204020204" pitchFamily="34" charset="-122"/>
                  </a:rPr>
                  <a:t>辅助色</a:t>
                </a:r>
              </a:p>
            </p:txBody>
          </p:sp>
          <p:sp>
            <p:nvSpPr>
              <p:cNvPr id="31" name="矩形 16">
                <a:extLst>
                  <a:ext uri="{FF2B5EF4-FFF2-40B4-BE49-F238E27FC236}">
                    <a16:creationId xmlns:a16="http://schemas.microsoft.com/office/drawing/2014/main" xmlns="" id="{306A7598-C00D-994F-82DA-B39F3C2E0AAD}"/>
                  </a:ext>
                </a:extLst>
              </p:cNvPr>
              <p:cNvSpPr/>
              <p:nvPr userDrawn="1"/>
            </p:nvSpPr>
            <p:spPr>
              <a:xfrm>
                <a:off x="12315640" y="4836793"/>
                <a:ext cx="885201" cy="462672"/>
              </a:xfrm>
              <a:prstGeom prst="rect">
                <a:avLst/>
              </a:prstGeom>
              <a:solidFill>
                <a:srgbClr val="F8B53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 248</a:t>
                </a: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181/60</a:t>
                </a:r>
                <a:endParaRPr kumimoji="1" lang="mr-IN" altLang="zh-CN" sz="700" b="1" dirty="0">
                  <a:solidFill>
                    <a:schemeClr val="tx2"/>
                  </a:solidFill>
                  <a:latin typeface="Arial" panose="020B0604020202020204" pitchFamily="34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2" name="矩形 17">
                <a:extLst>
                  <a:ext uri="{FF2B5EF4-FFF2-40B4-BE49-F238E27FC236}">
                    <a16:creationId xmlns:a16="http://schemas.microsoft.com/office/drawing/2014/main" xmlns="" id="{C1423292-FF2F-A74C-943E-1C3C47534098}"/>
                  </a:ext>
                </a:extLst>
              </p:cNvPr>
              <p:cNvSpPr/>
              <p:nvPr userDrawn="1"/>
            </p:nvSpPr>
            <p:spPr>
              <a:xfrm>
                <a:off x="12315640" y="4319278"/>
                <a:ext cx="885201" cy="462672"/>
              </a:xfrm>
              <a:prstGeom prst="rect">
                <a:avLst/>
              </a:prstGeom>
              <a:solidFill>
                <a:srgbClr val="EB5C0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 235</a:t>
                </a: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92/1</a:t>
                </a:r>
                <a:endParaRPr kumimoji="1" lang="mr-IN" altLang="zh-CN" sz="700" b="1" dirty="0">
                  <a:solidFill>
                    <a:schemeClr val="tx2"/>
                  </a:solidFill>
                  <a:latin typeface="Arial" panose="020B0604020202020204" pitchFamily="34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3" name="矩形 18">
                <a:extLst>
                  <a:ext uri="{FF2B5EF4-FFF2-40B4-BE49-F238E27FC236}">
                    <a16:creationId xmlns:a16="http://schemas.microsoft.com/office/drawing/2014/main" xmlns="" id="{2A29AF15-F5C4-A842-A63B-5DBA549CB92F}"/>
                  </a:ext>
                </a:extLst>
              </p:cNvPr>
              <p:cNvSpPr/>
              <p:nvPr userDrawn="1"/>
            </p:nvSpPr>
            <p:spPr>
              <a:xfrm>
                <a:off x="12315636" y="5880294"/>
                <a:ext cx="911019" cy="462672"/>
              </a:xfrm>
              <a:prstGeom prst="rect">
                <a:avLst/>
              </a:prstGeom>
              <a:solidFill>
                <a:srgbClr val="89898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 137/137/137</a:t>
                </a:r>
                <a:endParaRPr kumimoji="1" lang="mr-IN" altLang="zh-CN" sz="700" b="1" dirty="0">
                  <a:solidFill>
                    <a:schemeClr val="tx2"/>
                  </a:solidFill>
                  <a:latin typeface="Arial" panose="020B0604020202020204" pitchFamily="34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4" name="矩形 19">
                <a:extLst>
                  <a:ext uri="{FF2B5EF4-FFF2-40B4-BE49-F238E27FC236}">
                    <a16:creationId xmlns:a16="http://schemas.microsoft.com/office/drawing/2014/main" xmlns="" id="{E9EA970A-4D36-BC41-B8BE-40DF553320E7}"/>
                  </a:ext>
                </a:extLst>
              </p:cNvPr>
              <p:cNvSpPr/>
              <p:nvPr userDrawn="1"/>
            </p:nvSpPr>
            <p:spPr>
              <a:xfrm>
                <a:off x="12315636" y="5362779"/>
                <a:ext cx="911019" cy="462672"/>
              </a:xfrm>
              <a:prstGeom prst="rect">
                <a:avLst/>
              </a:prstGeom>
              <a:solidFill>
                <a:srgbClr val="23181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 35/24/21</a:t>
                </a:r>
                <a:endParaRPr kumimoji="1" lang="mr-IN" altLang="zh-CN" sz="700" b="1" dirty="0">
                  <a:solidFill>
                    <a:schemeClr val="tx2"/>
                  </a:solidFill>
                  <a:latin typeface="Arial" panose="020B0604020202020204" pitchFamily="34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5" name="矩形 22">
                <a:extLst>
                  <a:ext uri="{FF2B5EF4-FFF2-40B4-BE49-F238E27FC236}">
                    <a16:creationId xmlns:a16="http://schemas.microsoft.com/office/drawing/2014/main" xmlns="" id="{14EE21FB-1D92-0241-ABA5-5E9A6AEE0DC8}"/>
                  </a:ext>
                </a:extLst>
              </p:cNvPr>
              <p:cNvSpPr/>
              <p:nvPr userDrawn="1"/>
            </p:nvSpPr>
            <p:spPr>
              <a:xfrm>
                <a:off x="12315636" y="6403948"/>
                <a:ext cx="911019" cy="462672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bg1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 221</a:t>
                </a:r>
                <a:r>
                  <a:rPr kumimoji="1" lang="mr-IN" altLang="zh-CN" sz="700" b="1" dirty="0">
                    <a:solidFill>
                      <a:schemeClr val="bg1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221/221</a:t>
                </a:r>
                <a:endParaRPr kumimoji="1" lang="mr-IN" altLang="zh-CN" sz="700" b="1" dirty="0">
                  <a:solidFill>
                    <a:schemeClr val="bg1"/>
                  </a:solidFill>
                  <a:latin typeface="Arial" panose="020B0604020202020204" pitchFamily="34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6" name="矩形 12">
                <a:extLst>
                  <a:ext uri="{FF2B5EF4-FFF2-40B4-BE49-F238E27FC236}">
                    <a16:creationId xmlns:a16="http://schemas.microsoft.com/office/drawing/2014/main" xmlns="" id="{883734A3-2645-434A-9DCC-1416B6C687CC}"/>
                  </a:ext>
                </a:extLst>
              </p:cNvPr>
              <p:cNvSpPr/>
              <p:nvPr userDrawn="1"/>
            </p:nvSpPr>
            <p:spPr>
              <a:xfrm>
                <a:off x="13288175" y="3785971"/>
                <a:ext cx="885201" cy="462672"/>
              </a:xfrm>
              <a:prstGeom prst="rect">
                <a:avLst/>
              </a:prstGeom>
              <a:solidFill>
                <a:srgbClr val="E98C8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 233</a:t>
                </a: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140/128</a:t>
                </a:r>
                <a:endParaRPr kumimoji="1" lang="mr-IN" altLang="zh-CN" sz="700" b="1" dirty="0">
                  <a:solidFill>
                    <a:schemeClr val="tx2"/>
                  </a:solidFill>
                  <a:latin typeface="Arial" panose="020B0604020202020204" pitchFamily="34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7" name="矩形 13">
                <a:extLst>
                  <a:ext uri="{FF2B5EF4-FFF2-40B4-BE49-F238E27FC236}">
                    <a16:creationId xmlns:a16="http://schemas.microsoft.com/office/drawing/2014/main" xmlns="" id="{1FF13552-FB3D-134A-A80A-6CFB35DFE1A1}"/>
                  </a:ext>
                </a:extLst>
              </p:cNvPr>
              <p:cNvSpPr/>
              <p:nvPr userDrawn="1"/>
            </p:nvSpPr>
            <p:spPr>
              <a:xfrm>
                <a:off x="13288175" y="3259312"/>
                <a:ext cx="885201" cy="462672"/>
              </a:xfrm>
              <a:prstGeom prst="rect">
                <a:avLst/>
              </a:prstGeom>
              <a:solidFill>
                <a:srgbClr val="A72126"/>
              </a:solidFill>
              <a:ln>
                <a:solidFill>
                  <a:srgbClr val="9F000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 159</a:t>
                </a: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0/1</a:t>
                </a:r>
                <a:endParaRPr kumimoji="1" lang="mr-IN" altLang="zh-CN" sz="700" b="1" dirty="0">
                  <a:solidFill>
                    <a:schemeClr val="tx2"/>
                  </a:solidFill>
                  <a:latin typeface="Arial" panose="020B0604020202020204" pitchFamily="34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8" name="矩形 16">
                <a:extLst>
                  <a:ext uri="{FF2B5EF4-FFF2-40B4-BE49-F238E27FC236}">
                    <a16:creationId xmlns:a16="http://schemas.microsoft.com/office/drawing/2014/main" xmlns="" id="{0A96471B-CB12-1443-B01F-C14C9112C149}"/>
                  </a:ext>
                </a:extLst>
              </p:cNvPr>
              <p:cNvSpPr/>
              <p:nvPr userDrawn="1"/>
            </p:nvSpPr>
            <p:spPr>
              <a:xfrm>
                <a:off x="13288175" y="4836793"/>
                <a:ext cx="885201" cy="462672"/>
              </a:xfrm>
              <a:prstGeom prst="rect">
                <a:avLst/>
              </a:prstGeom>
              <a:solidFill>
                <a:srgbClr val="F5DC5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bg1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 245</a:t>
                </a:r>
                <a:r>
                  <a:rPr kumimoji="1" lang="mr-IN" altLang="zh-CN" sz="700" b="1" dirty="0">
                    <a:solidFill>
                      <a:schemeClr val="bg1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220/87</a:t>
                </a:r>
                <a:endParaRPr kumimoji="1" lang="mr-IN" altLang="zh-CN" sz="700" b="1" dirty="0">
                  <a:solidFill>
                    <a:schemeClr val="bg1"/>
                  </a:solidFill>
                  <a:latin typeface="Arial" panose="020B0604020202020204" pitchFamily="34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9" name="矩形 17">
                <a:extLst>
                  <a:ext uri="{FF2B5EF4-FFF2-40B4-BE49-F238E27FC236}">
                    <a16:creationId xmlns:a16="http://schemas.microsoft.com/office/drawing/2014/main" xmlns="" id="{61890D59-CF8B-1449-A836-3A304EC9A907}"/>
                  </a:ext>
                </a:extLst>
              </p:cNvPr>
              <p:cNvSpPr/>
              <p:nvPr userDrawn="1"/>
            </p:nvSpPr>
            <p:spPr>
              <a:xfrm>
                <a:off x="13288175" y="4319278"/>
                <a:ext cx="885201" cy="462672"/>
              </a:xfrm>
              <a:prstGeom prst="rect">
                <a:avLst/>
              </a:prstGeom>
              <a:solidFill>
                <a:srgbClr val="F085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 240</a:t>
                </a: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133/0</a:t>
                </a:r>
                <a:endParaRPr kumimoji="1" lang="mr-IN" altLang="zh-CN" sz="700" b="1" dirty="0">
                  <a:solidFill>
                    <a:schemeClr val="tx2"/>
                  </a:solidFill>
                  <a:latin typeface="Arial" panose="020B0604020202020204" pitchFamily="34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40" name="矩形 18">
                <a:extLst>
                  <a:ext uri="{FF2B5EF4-FFF2-40B4-BE49-F238E27FC236}">
                    <a16:creationId xmlns:a16="http://schemas.microsoft.com/office/drawing/2014/main" xmlns="" id="{0466A1E1-E7C7-FD49-9880-9E44BED19FF5}"/>
                  </a:ext>
                </a:extLst>
              </p:cNvPr>
              <p:cNvSpPr/>
              <p:nvPr userDrawn="1"/>
            </p:nvSpPr>
            <p:spPr>
              <a:xfrm>
                <a:off x="13288171" y="5880294"/>
                <a:ext cx="911019" cy="462672"/>
              </a:xfrm>
              <a:prstGeom prst="rect">
                <a:avLst/>
              </a:prstGeom>
              <a:solidFill>
                <a:srgbClr val="B5B5B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 181</a:t>
                </a: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181/181</a:t>
                </a:r>
                <a:endParaRPr kumimoji="1" lang="mr-IN" altLang="zh-CN" sz="700" b="1" dirty="0">
                  <a:solidFill>
                    <a:schemeClr val="tx2"/>
                  </a:solidFill>
                  <a:latin typeface="Arial" panose="020B0604020202020204" pitchFamily="34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42" name="矩形 19">
                <a:extLst>
                  <a:ext uri="{FF2B5EF4-FFF2-40B4-BE49-F238E27FC236}">
                    <a16:creationId xmlns:a16="http://schemas.microsoft.com/office/drawing/2014/main" xmlns="" id="{B21AD6AC-1275-0142-A9EA-D77B26CB40EF}"/>
                  </a:ext>
                </a:extLst>
              </p:cNvPr>
              <p:cNvSpPr/>
              <p:nvPr userDrawn="1"/>
            </p:nvSpPr>
            <p:spPr>
              <a:xfrm>
                <a:off x="13288171" y="5362779"/>
                <a:ext cx="911019" cy="462672"/>
              </a:xfrm>
              <a:prstGeom prst="rect">
                <a:avLst/>
              </a:prstGeom>
              <a:solidFill>
                <a:srgbClr val="59575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 89</a:t>
                </a: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87/87</a:t>
                </a:r>
                <a:endParaRPr kumimoji="1" lang="mr-IN" altLang="zh-CN" sz="700" b="1" dirty="0">
                  <a:solidFill>
                    <a:schemeClr val="tx2"/>
                  </a:solidFill>
                  <a:latin typeface="Arial" panose="020B0604020202020204" pitchFamily="34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43" name="矩形 22">
                <a:extLst>
                  <a:ext uri="{FF2B5EF4-FFF2-40B4-BE49-F238E27FC236}">
                    <a16:creationId xmlns:a16="http://schemas.microsoft.com/office/drawing/2014/main" xmlns="" id="{238BAC2A-AE09-A84D-875D-8472236D6610}"/>
                  </a:ext>
                </a:extLst>
              </p:cNvPr>
              <p:cNvSpPr/>
              <p:nvPr userDrawn="1"/>
            </p:nvSpPr>
            <p:spPr>
              <a:xfrm>
                <a:off x="13288171" y="6403948"/>
                <a:ext cx="911019" cy="462672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chemeClr val="bg1">
                    <a:lumMod val="10000"/>
                    <a:lumOff val="9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bg1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 255</a:t>
                </a:r>
                <a:r>
                  <a:rPr kumimoji="1" lang="mr-IN" altLang="zh-CN" sz="700" b="1" dirty="0">
                    <a:solidFill>
                      <a:schemeClr val="bg1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255/255</a:t>
                </a:r>
                <a:endParaRPr kumimoji="1" lang="mr-IN" altLang="zh-CN" sz="700" b="1" dirty="0">
                  <a:solidFill>
                    <a:schemeClr val="bg1"/>
                  </a:solidFill>
                  <a:latin typeface="Arial" panose="020B0604020202020204" pitchFamily="34" charset="0"/>
                  <a:ea typeface="Arial" charset="0"/>
                  <a:cs typeface="Arial" charset="0"/>
                </a:endParaRPr>
              </a:p>
            </p:txBody>
          </p:sp>
        </p:grpSp>
      </p:grpSp>
      <p:sp>
        <p:nvSpPr>
          <p:cNvPr id="5" name="CuadroTexto 4">
            <a:extLst>
              <a:ext uri="{FF2B5EF4-FFF2-40B4-BE49-F238E27FC236}">
                <a16:creationId xmlns:a16="http://schemas.microsoft.com/office/drawing/2014/main" xmlns="" id="{6C609229-5CF5-0058-F9D2-3721D39027C5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xmlns="" val="hdr"/>
              </p:ext>
            </p:extLst>
          </p:nvPr>
        </p:nvSpPr>
        <p:spPr>
          <a:xfrm>
            <a:off x="11083925" y="0"/>
            <a:ext cx="11414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s-AR" sz="10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Documento: Personal</a:t>
            </a:r>
          </a:p>
        </p:txBody>
      </p:sp>
    </p:spTree>
    <p:extLst>
      <p:ext uri="{BB962C8B-B14F-4D97-AF65-F5344CB8AC3E}">
        <p14:creationId xmlns:p14="http://schemas.microsoft.com/office/powerpoint/2010/main" val="990565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1" r:id="rId1"/>
  </p:sldLayoutIdLst>
  <p:hf hdr="0" ftr="0" dt="0"/>
  <p:txStyles>
    <p:titleStyle>
      <a:lvl1pPr algn="l" defTabSz="1187798" rtl="0" eaLnBrk="1" latinLnBrk="0" hangingPunct="1">
        <a:lnSpc>
          <a:spcPct val="90000"/>
        </a:lnSpc>
        <a:spcBef>
          <a:spcPct val="0"/>
        </a:spcBef>
        <a:buNone/>
        <a:defRPr sz="571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950" indent="-296950" algn="l" defTabSz="1187798" rtl="0" eaLnBrk="1" latinLnBrk="0" hangingPunct="1">
        <a:lnSpc>
          <a:spcPct val="90000"/>
        </a:lnSpc>
        <a:spcBef>
          <a:spcPts val="1299"/>
        </a:spcBef>
        <a:buFont typeface="Arial" panose="020B0604020202020204" pitchFamily="34" charset="0"/>
        <a:buChar char="•"/>
        <a:defRPr sz="3636" kern="1200">
          <a:solidFill>
            <a:schemeClr val="tx1"/>
          </a:solidFill>
          <a:latin typeface="+mn-lt"/>
          <a:ea typeface="+mn-ea"/>
          <a:cs typeface="+mn-cs"/>
        </a:defRPr>
      </a:lvl1pPr>
      <a:lvl2pPr marL="890849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8" kern="1200">
          <a:solidFill>
            <a:schemeClr val="tx1"/>
          </a:solidFill>
          <a:latin typeface="+mn-lt"/>
          <a:ea typeface="+mn-ea"/>
          <a:cs typeface="+mn-cs"/>
        </a:defRPr>
      </a:lvl2pPr>
      <a:lvl3pPr marL="1484748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8" kern="1200">
          <a:solidFill>
            <a:schemeClr val="tx1"/>
          </a:solidFill>
          <a:latin typeface="+mn-lt"/>
          <a:ea typeface="+mn-ea"/>
          <a:cs typeface="+mn-cs"/>
        </a:defRPr>
      </a:lvl3pPr>
      <a:lvl4pPr marL="2078648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6725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860346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454245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5048144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1pPr>
      <a:lvl2pPr marL="59390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2pPr>
      <a:lvl3pPr marL="11877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3pPr>
      <a:lvl4pPr marL="1781699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3755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29694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563396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1572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4751195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 xmlns="">
        <p15:guide id="1" orient="horz" pos="2161" userDrawn="1">
          <p15:clr>
            <a:srgbClr val="F26B43"/>
          </p15:clr>
        </p15:guide>
        <p15:guide id="2" pos="3842" userDrawn="1">
          <p15:clr>
            <a:srgbClr val="F26B43"/>
          </p15:clr>
        </p15:guide>
        <p15:guide id="3" pos="458" userDrawn="1">
          <p15:clr>
            <a:srgbClr val="F26B43"/>
          </p15:clr>
        </p15:guide>
        <p15:guide id="4" pos="7225" userDrawn="1">
          <p15:clr>
            <a:srgbClr val="F26B43"/>
          </p15:clr>
        </p15:guide>
        <p15:guide id="5" orient="horz" pos="4100" userDrawn="1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xmlns="" id="{1C121077-1193-FB4A-9315-392ADB36F042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xmlns="" val="hdr"/>
              </p:ext>
            </p:extLst>
          </p:nvPr>
        </p:nvSpPr>
        <p:spPr>
          <a:xfrm>
            <a:off x="11083925" y="0"/>
            <a:ext cx="11414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s-AR" sz="10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Documento: Personal</a:t>
            </a:r>
          </a:p>
        </p:txBody>
      </p:sp>
    </p:spTree>
    <p:extLst>
      <p:ext uri="{BB962C8B-B14F-4D97-AF65-F5344CB8AC3E}">
        <p14:creationId xmlns:p14="http://schemas.microsoft.com/office/powerpoint/2010/main" val="2848406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0" r:id="rId1"/>
    <p:sldLayoutId id="2147483686" r:id="rId2"/>
    <p:sldLayoutId id="2147484228" r:id="rId3"/>
  </p:sldLayoutIdLst>
  <p:hf hdr="0" ftr="0" dt="0"/>
  <p:txStyles>
    <p:titleStyle>
      <a:lvl1pPr algn="l" defTabSz="1187798" rtl="0" eaLnBrk="1" latinLnBrk="0" hangingPunct="1">
        <a:lnSpc>
          <a:spcPct val="90000"/>
        </a:lnSpc>
        <a:spcBef>
          <a:spcPct val="0"/>
        </a:spcBef>
        <a:buNone/>
        <a:defRPr sz="5000" b="0" kern="1200">
          <a:solidFill>
            <a:schemeClr val="tx1"/>
          </a:solidFill>
          <a:latin typeface="Arial" panose="020B0604020202020204" pitchFamily="34" charset="0"/>
          <a:ea typeface="Microsoft YaHei" panose="020B0503020204020204" pitchFamily="34" charset="-122"/>
          <a:cs typeface="Arial" panose="020B0604020202020204" pitchFamily="34" charset="0"/>
        </a:defRPr>
      </a:lvl1pPr>
    </p:titleStyle>
    <p:bodyStyle>
      <a:lvl1pPr marL="0" indent="0" algn="l" defTabSz="1187798" rtl="0" eaLnBrk="1" latinLnBrk="0" hangingPunct="1">
        <a:lnSpc>
          <a:spcPct val="90000"/>
        </a:lnSpc>
        <a:spcBef>
          <a:spcPts val="1299"/>
        </a:spcBef>
        <a:buFont typeface="Arial" panose="020B0604020202020204" pitchFamily="34" charset="0"/>
        <a:buNone/>
        <a:defRPr sz="1819" kern="1200">
          <a:solidFill>
            <a:srgbClr val="FFFFFF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1pPr>
      <a:lvl2pPr marL="593900" indent="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3118" kern="1200">
          <a:solidFill>
            <a:schemeClr val="tx1"/>
          </a:solidFill>
          <a:latin typeface="+mn-lt"/>
          <a:ea typeface="+mn-ea"/>
          <a:cs typeface="+mn-cs"/>
        </a:defRPr>
      </a:lvl2pPr>
      <a:lvl3pPr marL="1187798" indent="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598" kern="1200">
          <a:solidFill>
            <a:schemeClr val="tx1"/>
          </a:solidFill>
          <a:latin typeface="+mn-lt"/>
          <a:ea typeface="+mn-ea"/>
          <a:cs typeface="+mn-cs"/>
        </a:defRPr>
      </a:lvl3pPr>
      <a:lvl4pPr marL="1781699" indent="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375598" indent="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860346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454245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5048144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1pPr>
      <a:lvl2pPr marL="59390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2pPr>
      <a:lvl3pPr marL="11877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3pPr>
      <a:lvl4pPr marL="1781699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3755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29694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563396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1572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4751195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 xmlns="">
        <p15:guide id="1" orient="horz" pos="2161" userDrawn="1">
          <p15:clr>
            <a:srgbClr val="F26B43"/>
          </p15:clr>
        </p15:guide>
        <p15:guide id="2" pos="3842" userDrawn="1">
          <p15:clr>
            <a:srgbClr val="F26B43"/>
          </p15:clr>
        </p15:guide>
        <p15:guide id="3" pos="458" userDrawn="1">
          <p15:clr>
            <a:srgbClr val="F26B43"/>
          </p15:clr>
        </p15:guide>
        <p15:guide id="4" pos="7216" userDrawn="1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6785A3D6-1271-D247-9E96-1B376F4BE7BE}"/>
              </a:ext>
            </a:extLst>
          </p:cNvPr>
          <p:cNvSpPr txBox="1"/>
          <p:nvPr userDrawn="1"/>
        </p:nvSpPr>
        <p:spPr>
          <a:xfrm>
            <a:off x="1095467" y="6356939"/>
            <a:ext cx="285436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0" baseline="0" dirty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Huawei Proprietary – Restricted Distribution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EABEE2EE-BF4D-7A4A-B3C6-9E47668CCD98}"/>
              </a:ext>
            </a:extLst>
          </p:cNvPr>
          <p:cNvSpPr txBox="1"/>
          <p:nvPr userDrawn="1"/>
        </p:nvSpPr>
        <p:spPr>
          <a:xfrm>
            <a:off x="734131" y="6402806"/>
            <a:ext cx="499729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8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837181-38C6-AD4F-B8BA-B444770388BB}" type="slidenum">
              <a:rPr lang="en-US" sz="900" smtClean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marL="0" marR="0" lvl="0" indent="0" algn="l" defTabSz="8908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lang="en-US" sz="900" dirty="0">
              <a:solidFill>
                <a:srgbClr val="1D1D1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xmlns="" id="{92D9040A-3082-2F49-987E-B51574332EF5}"/>
              </a:ext>
            </a:extLst>
          </p:cNvPr>
          <p:cNvPicPr>
            <a:picLocks noChangeAspect="1"/>
          </p:cNvPicPr>
          <p:nvPr userDrawn="1"/>
        </p:nvPicPr>
        <p:blipFill>
          <a:blip r:embed="rId3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96176" y="6323416"/>
            <a:ext cx="1270800" cy="275024"/>
          </a:xfrm>
          <a:prstGeom prst="rect">
            <a:avLst/>
          </a:prstGeom>
        </p:spPr>
      </p:pic>
      <p:grpSp>
        <p:nvGrpSpPr>
          <p:cNvPr id="5" name="Group 87">
            <a:extLst>
              <a:ext uri="{FF2B5EF4-FFF2-40B4-BE49-F238E27FC236}">
                <a16:creationId xmlns:a16="http://schemas.microsoft.com/office/drawing/2014/main" xmlns="" id="{CBB91E99-E194-4FBA-98E8-C8C541AFAD74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2290470" y="2625389"/>
            <a:ext cx="1967973" cy="4233515"/>
            <a:chOff x="5343885" y="-48857"/>
            <a:chExt cx="3271316" cy="7037279"/>
          </a:xfrm>
        </p:grpSpPr>
        <p:sp>
          <p:nvSpPr>
            <p:cNvPr id="6" name="矩形 13">
              <a:extLst>
                <a:ext uri="{FF2B5EF4-FFF2-40B4-BE49-F238E27FC236}">
                  <a16:creationId xmlns:a16="http://schemas.microsoft.com/office/drawing/2014/main" xmlns="" id="{87062D29-4B3D-43C6-B2F4-87266745F218}"/>
                </a:ext>
              </a:extLst>
            </p:cNvPr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196/0/84</a:t>
              </a:r>
            </a:p>
          </p:txBody>
        </p:sp>
        <p:sp>
          <p:nvSpPr>
            <p:cNvPr id="7" name="文本框 15">
              <a:extLst>
                <a:ext uri="{FF2B5EF4-FFF2-40B4-BE49-F238E27FC236}">
                  <a16:creationId xmlns:a16="http://schemas.microsoft.com/office/drawing/2014/main" xmlns="" id="{CF04794B-0451-4AF0-8B15-8E5F7B62486B}"/>
                </a:ext>
              </a:extLst>
            </p:cNvPr>
            <p:cNvSpPr txBox="1"/>
            <p:nvPr userDrawn="1"/>
          </p:nvSpPr>
          <p:spPr>
            <a:xfrm>
              <a:off x="5352723" y="1694497"/>
              <a:ext cx="1052647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Arial" panose="020B0604020202020204" pitchFamily="34" charset="0"/>
                  <a:ea typeface="Microsoft YaHei" panose="020B0503020204020204" pitchFamily="34" charset="-122"/>
                </a:rPr>
                <a:t>公司辅助色</a:t>
              </a:r>
            </a:p>
          </p:txBody>
        </p:sp>
        <p:sp>
          <p:nvSpPr>
            <p:cNvPr id="8" name="矩形 13">
              <a:extLst>
                <a:ext uri="{FF2B5EF4-FFF2-40B4-BE49-F238E27FC236}">
                  <a16:creationId xmlns:a16="http://schemas.microsoft.com/office/drawing/2014/main" xmlns="" id="{0DBE7A85-19E5-4416-A13E-6FDDFBF0D93F}"/>
                </a:ext>
              </a:extLst>
            </p:cNvPr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203/55/120</a:t>
              </a:r>
            </a:p>
          </p:txBody>
        </p:sp>
        <p:sp>
          <p:nvSpPr>
            <p:cNvPr id="9" name="矩形 13">
              <a:extLst>
                <a:ext uri="{FF2B5EF4-FFF2-40B4-BE49-F238E27FC236}">
                  <a16:creationId xmlns:a16="http://schemas.microsoft.com/office/drawing/2014/main" xmlns="" id="{D0D35BE3-9F1D-49FC-BF5E-47C6902D7165}"/>
                </a:ext>
              </a:extLst>
            </p:cNvPr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237/109/0</a:t>
              </a:r>
            </a:p>
          </p:txBody>
        </p:sp>
        <p:sp>
          <p:nvSpPr>
            <p:cNvPr id="10" name="矩形 13">
              <a:extLst>
                <a:ext uri="{FF2B5EF4-FFF2-40B4-BE49-F238E27FC236}">
                  <a16:creationId xmlns:a16="http://schemas.microsoft.com/office/drawing/2014/main" xmlns="" id="{A556DFAA-1C6B-4B48-AC0A-CF59626865DB}"/>
                </a:ext>
              </a:extLst>
            </p:cNvPr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153/54/54</a:t>
              </a:r>
            </a:p>
          </p:txBody>
        </p:sp>
        <p:sp>
          <p:nvSpPr>
            <p:cNvPr id="11" name="矩形 13">
              <a:extLst>
                <a:ext uri="{FF2B5EF4-FFF2-40B4-BE49-F238E27FC236}">
                  <a16:creationId xmlns:a16="http://schemas.microsoft.com/office/drawing/2014/main" xmlns="" id="{425D8B17-2E6F-4DA0-98F8-4FA5B19A7F99}"/>
                </a:ext>
              </a:extLst>
            </p:cNvPr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98/178/48</a:t>
              </a:r>
            </a:p>
          </p:txBody>
        </p:sp>
        <p:sp>
          <p:nvSpPr>
            <p:cNvPr id="12" name="矩形 13">
              <a:extLst>
                <a:ext uri="{FF2B5EF4-FFF2-40B4-BE49-F238E27FC236}">
                  <a16:creationId xmlns:a16="http://schemas.microsoft.com/office/drawing/2014/main" xmlns="" id="{18E165AF-76C3-4826-9D25-C14CD69C9C28}"/>
                </a:ext>
              </a:extLst>
            </p:cNvPr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242/137/68</a:t>
              </a:r>
              <a:endParaRPr kumimoji="1" lang="mr-IN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charset="0"/>
                <a:cs typeface="Arial" charset="0"/>
              </a:endParaRPr>
            </a:p>
          </p:txBody>
        </p:sp>
        <p:sp>
          <p:nvSpPr>
            <p:cNvPr id="13" name="矩形 13">
              <a:extLst>
                <a:ext uri="{FF2B5EF4-FFF2-40B4-BE49-F238E27FC236}">
                  <a16:creationId xmlns:a16="http://schemas.microsoft.com/office/drawing/2014/main" xmlns="" id="{7402DD78-561C-4E4A-9131-56F32E913BA0}"/>
                </a:ext>
              </a:extLst>
            </p:cNvPr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PANTONE 185C</a:t>
              </a:r>
            </a:p>
            <a:p>
              <a:pPr algn="ctr">
                <a:lnSpc>
                  <a:spcPts val="620"/>
                </a:lnSpc>
                <a:spcBef>
                  <a:spcPts val="0"/>
                </a:spcBef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199/0/11  </a:t>
              </a:r>
            </a:p>
          </p:txBody>
        </p:sp>
        <p:sp>
          <p:nvSpPr>
            <p:cNvPr id="14" name="文本框 15">
              <a:extLst>
                <a:ext uri="{FF2B5EF4-FFF2-40B4-BE49-F238E27FC236}">
                  <a16:creationId xmlns:a16="http://schemas.microsoft.com/office/drawing/2014/main" xmlns="" id="{7BE7850B-DB89-4939-8B9F-08E87A592B05}"/>
                </a:ext>
              </a:extLst>
            </p:cNvPr>
            <p:cNvSpPr txBox="1"/>
            <p:nvPr userDrawn="1"/>
          </p:nvSpPr>
          <p:spPr>
            <a:xfrm>
              <a:off x="5343885" y="-48857"/>
              <a:ext cx="726488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Arial" panose="020B0604020202020204" pitchFamily="34" charset="0"/>
                  <a:ea typeface="Microsoft YaHei" panose="020B0503020204020204" pitchFamily="34" charset="-122"/>
                </a:rPr>
                <a:t>公司色</a:t>
              </a:r>
            </a:p>
          </p:txBody>
        </p:sp>
        <p:sp>
          <p:nvSpPr>
            <p:cNvPr id="15" name="矩形 13">
              <a:extLst>
                <a:ext uri="{FF2B5EF4-FFF2-40B4-BE49-F238E27FC236}">
                  <a16:creationId xmlns:a16="http://schemas.microsoft.com/office/drawing/2014/main" xmlns="" id="{4821ECEB-5DCD-4780-8BA6-E48654F5DB65}"/>
                </a:ext>
              </a:extLst>
            </p:cNvPr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PANTONE 186C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200/16/46  </a:t>
              </a:r>
            </a:p>
          </p:txBody>
        </p:sp>
        <p:sp>
          <p:nvSpPr>
            <p:cNvPr id="16" name="矩形 13">
              <a:extLst>
                <a:ext uri="{FF2B5EF4-FFF2-40B4-BE49-F238E27FC236}">
                  <a16:creationId xmlns:a16="http://schemas.microsoft.com/office/drawing/2014/main" xmlns="" id="{648D93AC-ED6F-4DF5-A58B-A8DB369F7E3A}"/>
                </a:ext>
              </a:extLst>
            </p:cNvPr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127/0/1</a:t>
              </a:r>
            </a:p>
          </p:txBody>
        </p:sp>
        <p:sp>
          <p:nvSpPr>
            <p:cNvPr id="17" name="矩形 13">
              <a:extLst>
                <a:ext uri="{FF2B5EF4-FFF2-40B4-BE49-F238E27FC236}">
                  <a16:creationId xmlns:a16="http://schemas.microsoft.com/office/drawing/2014/main" xmlns="" id="{E3E6EC3D-1867-4ECC-9F16-D29D3271CF3A}"/>
                </a:ext>
              </a:extLst>
            </p:cNvPr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52/200/0</a:t>
              </a:r>
            </a:p>
          </p:txBody>
        </p:sp>
        <p:sp>
          <p:nvSpPr>
            <p:cNvPr id="18" name="矩形 13">
              <a:extLst>
                <a:ext uri="{FF2B5EF4-FFF2-40B4-BE49-F238E27FC236}">
                  <a16:creationId xmlns:a16="http://schemas.microsoft.com/office/drawing/2014/main" xmlns="" id="{F5E34584-5D8D-4E4C-8F52-24B9319EC2F4}"/>
                </a:ext>
              </a:extLst>
            </p:cNvPr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48/181/197</a:t>
              </a:r>
            </a:p>
          </p:txBody>
        </p:sp>
        <p:sp>
          <p:nvSpPr>
            <p:cNvPr id="19" name="矩形 13">
              <a:extLst>
                <a:ext uri="{FF2B5EF4-FFF2-40B4-BE49-F238E27FC236}">
                  <a16:creationId xmlns:a16="http://schemas.microsoft.com/office/drawing/2014/main" xmlns="" id="{861F380C-7EE2-4915-A1B4-2DEC2F665DCD}"/>
                </a:ext>
              </a:extLst>
            </p:cNvPr>
            <p:cNvSpPr/>
            <p:nvPr userDrawn="1"/>
          </p:nvSpPr>
          <p:spPr>
            <a:xfrm>
              <a:off x="6184543" y="4866463"/>
              <a:ext cx="791510" cy="664398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129/193/95</a:t>
              </a:r>
            </a:p>
          </p:txBody>
        </p:sp>
        <p:sp>
          <p:nvSpPr>
            <p:cNvPr id="20" name="矩形 13">
              <a:extLst>
                <a:ext uri="{FF2B5EF4-FFF2-40B4-BE49-F238E27FC236}">
                  <a16:creationId xmlns:a16="http://schemas.microsoft.com/office/drawing/2014/main" xmlns="" id="{FB920400-BC53-45C0-8624-91B8E82BC5D2}"/>
                </a:ext>
              </a:extLst>
            </p:cNvPr>
            <p:cNvSpPr/>
            <p:nvPr userDrawn="1"/>
          </p:nvSpPr>
          <p:spPr>
            <a:xfrm>
              <a:off x="6182308" y="4134866"/>
              <a:ext cx="791510" cy="664398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253/211/81</a:t>
              </a:r>
            </a:p>
          </p:txBody>
        </p:sp>
        <p:sp>
          <p:nvSpPr>
            <p:cNvPr id="21" name="矩形 13">
              <a:extLst>
                <a:ext uri="{FF2B5EF4-FFF2-40B4-BE49-F238E27FC236}">
                  <a16:creationId xmlns:a16="http://schemas.microsoft.com/office/drawing/2014/main" xmlns="" id="{31078EDC-4A9F-43A4-9BA9-907569D85C92}"/>
                </a:ext>
              </a:extLst>
            </p:cNvPr>
            <p:cNvSpPr/>
            <p:nvPr userDrawn="1"/>
          </p:nvSpPr>
          <p:spPr>
            <a:xfrm>
              <a:off x="6177324" y="5596166"/>
              <a:ext cx="791510" cy="664398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86/196/210</a:t>
              </a:r>
            </a:p>
          </p:txBody>
        </p:sp>
        <p:sp>
          <p:nvSpPr>
            <p:cNvPr id="22" name="矩形 13">
              <a:extLst>
                <a:ext uri="{FF2B5EF4-FFF2-40B4-BE49-F238E27FC236}">
                  <a16:creationId xmlns:a16="http://schemas.microsoft.com/office/drawing/2014/main" xmlns="" id="{BF5ECD26-9AAC-4B7D-B7B9-5D3E0A2E9DA4}"/>
                </a:ext>
              </a:extLst>
            </p:cNvPr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211/57/65</a:t>
              </a:r>
            </a:p>
          </p:txBody>
        </p:sp>
        <p:sp>
          <p:nvSpPr>
            <p:cNvPr id="23" name="矩形 13">
              <a:extLst>
                <a:ext uri="{FF2B5EF4-FFF2-40B4-BE49-F238E27FC236}">
                  <a16:creationId xmlns:a16="http://schemas.microsoft.com/office/drawing/2014/main" xmlns="" id="{9D857771-ACBB-41B6-8066-2ED34322E554}"/>
                </a:ext>
              </a:extLst>
            </p:cNvPr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211/56/89</a:t>
              </a:r>
            </a:p>
          </p:txBody>
        </p:sp>
        <p:sp>
          <p:nvSpPr>
            <p:cNvPr id="24" name="矩形 13">
              <a:extLst>
                <a:ext uri="{FF2B5EF4-FFF2-40B4-BE49-F238E27FC236}">
                  <a16:creationId xmlns:a16="http://schemas.microsoft.com/office/drawing/2014/main" xmlns="" id="{E5C2B2E4-7360-4919-AFF0-3278A14D20A3}"/>
                </a:ext>
              </a:extLst>
            </p:cNvPr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 221/128/170</a:t>
              </a:r>
            </a:p>
          </p:txBody>
        </p:sp>
        <p:sp>
          <p:nvSpPr>
            <p:cNvPr id="25" name="矩形 13">
              <a:extLst>
                <a:ext uri="{FF2B5EF4-FFF2-40B4-BE49-F238E27FC236}">
                  <a16:creationId xmlns:a16="http://schemas.microsoft.com/office/drawing/2014/main" xmlns="" id="{205FF6C6-9AD5-4A14-97CD-DCA40CA434F5}"/>
                </a:ext>
              </a:extLst>
            </p:cNvPr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 191/128/130</a:t>
              </a:r>
            </a:p>
          </p:txBody>
        </p:sp>
        <p:sp>
          <p:nvSpPr>
            <p:cNvPr id="26" name="矩形 13">
              <a:extLst>
                <a:ext uri="{FF2B5EF4-FFF2-40B4-BE49-F238E27FC236}">
                  <a16:creationId xmlns:a16="http://schemas.microsoft.com/office/drawing/2014/main" xmlns="" id="{569590BE-ACA3-4165-A3C8-EF0EC6DE1F37}"/>
                </a:ext>
              </a:extLst>
            </p:cNvPr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 246/183/140</a:t>
              </a:r>
              <a:endParaRPr kumimoji="1" lang="mr-IN" altLang="zh-CN" sz="500" b="1" dirty="0">
                <a:solidFill>
                  <a:srgbClr val="595757"/>
                </a:solidFill>
                <a:latin typeface="Arial" panose="020B0604020202020204" pitchFamily="34" charset="0"/>
                <a:ea typeface="Arial" charset="0"/>
                <a:cs typeface="Arial" charset="0"/>
              </a:endParaRPr>
            </a:p>
          </p:txBody>
        </p:sp>
        <p:sp>
          <p:nvSpPr>
            <p:cNvPr id="27" name="矩形 13">
              <a:extLst>
                <a:ext uri="{FF2B5EF4-FFF2-40B4-BE49-F238E27FC236}">
                  <a16:creationId xmlns:a16="http://schemas.microsoft.com/office/drawing/2014/main" xmlns="" id="{A948AC6C-3900-47EE-9D2B-DAAC34E5977E}"/>
                </a:ext>
              </a:extLst>
            </p:cNvPr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 176/216/156</a:t>
              </a:r>
            </a:p>
          </p:txBody>
        </p:sp>
        <p:sp>
          <p:nvSpPr>
            <p:cNvPr id="28" name="矩形 13">
              <a:extLst>
                <a:ext uri="{FF2B5EF4-FFF2-40B4-BE49-F238E27FC236}">
                  <a16:creationId xmlns:a16="http://schemas.microsoft.com/office/drawing/2014/main" xmlns="" id="{00E044ED-DB0C-4B5B-AA77-2ED06094E771}"/>
                </a:ext>
              </a:extLst>
            </p:cNvPr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 253/227/181</a:t>
              </a:r>
            </a:p>
          </p:txBody>
        </p:sp>
        <p:sp>
          <p:nvSpPr>
            <p:cNvPr id="29" name="矩形 13">
              <a:extLst>
                <a:ext uri="{FF2B5EF4-FFF2-40B4-BE49-F238E27FC236}">
                  <a16:creationId xmlns:a16="http://schemas.microsoft.com/office/drawing/2014/main" xmlns="" id="{AF4BCC50-7A8D-4CF9-9D32-45E989EE069A}"/>
                </a:ext>
              </a:extLst>
            </p:cNvPr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 148/218/226</a:t>
              </a:r>
            </a:p>
          </p:txBody>
        </p:sp>
        <p:sp>
          <p:nvSpPr>
            <p:cNvPr id="30" name="矩形 13">
              <a:extLst>
                <a:ext uri="{FF2B5EF4-FFF2-40B4-BE49-F238E27FC236}">
                  <a16:creationId xmlns:a16="http://schemas.microsoft.com/office/drawing/2014/main" xmlns="" id="{CE13758F-40BE-46B4-B658-12AE1F130F54}"/>
                </a:ext>
              </a:extLst>
            </p:cNvPr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 226/129/137</a:t>
              </a:r>
            </a:p>
          </p:txBody>
        </p:sp>
        <p:sp>
          <p:nvSpPr>
            <p:cNvPr id="31" name="矩形 13">
              <a:extLst>
                <a:ext uri="{FF2B5EF4-FFF2-40B4-BE49-F238E27FC236}">
                  <a16:creationId xmlns:a16="http://schemas.microsoft.com/office/drawing/2014/main" xmlns="" id="{0F7F976C-16D5-4D99-9DA3-F8F819C590B4}"/>
                </a:ext>
              </a:extLst>
            </p:cNvPr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 226/129/152</a:t>
              </a:r>
            </a:p>
          </p:txBody>
        </p:sp>
        <p:sp>
          <p:nvSpPr>
            <p:cNvPr id="32" name="矩形 13">
              <a:extLst>
                <a:ext uri="{FF2B5EF4-FFF2-40B4-BE49-F238E27FC236}">
                  <a16:creationId xmlns:a16="http://schemas.microsoft.com/office/drawing/2014/main" xmlns="" id="{4EC6DA09-C57C-4765-A960-35241AA4D022}"/>
                </a:ext>
              </a:extLst>
            </p:cNvPr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 235/179/204</a:t>
              </a:r>
            </a:p>
          </p:txBody>
        </p:sp>
        <p:sp>
          <p:nvSpPr>
            <p:cNvPr id="33" name="矩形 13">
              <a:extLst>
                <a:ext uri="{FF2B5EF4-FFF2-40B4-BE49-F238E27FC236}">
                  <a16:creationId xmlns:a16="http://schemas.microsoft.com/office/drawing/2014/main" xmlns="" id="{3736C081-FFDA-43EE-911D-ED4CF1851E34}"/>
                </a:ext>
              </a:extLst>
            </p:cNvPr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 216/179/179</a:t>
              </a:r>
            </a:p>
          </p:txBody>
        </p:sp>
        <p:sp>
          <p:nvSpPr>
            <p:cNvPr id="34" name="矩形 13">
              <a:extLst>
                <a:ext uri="{FF2B5EF4-FFF2-40B4-BE49-F238E27FC236}">
                  <a16:creationId xmlns:a16="http://schemas.microsoft.com/office/drawing/2014/main" xmlns="" id="{D7DD5600-BA67-4684-B31D-5D51E301D21F}"/>
                </a:ext>
              </a:extLst>
            </p:cNvPr>
            <p:cNvSpPr/>
            <p:nvPr/>
          </p:nvSpPr>
          <p:spPr>
            <a:xfrm>
              <a:off x="7811114" y="3415851"/>
              <a:ext cx="791510" cy="664398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 250/211/187</a:t>
              </a:r>
              <a:endParaRPr kumimoji="1" lang="mr-IN" altLang="zh-CN" sz="500" b="1" dirty="0">
                <a:solidFill>
                  <a:srgbClr val="595757"/>
                </a:solidFill>
                <a:latin typeface="Arial" panose="020B0604020202020204" pitchFamily="34" charset="0"/>
                <a:ea typeface="Arial" charset="0"/>
                <a:cs typeface="Arial" charset="0"/>
              </a:endParaRPr>
            </a:p>
          </p:txBody>
        </p:sp>
        <p:sp>
          <p:nvSpPr>
            <p:cNvPr id="35" name="矩形 13">
              <a:extLst>
                <a:ext uri="{FF2B5EF4-FFF2-40B4-BE49-F238E27FC236}">
                  <a16:creationId xmlns:a16="http://schemas.microsoft.com/office/drawing/2014/main" xmlns="" id="{BC3B5A4E-6C32-4D05-AF55-90FF1B2229EE}"/>
                </a:ext>
              </a:extLst>
            </p:cNvPr>
            <p:cNvSpPr/>
            <p:nvPr/>
          </p:nvSpPr>
          <p:spPr>
            <a:xfrm>
              <a:off x="7820945" y="4866463"/>
              <a:ext cx="791510" cy="664398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 208/232/196</a:t>
              </a:r>
            </a:p>
          </p:txBody>
        </p:sp>
        <p:sp>
          <p:nvSpPr>
            <p:cNvPr id="36" name="矩形 13">
              <a:extLst>
                <a:ext uri="{FF2B5EF4-FFF2-40B4-BE49-F238E27FC236}">
                  <a16:creationId xmlns:a16="http://schemas.microsoft.com/office/drawing/2014/main" xmlns="" id="{F88EA78A-8884-4B54-B1DC-FEF751661CA0}"/>
                </a:ext>
              </a:extLst>
            </p:cNvPr>
            <p:cNvSpPr/>
            <p:nvPr/>
          </p:nvSpPr>
          <p:spPr>
            <a:xfrm>
              <a:off x="7818707" y="4134866"/>
              <a:ext cx="791510" cy="664398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 254/238/193</a:t>
              </a:r>
            </a:p>
          </p:txBody>
        </p:sp>
        <p:sp>
          <p:nvSpPr>
            <p:cNvPr id="37" name="矩形 13">
              <a:extLst>
                <a:ext uri="{FF2B5EF4-FFF2-40B4-BE49-F238E27FC236}">
                  <a16:creationId xmlns:a16="http://schemas.microsoft.com/office/drawing/2014/main" xmlns="" id="{30D76234-18BB-4226-91F3-496541FDB173}"/>
                </a:ext>
              </a:extLst>
            </p:cNvPr>
            <p:cNvSpPr/>
            <p:nvPr/>
          </p:nvSpPr>
          <p:spPr>
            <a:xfrm>
              <a:off x="7823691" y="5596166"/>
              <a:ext cx="791510" cy="664398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190/233/238</a:t>
              </a:r>
            </a:p>
          </p:txBody>
        </p:sp>
        <p:sp>
          <p:nvSpPr>
            <p:cNvPr id="38" name="矩形 13">
              <a:extLst>
                <a:ext uri="{FF2B5EF4-FFF2-40B4-BE49-F238E27FC236}">
                  <a16:creationId xmlns:a16="http://schemas.microsoft.com/office/drawing/2014/main" xmlns="" id="{742E2780-BD5E-413B-9BE8-96DFFF8B5649}"/>
                </a:ext>
              </a:extLst>
            </p:cNvPr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 239/178/184</a:t>
              </a:r>
            </a:p>
          </p:txBody>
        </p:sp>
        <p:sp>
          <p:nvSpPr>
            <p:cNvPr id="39" name="矩形 13">
              <a:extLst>
                <a:ext uri="{FF2B5EF4-FFF2-40B4-BE49-F238E27FC236}">
                  <a16:creationId xmlns:a16="http://schemas.microsoft.com/office/drawing/2014/main" xmlns="" id="{89CF25F0-ACC6-4FC4-948A-BCE4A802FD25}"/>
                </a:ext>
              </a:extLst>
            </p:cNvPr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 238/179/193</a:t>
              </a:r>
            </a:p>
          </p:txBody>
        </p:sp>
        <p:sp>
          <p:nvSpPr>
            <p:cNvPr id="40" name="矩形 13">
              <a:extLst>
                <a:ext uri="{FF2B5EF4-FFF2-40B4-BE49-F238E27FC236}">
                  <a16:creationId xmlns:a16="http://schemas.microsoft.com/office/drawing/2014/main" xmlns="" id="{8D2EF9D5-EBCD-490B-B8B9-645C824F91AD}"/>
                </a:ext>
              </a:extLst>
            </p:cNvPr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0/0/0</a:t>
              </a:r>
            </a:p>
          </p:txBody>
        </p:sp>
        <p:sp>
          <p:nvSpPr>
            <p:cNvPr id="41" name="矩形 13">
              <a:extLst>
                <a:ext uri="{FF2B5EF4-FFF2-40B4-BE49-F238E27FC236}">
                  <a16:creationId xmlns:a16="http://schemas.microsoft.com/office/drawing/2014/main" xmlns="" id="{0286ECB3-922D-48DD-AFE7-9C6E9060C6F2}"/>
                </a:ext>
              </a:extLst>
            </p:cNvPr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89/87/87</a:t>
              </a:r>
            </a:p>
          </p:txBody>
        </p:sp>
        <p:sp>
          <p:nvSpPr>
            <p:cNvPr id="42" name="矩形 13">
              <a:extLst>
                <a:ext uri="{FF2B5EF4-FFF2-40B4-BE49-F238E27FC236}">
                  <a16:creationId xmlns:a16="http://schemas.microsoft.com/office/drawing/2014/main" xmlns="" id="{26843338-C6AE-4E98-95C9-EA160CC2B30A}"/>
                </a:ext>
              </a:extLst>
            </p:cNvPr>
            <p:cNvSpPr/>
            <p:nvPr userDrawn="1"/>
          </p:nvSpPr>
          <p:spPr>
            <a:xfrm>
              <a:off x="6445335" y="6324024"/>
              <a:ext cx="513579" cy="664398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137</a:t>
              </a:r>
            </a:p>
          </p:txBody>
        </p:sp>
        <p:sp>
          <p:nvSpPr>
            <p:cNvPr id="43" name="矩形 13">
              <a:extLst>
                <a:ext uri="{FF2B5EF4-FFF2-40B4-BE49-F238E27FC236}">
                  <a16:creationId xmlns:a16="http://schemas.microsoft.com/office/drawing/2014/main" xmlns="" id="{F41285F2-C98F-44DF-810D-AFDA8C2F7252}"/>
                </a:ext>
              </a:extLst>
            </p:cNvPr>
            <p:cNvSpPr/>
            <p:nvPr userDrawn="1"/>
          </p:nvSpPr>
          <p:spPr>
            <a:xfrm>
              <a:off x="7003279" y="6324024"/>
              <a:ext cx="513579" cy="664398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181</a:t>
              </a:r>
            </a:p>
          </p:txBody>
        </p:sp>
        <p:sp>
          <p:nvSpPr>
            <p:cNvPr id="44" name="矩形 13">
              <a:extLst>
                <a:ext uri="{FF2B5EF4-FFF2-40B4-BE49-F238E27FC236}">
                  <a16:creationId xmlns:a16="http://schemas.microsoft.com/office/drawing/2014/main" xmlns="" id="{316800BF-7174-4B63-B993-7FF3F38E786A}"/>
                </a:ext>
              </a:extLst>
            </p:cNvPr>
            <p:cNvSpPr/>
            <p:nvPr userDrawn="1"/>
          </p:nvSpPr>
          <p:spPr>
            <a:xfrm>
              <a:off x="7551547" y="6324024"/>
              <a:ext cx="513579" cy="664398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221</a:t>
              </a:r>
            </a:p>
          </p:txBody>
        </p:sp>
        <p:sp>
          <p:nvSpPr>
            <p:cNvPr id="45" name="矩形 13">
              <a:extLst>
                <a:ext uri="{FF2B5EF4-FFF2-40B4-BE49-F238E27FC236}">
                  <a16:creationId xmlns:a16="http://schemas.microsoft.com/office/drawing/2014/main" xmlns="" id="{E3AFA688-A359-4262-BC4E-961D2F75A295}"/>
                </a:ext>
              </a:extLst>
            </p:cNvPr>
            <p:cNvSpPr/>
            <p:nvPr userDrawn="1"/>
          </p:nvSpPr>
          <p:spPr>
            <a:xfrm>
              <a:off x="8098559" y="6324024"/>
              <a:ext cx="513579" cy="66439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255/255/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charset="0"/>
                  <a:cs typeface="Arial" charset="0"/>
                </a:rPr>
                <a:t>255</a:t>
              </a:r>
            </a:p>
          </p:txBody>
        </p:sp>
      </p:grpSp>
      <p:sp>
        <p:nvSpPr>
          <p:cNvPr id="46" name="CuadroTexto 45">
            <a:extLst>
              <a:ext uri="{FF2B5EF4-FFF2-40B4-BE49-F238E27FC236}">
                <a16:creationId xmlns:a16="http://schemas.microsoft.com/office/drawing/2014/main" xmlns="" id="{1B114B30-92C9-6A9A-1B4A-D1E07130C2EB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xmlns="" val="hdr"/>
              </p:ext>
            </p:extLst>
          </p:nvPr>
        </p:nvSpPr>
        <p:spPr>
          <a:xfrm>
            <a:off x="11083925" y="0"/>
            <a:ext cx="11414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s-AR" sz="10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Documento: Personal</a:t>
            </a:r>
          </a:p>
        </p:txBody>
      </p:sp>
    </p:spTree>
    <p:extLst>
      <p:ext uri="{BB962C8B-B14F-4D97-AF65-F5344CB8AC3E}">
        <p14:creationId xmlns:p14="http://schemas.microsoft.com/office/powerpoint/2010/main" val="17677249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5" r:id="rId1"/>
    <p:sldLayoutId id="2147483916" r:id="rId2"/>
    <p:sldLayoutId id="2147483917" r:id="rId3"/>
    <p:sldLayoutId id="2147483918" r:id="rId4"/>
    <p:sldLayoutId id="2147483919" r:id="rId5"/>
    <p:sldLayoutId id="2147483920" r:id="rId6"/>
    <p:sldLayoutId id="2147483921" r:id="rId7"/>
    <p:sldLayoutId id="2147483922" r:id="rId8"/>
    <p:sldLayoutId id="2147483923" r:id="rId9"/>
    <p:sldLayoutId id="2147483924" r:id="rId10"/>
    <p:sldLayoutId id="2147483925" r:id="rId11"/>
    <p:sldLayoutId id="2147483926" r:id="rId12"/>
    <p:sldLayoutId id="2147483928" r:id="rId13"/>
    <p:sldLayoutId id="2147483929" r:id="rId14"/>
    <p:sldLayoutId id="2147483932" r:id="rId15"/>
    <p:sldLayoutId id="2147483933" r:id="rId16"/>
    <p:sldLayoutId id="2147483935" r:id="rId17"/>
    <p:sldLayoutId id="2147483937" r:id="rId18"/>
    <p:sldLayoutId id="2147483942" r:id="rId19"/>
    <p:sldLayoutId id="2147483943" r:id="rId20"/>
    <p:sldLayoutId id="2147483944" r:id="rId21"/>
    <p:sldLayoutId id="2147483945" r:id="rId22"/>
    <p:sldLayoutId id="2147483947" r:id="rId23"/>
    <p:sldLayoutId id="2147483949" r:id="rId24"/>
    <p:sldLayoutId id="2147483955" r:id="rId25"/>
    <p:sldLayoutId id="2147483957" r:id="rId26"/>
    <p:sldLayoutId id="2147483959" r:id="rId27"/>
    <p:sldLayoutId id="2147483960" r:id="rId28"/>
    <p:sldLayoutId id="2147483974" r:id="rId29"/>
    <p:sldLayoutId id="2147483975" r:id="rId30"/>
    <p:sldLayoutId id="2147483976" r:id="rId31"/>
  </p:sldLayoutIdLst>
  <p:hf hdr="0" ftr="0" dt="0"/>
  <p:txStyles>
    <p:titleStyle>
      <a:lvl1pPr algn="l" defTabSz="1187798" rtl="0" eaLnBrk="1" latinLnBrk="0" hangingPunct="1">
        <a:lnSpc>
          <a:spcPct val="90000"/>
        </a:lnSpc>
        <a:spcBef>
          <a:spcPct val="0"/>
        </a:spcBef>
        <a:buNone/>
        <a:defRPr sz="571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950" indent="-296950" algn="l" defTabSz="1187798" rtl="0" eaLnBrk="1" latinLnBrk="0" hangingPunct="1">
        <a:lnSpc>
          <a:spcPct val="90000"/>
        </a:lnSpc>
        <a:spcBef>
          <a:spcPts val="1299"/>
        </a:spcBef>
        <a:buFont typeface="Arial" panose="020B0604020202020204" pitchFamily="34" charset="0"/>
        <a:buChar char="•"/>
        <a:defRPr sz="3636" kern="1200">
          <a:solidFill>
            <a:schemeClr val="tx1"/>
          </a:solidFill>
          <a:latin typeface="+mn-lt"/>
          <a:ea typeface="+mn-ea"/>
          <a:cs typeface="+mn-cs"/>
        </a:defRPr>
      </a:lvl1pPr>
      <a:lvl2pPr marL="890849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8" kern="1200">
          <a:solidFill>
            <a:schemeClr val="tx1"/>
          </a:solidFill>
          <a:latin typeface="+mn-lt"/>
          <a:ea typeface="+mn-ea"/>
          <a:cs typeface="+mn-cs"/>
        </a:defRPr>
      </a:lvl2pPr>
      <a:lvl3pPr marL="1484748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8" kern="1200">
          <a:solidFill>
            <a:schemeClr val="tx1"/>
          </a:solidFill>
          <a:latin typeface="+mn-lt"/>
          <a:ea typeface="+mn-ea"/>
          <a:cs typeface="+mn-cs"/>
        </a:defRPr>
      </a:lvl3pPr>
      <a:lvl4pPr marL="2078648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6725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860346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454245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5048144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1pPr>
      <a:lvl2pPr marL="59390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2pPr>
      <a:lvl3pPr marL="11877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3pPr>
      <a:lvl4pPr marL="1781699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3755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29694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563396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1572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4751195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 xmlns="">
        <p15:guide id="1" pos="456">
          <p15:clr>
            <a:srgbClr val="F26B43"/>
          </p15:clr>
        </p15:guide>
        <p15:guide id="2" pos="7216">
          <p15:clr>
            <a:srgbClr val="F26B43"/>
          </p15:clr>
        </p15:guide>
        <p15:guide id="3" orient="horz" pos="560">
          <p15:clr>
            <a:srgbClr val="F26B43"/>
          </p15:clr>
        </p15:guide>
        <p15:guide id="4" orient="horz" pos="728">
          <p15:clr>
            <a:srgbClr val="F26B43"/>
          </p15:clr>
        </p15:guide>
        <p15:guide id="5" orient="horz" pos="3968">
          <p15:clr>
            <a:srgbClr val="F26B43"/>
          </p15:clr>
        </p15:guide>
        <p15:guide id="6" orient="horz" pos="3800">
          <p15:clr>
            <a:srgbClr val="F26B43"/>
          </p15:clr>
        </p15:guide>
      </p15:sldGuideLst>
    </p:ext>
  </p:extLst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6785A3D6-1271-D247-9E96-1B376F4BE7BE}"/>
              </a:ext>
            </a:extLst>
          </p:cNvPr>
          <p:cNvSpPr txBox="1"/>
          <p:nvPr userDrawn="1"/>
        </p:nvSpPr>
        <p:spPr>
          <a:xfrm>
            <a:off x="1095467" y="6356939"/>
            <a:ext cx="1463467" cy="242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74" dirty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Huawei Confidential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EABEE2EE-BF4D-7A4A-B3C6-9E47668CCD98}"/>
              </a:ext>
            </a:extLst>
          </p:cNvPr>
          <p:cNvSpPr txBox="1"/>
          <p:nvPr userDrawn="1"/>
        </p:nvSpPr>
        <p:spPr>
          <a:xfrm>
            <a:off x="734131" y="6402806"/>
            <a:ext cx="499729" cy="1502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890849">
              <a:defRPr/>
            </a:pPr>
            <a:fld id="{C3837181-38C6-AD4F-B8BA-B444770388BB}" type="slidenum">
              <a:rPr lang="en-US" sz="974" smtClean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defTabSz="890849">
                <a:defRPr/>
              </a:pPr>
              <a:t>‹Nº›</a:t>
            </a:fld>
            <a:endParaRPr lang="en-US" sz="974" dirty="0">
              <a:solidFill>
                <a:srgbClr val="1D1D1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1" name="图片 40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5999" y="6319870"/>
            <a:ext cx="1269075" cy="271153"/>
          </a:xfrm>
          <a:prstGeom prst="rect">
            <a:avLst/>
          </a:prstGeom>
        </p:spPr>
      </p:pic>
      <p:grpSp>
        <p:nvGrpSpPr>
          <p:cNvPr id="25" name="组合 24"/>
          <p:cNvGrpSpPr/>
          <p:nvPr userDrawn="1"/>
        </p:nvGrpSpPr>
        <p:grpSpPr>
          <a:xfrm>
            <a:off x="12216278" y="2931937"/>
            <a:ext cx="1982916" cy="3934682"/>
            <a:chOff x="12216278" y="2262477"/>
            <a:chExt cx="1982916" cy="4604143"/>
          </a:xfrm>
        </p:grpSpPr>
        <p:grpSp>
          <p:nvGrpSpPr>
            <p:cNvPr id="26" name="组合 25"/>
            <p:cNvGrpSpPr/>
            <p:nvPr userDrawn="1"/>
          </p:nvGrpSpPr>
          <p:grpSpPr>
            <a:xfrm>
              <a:off x="12315635" y="2262477"/>
              <a:ext cx="1883559" cy="692624"/>
              <a:chOff x="12315635" y="2207613"/>
              <a:chExt cx="1883559" cy="692624"/>
            </a:xfrm>
          </p:grpSpPr>
          <p:sp>
            <p:nvSpPr>
              <p:cNvPr id="44" name="矩形 5">
                <a:extLst>
                  <a:ext uri="{FF2B5EF4-FFF2-40B4-BE49-F238E27FC236}">
                    <a16:creationId xmlns:a16="http://schemas.microsoft.com/office/drawing/2014/main" xmlns="" id="{3B0B5EC2-EA55-CC45-A9D0-D5EA5D768C99}"/>
                  </a:ext>
                </a:extLst>
              </p:cNvPr>
              <p:cNvSpPr/>
              <p:nvPr userDrawn="1"/>
            </p:nvSpPr>
            <p:spPr>
              <a:xfrm>
                <a:off x="12315635" y="2401808"/>
                <a:ext cx="911019" cy="498429"/>
              </a:xfrm>
              <a:prstGeom prst="rect">
                <a:avLst/>
              </a:prstGeom>
              <a:solidFill>
                <a:srgbClr val="C8102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P</a:t>
                </a:r>
                <a:r>
                  <a:rPr kumimoji="1" lang="en-US" altLang="zh-Hant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ANTONE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 186C</a:t>
                </a:r>
              </a:p>
              <a:p>
                <a:pPr algn="ctr"/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RGB 200/16/46</a:t>
                </a:r>
              </a:p>
            </p:txBody>
          </p:sp>
          <p:sp>
            <p:nvSpPr>
              <p:cNvPr id="45" name="矩形 9">
                <a:extLst>
                  <a:ext uri="{FF2B5EF4-FFF2-40B4-BE49-F238E27FC236}">
                    <a16:creationId xmlns:a16="http://schemas.microsoft.com/office/drawing/2014/main" xmlns="" id="{992224C5-04A6-C041-B257-13137945DBB8}"/>
                  </a:ext>
                </a:extLst>
              </p:cNvPr>
              <p:cNvSpPr/>
              <p:nvPr userDrawn="1"/>
            </p:nvSpPr>
            <p:spPr>
              <a:xfrm>
                <a:off x="13288175" y="2401808"/>
                <a:ext cx="911019" cy="498429"/>
              </a:xfrm>
              <a:prstGeom prst="rect">
                <a:avLst/>
              </a:prstGeom>
              <a:solidFill>
                <a:srgbClr val="C7000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P</a:t>
                </a:r>
                <a:r>
                  <a:rPr kumimoji="1" lang="en-US" altLang="zh-Hant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ANTONE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 185C</a:t>
                </a:r>
              </a:p>
              <a:p>
                <a:pPr algn="ctr"/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RGB 199/0/11</a:t>
                </a:r>
              </a:p>
            </p:txBody>
          </p:sp>
          <p:sp>
            <p:nvSpPr>
              <p:cNvPr id="46" name="文本框 31">
                <a:extLst>
                  <a:ext uri="{FF2B5EF4-FFF2-40B4-BE49-F238E27FC236}">
                    <a16:creationId xmlns:a16="http://schemas.microsoft.com/office/drawing/2014/main" xmlns="" id="{58918196-0639-EE4B-AFC2-315BE04587B9}"/>
                  </a:ext>
                </a:extLst>
              </p:cNvPr>
              <p:cNvSpPr txBox="1"/>
              <p:nvPr userDrawn="1"/>
            </p:nvSpPr>
            <p:spPr>
              <a:xfrm>
                <a:off x="12326898" y="2207613"/>
                <a:ext cx="384721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:r>
                  <a:rPr kumimoji="1" lang="zh-CN" altLang="en-US" sz="1000" dirty="0">
                    <a:solidFill>
                      <a:srgbClr val="1D1D1A"/>
                    </a:solidFill>
                    <a:latin typeface="Arial" panose="020B0604020202020204" pitchFamily="34" charset="0"/>
                    <a:ea typeface="Microsoft YaHei" panose="020B0503020204020204" pitchFamily="34" charset="-122"/>
                  </a:rPr>
                  <a:t>品牌色</a:t>
                </a:r>
              </a:p>
            </p:txBody>
          </p:sp>
        </p:grpSp>
        <p:grpSp>
          <p:nvGrpSpPr>
            <p:cNvPr id="27" name="组合 26"/>
            <p:cNvGrpSpPr/>
            <p:nvPr userDrawn="1"/>
          </p:nvGrpSpPr>
          <p:grpSpPr>
            <a:xfrm>
              <a:off x="12216278" y="3080825"/>
              <a:ext cx="1982912" cy="3785795"/>
              <a:chOff x="12216278" y="3080825"/>
              <a:chExt cx="1982912" cy="3785795"/>
            </a:xfrm>
          </p:grpSpPr>
          <p:sp>
            <p:nvSpPr>
              <p:cNvPr id="28" name="矩形 12">
                <a:extLst>
                  <a:ext uri="{FF2B5EF4-FFF2-40B4-BE49-F238E27FC236}">
                    <a16:creationId xmlns:a16="http://schemas.microsoft.com/office/drawing/2014/main" xmlns="" id="{DCA8B73C-0B87-284F-805F-752EBF20B768}"/>
                  </a:ext>
                </a:extLst>
              </p:cNvPr>
              <p:cNvSpPr/>
              <p:nvPr userDrawn="1"/>
            </p:nvSpPr>
            <p:spPr>
              <a:xfrm>
                <a:off x="12315640" y="3785971"/>
                <a:ext cx="885201" cy="462672"/>
              </a:xfrm>
              <a:prstGeom prst="rect">
                <a:avLst/>
              </a:prstGeom>
              <a:solidFill>
                <a:srgbClr val="EA5A4F"/>
              </a:solidFill>
              <a:ln>
                <a:solidFill>
                  <a:srgbClr val="EA5A4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kumimoji="1" lang="mr-IN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 234</a:t>
                </a:r>
                <a:r>
                  <a:rPr kumimoji="1" lang="mr-IN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90/79</a:t>
                </a:r>
                <a:endParaRPr kumimoji="1" lang="mr-IN" altLang="zh-CN" sz="7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29" name="矩形 13">
                <a:extLst>
                  <a:ext uri="{FF2B5EF4-FFF2-40B4-BE49-F238E27FC236}">
                    <a16:creationId xmlns:a16="http://schemas.microsoft.com/office/drawing/2014/main" xmlns="" id="{138A39A8-BB4E-CD4E-9201-F1785C874F92}"/>
                  </a:ext>
                </a:extLst>
              </p:cNvPr>
              <p:cNvSpPr/>
              <p:nvPr userDrawn="1"/>
            </p:nvSpPr>
            <p:spPr>
              <a:xfrm>
                <a:off x="12315640" y="3259312"/>
                <a:ext cx="885201" cy="462672"/>
              </a:xfrm>
              <a:prstGeom prst="rect">
                <a:avLst/>
              </a:prstGeom>
              <a:solidFill>
                <a:srgbClr val="78000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kumimoji="1" lang="mr-IN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 120</a:t>
                </a:r>
                <a:r>
                  <a:rPr kumimoji="1" lang="mr-IN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0/15</a:t>
                </a:r>
                <a:endParaRPr kumimoji="1" lang="mr-IN" altLang="zh-CN" sz="7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0" name="文本框 15">
                <a:extLst>
                  <a:ext uri="{FF2B5EF4-FFF2-40B4-BE49-F238E27FC236}">
                    <a16:creationId xmlns:a16="http://schemas.microsoft.com/office/drawing/2014/main" xmlns="" id="{8F53C07A-1022-C740-8F8D-97538E174D38}"/>
                  </a:ext>
                </a:extLst>
              </p:cNvPr>
              <p:cNvSpPr txBox="1"/>
              <p:nvPr userDrawn="1"/>
            </p:nvSpPr>
            <p:spPr>
              <a:xfrm>
                <a:off x="12216278" y="3080825"/>
                <a:ext cx="569387" cy="153888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b" anchorCtr="0">
                <a:spAutoFit/>
              </a:bodyPr>
              <a:lstStyle/>
              <a:p>
                <a:pPr algn="ctr"/>
                <a:r>
                  <a:rPr kumimoji="1" lang="zh-CN" altLang="en-US" sz="1000" dirty="0">
                    <a:solidFill>
                      <a:srgbClr val="1D1D1A"/>
                    </a:solidFill>
                    <a:latin typeface="Arial" panose="020B0604020202020204" pitchFamily="34" charset="0"/>
                    <a:ea typeface="Microsoft YaHei" panose="020B0503020204020204" pitchFamily="34" charset="-122"/>
                  </a:rPr>
                  <a:t>辅助色</a:t>
                </a:r>
              </a:p>
            </p:txBody>
          </p:sp>
          <p:sp>
            <p:nvSpPr>
              <p:cNvPr id="31" name="矩形 16">
                <a:extLst>
                  <a:ext uri="{FF2B5EF4-FFF2-40B4-BE49-F238E27FC236}">
                    <a16:creationId xmlns:a16="http://schemas.microsoft.com/office/drawing/2014/main" xmlns="" id="{306A7598-C00D-994F-82DA-B39F3C2E0AAD}"/>
                  </a:ext>
                </a:extLst>
              </p:cNvPr>
              <p:cNvSpPr/>
              <p:nvPr userDrawn="1"/>
            </p:nvSpPr>
            <p:spPr>
              <a:xfrm>
                <a:off x="12315640" y="4836793"/>
                <a:ext cx="885201" cy="462672"/>
              </a:xfrm>
              <a:prstGeom prst="rect">
                <a:avLst/>
              </a:prstGeom>
              <a:solidFill>
                <a:srgbClr val="F8B53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kumimoji="1" lang="mr-IN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 248</a:t>
                </a:r>
                <a:r>
                  <a:rPr kumimoji="1" lang="mr-IN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181/60</a:t>
                </a:r>
                <a:endParaRPr kumimoji="1" lang="mr-IN" altLang="zh-CN" sz="7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2" name="矩形 17">
                <a:extLst>
                  <a:ext uri="{FF2B5EF4-FFF2-40B4-BE49-F238E27FC236}">
                    <a16:creationId xmlns:a16="http://schemas.microsoft.com/office/drawing/2014/main" xmlns="" id="{C1423292-FF2F-A74C-943E-1C3C47534098}"/>
                  </a:ext>
                </a:extLst>
              </p:cNvPr>
              <p:cNvSpPr/>
              <p:nvPr userDrawn="1"/>
            </p:nvSpPr>
            <p:spPr>
              <a:xfrm>
                <a:off x="12315640" y="4319278"/>
                <a:ext cx="885201" cy="462672"/>
              </a:xfrm>
              <a:prstGeom prst="rect">
                <a:avLst/>
              </a:prstGeom>
              <a:solidFill>
                <a:srgbClr val="EB5C0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kumimoji="1" lang="mr-IN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 235</a:t>
                </a:r>
                <a:r>
                  <a:rPr kumimoji="1" lang="mr-IN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92/1</a:t>
                </a:r>
                <a:endParaRPr kumimoji="1" lang="mr-IN" altLang="zh-CN" sz="7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3" name="矩形 18">
                <a:extLst>
                  <a:ext uri="{FF2B5EF4-FFF2-40B4-BE49-F238E27FC236}">
                    <a16:creationId xmlns:a16="http://schemas.microsoft.com/office/drawing/2014/main" xmlns="" id="{2A29AF15-F5C4-A842-A63B-5DBA549CB92F}"/>
                  </a:ext>
                </a:extLst>
              </p:cNvPr>
              <p:cNvSpPr/>
              <p:nvPr userDrawn="1"/>
            </p:nvSpPr>
            <p:spPr>
              <a:xfrm>
                <a:off x="12315636" y="5880294"/>
                <a:ext cx="911019" cy="462672"/>
              </a:xfrm>
              <a:prstGeom prst="rect">
                <a:avLst/>
              </a:prstGeom>
              <a:solidFill>
                <a:srgbClr val="89898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kumimoji="1" lang="mr-IN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 137/137/137</a:t>
                </a:r>
                <a:endParaRPr kumimoji="1" lang="mr-IN" altLang="zh-CN" sz="7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4" name="矩形 19">
                <a:extLst>
                  <a:ext uri="{FF2B5EF4-FFF2-40B4-BE49-F238E27FC236}">
                    <a16:creationId xmlns:a16="http://schemas.microsoft.com/office/drawing/2014/main" xmlns="" id="{E9EA970A-4D36-BC41-B8BE-40DF553320E7}"/>
                  </a:ext>
                </a:extLst>
              </p:cNvPr>
              <p:cNvSpPr/>
              <p:nvPr userDrawn="1"/>
            </p:nvSpPr>
            <p:spPr>
              <a:xfrm>
                <a:off x="12315636" y="5362779"/>
                <a:ext cx="911019" cy="462672"/>
              </a:xfrm>
              <a:prstGeom prst="rect">
                <a:avLst/>
              </a:prstGeom>
              <a:solidFill>
                <a:srgbClr val="23181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kumimoji="1" lang="mr-IN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 35/24/21</a:t>
                </a:r>
                <a:endParaRPr kumimoji="1" lang="mr-IN" altLang="zh-CN" sz="7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5" name="矩形 22">
                <a:extLst>
                  <a:ext uri="{FF2B5EF4-FFF2-40B4-BE49-F238E27FC236}">
                    <a16:creationId xmlns:a16="http://schemas.microsoft.com/office/drawing/2014/main" xmlns="" id="{14EE21FB-1D92-0241-ABA5-5E9A6AEE0DC8}"/>
                  </a:ext>
                </a:extLst>
              </p:cNvPr>
              <p:cNvSpPr/>
              <p:nvPr userDrawn="1"/>
            </p:nvSpPr>
            <p:spPr>
              <a:xfrm>
                <a:off x="12315636" y="6403948"/>
                <a:ext cx="911019" cy="462672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kumimoji="1" lang="mr-IN" altLang="zh-CN" sz="700" b="1" dirty="0">
                    <a:solidFill>
                      <a:srgbClr val="666666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666666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 221</a:t>
                </a:r>
                <a:r>
                  <a:rPr kumimoji="1" lang="mr-IN" altLang="zh-CN" sz="700" b="1" dirty="0">
                    <a:solidFill>
                      <a:srgbClr val="666666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666666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221/221</a:t>
                </a:r>
                <a:endParaRPr kumimoji="1" lang="mr-IN" altLang="zh-CN" sz="700" b="1" dirty="0">
                  <a:solidFill>
                    <a:srgbClr val="666666"/>
                  </a:solidFill>
                  <a:latin typeface="Arial" panose="020B0604020202020204" pitchFamily="34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6" name="矩形 12">
                <a:extLst>
                  <a:ext uri="{FF2B5EF4-FFF2-40B4-BE49-F238E27FC236}">
                    <a16:creationId xmlns:a16="http://schemas.microsoft.com/office/drawing/2014/main" xmlns="" id="{883734A3-2645-434A-9DCC-1416B6C687CC}"/>
                  </a:ext>
                </a:extLst>
              </p:cNvPr>
              <p:cNvSpPr/>
              <p:nvPr userDrawn="1"/>
            </p:nvSpPr>
            <p:spPr>
              <a:xfrm>
                <a:off x="13288175" y="3785971"/>
                <a:ext cx="885201" cy="462672"/>
              </a:xfrm>
              <a:prstGeom prst="rect">
                <a:avLst/>
              </a:prstGeom>
              <a:solidFill>
                <a:srgbClr val="E98C8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kumimoji="1" lang="mr-IN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 233</a:t>
                </a:r>
                <a:r>
                  <a:rPr kumimoji="1" lang="mr-IN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140/128</a:t>
                </a:r>
                <a:endParaRPr kumimoji="1" lang="mr-IN" altLang="zh-CN" sz="7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7" name="矩形 13">
                <a:extLst>
                  <a:ext uri="{FF2B5EF4-FFF2-40B4-BE49-F238E27FC236}">
                    <a16:creationId xmlns:a16="http://schemas.microsoft.com/office/drawing/2014/main" xmlns="" id="{1FF13552-FB3D-134A-A80A-6CFB35DFE1A1}"/>
                  </a:ext>
                </a:extLst>
              </p:cNvPr>
              <p:cNvSpPr/>
              <p:nvPr userDrawn="1"/>
            </p:nvSpPr>
            <p:spPr>
              <a:xfrm>
                <a:off x="13288175" y="3259312"/>
                <a:ext cx="885201" cy="462672"/>
              </a:xfrm>
              <a:prstGeom prst="rect">
                <a:avLst/>
              </a:prstGeom>
              <a:solidFill>
                <a:srgbClr val="A72126"/>
              </a:solidFill>
              <a:ln>
                <a:solidFill>
                  <a:srgbClr val="9F000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kumimoji="1" lang="mr-IN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 159</a:t>
                </a:r>
                <a:r>
                  <a:rPr kumimoji="1" lang="mr-IN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0/1</a:t>
                </a:r>
                <a:endParaRPr kumimoji="1" lang="mr-IN" altLang="zh-CN" sz="7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8" name="矩形 16">
                <a:extLst>
                  <a:ext uri="{FF2B5EF4-FFF2-40B4-BE49-F238E27FC236}">
                    <a16:creationId xmlns:a16="http://schemas.microsoft.com/office/drawing/2014/main" xmlns="" id="{0A96471B-CB12-1443-B01F-C14C9112C149}"/>
                  </a:ext>
                </a:extLst>
              </p:cNvPr>
              <p:cNvSpPr/>
              <p:nvPr userDrawn="1"/>
            </p:nvSpPr>
            <p:spPr>
              <a:xfrm>
                <a:off x="13288175" y="4836793"/>
                <a:ext cx="885201" cy="462672"/>
              </a:xfrm>
              <a:prstGeom prst="rect">
                <a:avLst/>
              </a:prstGeom>
              <a:solidFill>
                <a:srgbClr val="F5DC5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kumimoji="1" lang="mr-IN" altLang="zh-CN" sz="700" b="1" dirty="0">
                    <a:solidFill>
                      <a:srgbClr val="666666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666666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 245</a:t>
                </a:r>
                <a:r>
                  <a:rPr kumimoji="1" lang="mr-IN" altLang="zh-CN" sz="700" b="1" dirty="0">
                    <a:solidFill>
                      <a:srgbClr val="666666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666666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220/87</a:t>
                </a:r>
                <a:endParaRPr kumimoji="1" lang="mr-IN" altLang="zh-CN" sz="700" b="1" dirty="0">
                  <a:solidFill>
                    <a:srgbClr val="666666"/>
                  </a:solidFill>
                  <a:latin typeface="Arial" panose="020B0604020202020204" pitchFamily="34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9" name="矩形 17">
                <a:extLst>
                  <a:ext uri="{FF2B5EF4-FFF2-40B4-BE49-F238E27FC236}">
                    <a16:creationId xmlns:a16="http://schemas.microsoft.com/office/drawing/2014/main" xmlns="" id="{61890D59-CF8B-1449-A836-3A304EC9A907}"/>
                  </a:ext>
                </a:extLst>
              </p:cNvPr>
              <p:cNvSpPr/>
              <p:nvPr userDrawn="1"/>
            </p:nvSpPr>
            <p:spPr>
              <a:xfrm>
                <a:off x="13288175" y="4319278"/>
                <a:ext cx="885201" cy="462672"/>
              </a:xfrm>
              <a:prstGeom prst="rect">
                <a:avLst/>
              </a:prstGeom>
              <a:solidFill>
                <a:srgbClr val="F085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kumimoji="1" lang="mr-IN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 240</a:t>
                </a:r>
                <a:r>
                  <a:rPr kumimoji="1" lang="mr-IN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133/0</a:t>
                </a:r>
                <a:endParaRPr kumimoji="1" lang="mr-IN" altLang="zh-CN" sz="7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40" name="矩形 18">
                <a:extLst>
                  <a:ext uri="{FF2B5EF4-FFF2-40B4-BE49-F238E27FC236}">
                    <a16:creationId xmlns:a16="http://schemas.microsoft.com/office/drawing/2014/main" xmlns="" id="{0466A1E1-E7C7-FD49-9880-9E44BED19FF5}"/>
                  </a:ext>
                </a:extLst>
              </p:cNvPr>
              <p:cNvSpPr/>
              <p:nvPr userDrawn="1"/>
            </p:nvSpPr>
            <p:spPr>
              <a:xfrm>
                <a:off x="13288171" y="5880294"/>
                <a:ext cx="911019" cy="462672"/>
              </a:xfrm>
              <a:prstGeom prst="rect">
                <a:avLst/>
              </a:prstGeom>
              <a:solidFill>
                <a:srgbClr val="B5B5B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kumimoji="1" lang="mr-IN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 181</a:t>
                </a:r>
                <a:r>
                  <a:rPr kumimoji="1" lang="mr-IN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181/181</a:t>
                </a:r>
                <a:endParaRPr kumimoji="1" lang="mr-IN" altLang="zh-CN" sz="7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42" name="矩形 19">
                <a:extLst>
                  <a:ext uri="{FF2B5EF4-FFF2-40B4-BE49-F238E27FC236}">
                    <a16:creationId xmlns:a16="http://schemas.microsoft.com/office/drawing/2014/main" xmlns="" id="{B21AD6AC-1275-0142-A9EA-D77B26CB40EF}"/>
                  </a:ext>
                </a:extLst>
              </p:cNvPr>
              <p:cNvSpPr/>
              <p:nvPr userDrawn="1"/>
            </p:nvSpPr>
            <p:spPr>
              <a:xfrm>
                <a:off x="13288171" y="5362779"/>
                <a:ext cx="911019" cy="462672"/>
              </a:xfrm>
              <a:prstGeom prst="rect">
                <a:avLst/>
              </a:prstGeom>
              <a:solidFill>
                <a:srgbClr val="59575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kumimoji="1" lang="mr-IN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 89</a:t>
                </a:r>
                <a:r>
                  <a:rPr kumimoji="1" lang="mr-IN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87/87</a:t>
                </a:r>
                <a:endParaRPr kumimoji="1" lang="mr-IN" altLang="zh-CN" sz="700" b="1" dirty="0">
                  <a:solidFill>
                    <a:srgbClr val="FFFFFF"/>
                  </a:solidFill>
                  <a:latin typeface="Arial" panose="020B0604020202020204" pitchFamily="34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43" name="矩形 22">
                <a:extLst>
                  <a:ext uri="{FF2B5EF4-FFF2-40B4-BE49-F238E27FC236}">
                    <a16:creationId xmlns:a16="http://schemas.microsoft.com/office/drawing/2014/main" xmlns="" id="{238BAC2A-AE09-A84D-875D-8472236D6610}"/>
                  </a:ext>
                </a:extLst>
              </p:cNvPr>
              <p:cNvSpPr/>
              <p:nvPr userDrawn="1"/>
            </p:nvSpPr>
            <p:spPr>
              <a:xfrm>
                <a:off x="13288171" y="6403948"/>
                <a:ext cx="911019" cy="462672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chemeClr val="bg1">
                    <a:lumMod val="10000"/>
                    <a:lumOff val="9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kumimoji="1" lang="mr-IN" altLang="zh-CN" sz="700" b="1" dirty="0">
                    <a:solidFill>
                      <a:srgbClr val="666666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666666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 255</a:t>
                </a:r>
                <a:r>
                  <a:rPr kumimoji="1" lang="mr-IN" altLang="zh-CN" sz="700" b="1" dirty="0">
                    <a:solidFill>
                      <a:srgbClr val="666666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666666"/>
                    </a:solidFill>
                    <a:latin typeface="Arial" panose="020B0604020202020204" pitchFamily="34" charset="0"/>
                    <a:ea typeface="Arial" charset="0"/>
                    <a:cs typeface="Arial" charset="0"/>
                  </a:rPr>
                  <a:t>255/255</a:t>
                </a:r>
                <a:endParaRPr kumimoji="1" lang="mr-IN" altLang="zh-CN" sz="700" b="1" dirty="0">
                  <a:solidFill>
                    <a:srgbClr val="666666"/>
                  </a:solidFill>
                  <a:latin typeface="Arial" panose="020B0604020202020204" pitchFamily="34" charset="0"/>
                  <a:ea typeface="Arial" charset="0"/>
                  <a:cs typeface="Arial" charset="0"/>
                </a:endParaRPr>
              </a:p>
            </p:txBody>
          </p:sp>
        </p:grpSp>
      </p:grpSp>
      <p:sp>
        <p:nvSpPr>
          <p:cNvPr id="5" name="CuadroTexto 4">
            <a:extLst>
              <a:ext uri="{FF2B5EF4-FFF2-40B4-BE49-F238E27FC236}">
                <a16:creationId xmlns:a16="http://schemas.microsoft.com/office/drawing/2014/main" xmlns="" id="{29CACE2F-0E0B-7EF5-2379-ADEF8F0CE7E5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xmlns="" val="hdr"/>
              </p:ext>
            </p:extLst>
          </p:nvPr>
        </p:nvSpPr>
        <p:spPr>
          <a:xfrm>
            <a:off x="11083925" y="0"/>
            <a:ext cx="11414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s-AR" sz="10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Documento: Personal</a:t>
            </a:r>
          </a:p>
        </p:txBody>
      </p:sp>
    </p:spTree>
    <p:extLst>
      <p:ext uri="{BB962C8B-B14F-4D97-AF65-F5344CB8AC3E}">
        <p14:creationId xmlns:p14="http://schemas.microsoft.com/office/powerpoint/2010/main" val="21242134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91" r:id="rId1"/>
    <p:sldLayoutId id="2147483992" r:id="rId2"/>
    <p:sldLayoutId id="2147483994" r:id="rId3"/>
    <p:sldLayoutId id="2147483996" r:id="rId4"/>
  </p:sldLayoutIdLst>
  <p:hf hdr="0" ftr="0" dt="0"/>
  <p:txStyles>
    <p:titleStyle>
      <a:lvl1pPr algn="l" defTabSz="1187798" rtl="0" eaLnBrk="1" latinLnBrk="0" hangingPunct="1">
        <a:lnSpc>
          <a:spcPct val="90000"/>
        </a:lnSpc>
        <a:spcBef>
          <a:spcPct val="0"/>
        </a:spcBef>
        <a:buNone/>
        <a:defRPr sz="571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950" indent="-296950" algn="l" defTabSz="1187798" rtl="0" eaLnBrk="1" latinLnBrk="0" hangingPunct="1">
        <a:lnSpc>
          <a:spcPct val="90000"/>
        </a:lnSpc>
        <a:spcBef>
          <a:spcPts val="1299"/>
        </a:spcBef>
        <a:buFont typeface="Arial" panose="020B0604020202020204" pitchFamily="34" charset="0"/>
        <a:buChar char="•"/>
        <a:defRPr sz="3636" kern="1200">
          <a:solidFill>
            <a:schemeClr val="tx1"/>
          </a:solidFill>
          <a:latin typeface="+mn-lt"/>
          <a:ea typeface="+mn-ea"/>
          <a:cs typeface="+mn-cs"/>
        </a:defRPr>
      </a:lvl1pPr>
      <a:lvl2pPr marL="890849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8" kern="1200">
          <a:solidFill>
            <a:schemeClr val="tx1"/>
          </a:solidFill>
          <a:latin typeface="+mn-lt"/>
          <a:ea typeface="+mn-ea"/>
          <a:cs typeface="+mn-cs"/>
        </a:defRPr>
      </a:lvl2pPr>
      <a:lvl3pPr marL="1484748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8" kern="1200">
          <a:solidFill>
            <a:schemeClr val="tx1"/>
          </a:solidFill>
          <a:latin typeface="+mn-lt"/>
          <a:ea typeface="+mn-ea"/>
          <a:cs typeface="+mn-cs"/>
        </a:defRPr>
      </a:lvl3pPr>
      <a:lvl4pPr marL="2078648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6725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860346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454245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5048144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1pPr>
      <a:lvl2pPr marL="59390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2pPr>
      <a:lvl3pPr marL="11877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3pPr>
      <a:lvl4pPr marL="1781699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3755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29694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563396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1572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4751195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 xmlns="">
        <p15:guide id="1" orient="horz" pos="2161">
          <p15:clr>
            <a:srgbClr val="F26B43"/>
          </p15:clr>
        </p15:guide>
        <p15:guide id="2" pos="3842">
          <p15:clr>
            <a:srgbClr val="F26B43"/>
          </p15:clr>
        </p15:guide>
        <p15:guide id="3" pos="458">
          <p15:clr>
            <a:srgbClr val="F26B43"/>
          </p15:clr>
        </p15:guide>
        <p15:guide id="4" pos="7225">
          <p15:clr>
            <a:srgbClr val="F26B43"/>
          </p15:clr>
        </p15:guide>
        <p15:guide id="5" orient="horz" pos="4100">
          <p15:clr>
            <a:srgbClr val="F26B43"/>
          </p15:clr>
        </p15:guide>
      </p15:sldGuideLst>
    </p:ext>
  </p:extLst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6785A3D6-1271-D247-9E96-1B376F4BE7BE}"/>
              </a:ext>
            </a:extLst>
          </p:cNvPr>
          <p:cNvSpPr txBox="1"/>
          <p:nvPr userDrawn="1"/>
        </p:nvSpPr>
        <p:spPr>
          <a:xfrm>
            <a:off x="1095467" y="6356939"/>
            <a:ext cx="1463467" cy="242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74" dirty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Huawei Confidential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EABEE2EE-BF4D-7A4A-B3C6-9E47668CCD98}"/>
              </a:ext>
            </a:extLst>
          </p:cNvPr>
          <p:cNvSpPr txBox="1"/>
          <p:nvPr userDrawn="1"/>
        </p:nvSpPr>
        <p:spPr>
          <a:xfrm>
            <a:off x="734131" y="6402806"/>
            <a:ext cx="499729" cy="1502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890849">
              <a:defRPr/>
            </a:pPr>
            <a:fld id="{C3837181-38C6-AD4F-B8BA-B444770388BB}" type="slidenum">
              <a:rPr lang="en-US" sz="974" smtClean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defTabSz="890849">
                <a:defRPr/>
              </a:pPr>
              <a:t>‹Nº›</a:t>
            </a:fld>
            <a:endParaRPr lang="en-US" sz="974" dirty="0">
              <a:solidFill>
                <a:srgbClr val="1D1D1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1" name="图片 4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5999" y="6319870"/>
            <a:ext cx="1269075" cy="271153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xmlns="" id="{874A9514-CC8C-A070-E02B-9C6C38B6563C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xmlns="" val="hdr"/>
              </p:ext>
            </p:extLst>
          </p:nvPr>
        </p:nvSpPr>
        <p:spPr>
          <a:xfrm>
            <a:off x="11083925" y="0"/>
            <a:ext cx="11414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s-AR" sz="10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Documento: Personal</a:t>
            </a:r>
          </a:p>
        </p:txBody>
      </p:sp>
    </p:spTree>
    <p:extLst>
      <p:ext uri="{BB962C8B-B14F-4D97-AF65-F5344CB8AC3E}">
        <p14:creationId xmlns:p14="http://schemas.microsoft.com/office/powerpoint/2010/main" val="28180884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98" r:id="rId1"/>
  </p:sldLayoutIdLst>
  <p:hf hdr="0" ftr="0" dt="0"/>
  <p:txStyles>
    <p:titleStyle>
      <a:lvl1pPr algn="l" defTabSz="1187798" rtl="0" eaLnBrk="1" latinLnBrk="0" hangingPunct="1">
        <a:lnSpc>
          <a:spcPct val="90000"/>
        </a:lnSpc>
        <a:spcBef>
          <a:spcPct val="0"/>
        </a:spcBef>
        <a:buNone/>
        <a:defRPr sz="571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950" indent="-296950" algn="l" defTabSz="1187798" rtl="0" eaLnBrk="1" latinLnBrk="0" hangingPunct="1">
        <a:lnSpc>
          <a:spcPct val="90000"/>
        </a:lnSpc>
        <a:spcBef>
          <a:spcPts val="1299"/>
        </a:spcBef>
        <a:buFont typeface="Arial" panose="020B0604020202020204" pitchFamily="34" charset="0"/>
        <a:buChar char="•"/>
        <a:defRPr sz="3636" kern="1200">
          <a:solidFill>
            <a:schemeClr val="tx1"/>
          </a:solidFill>
          <a:latin typeface="+mn-lt"/>
          <a:ea typeface="+mn-ea"/>
          <a:cs typeface="+mn-cs"/>
        </a:defRPr>
      </a:lvl1pPr>
      <a:lvl2pPr marL="890849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8" kern="1200">
          <a:solidFill>
            <a:schemeClr val="tx1"/>
          </a:solidFill>
          <a:latin typeface="+mn-lt"/>
          <a:ea typeface="+mn-ea"/>
          <a:cs typeface="+mn-cs"/>
        </a:defRPr>
      </a:lvl2pPr>
      <a:lvl3pPr marL="1484748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8" kern="1200">
          <a:solidFill>
            <a:schemeClr val="tx1"/>
          </a:solidFill>
          <a:latin typeface="+mn-lt"/>
          <a:ea typeface="+mn-ea"/>
          <a:cs typeface="+mn-cs"/>
        </a:defRPr>
      </a:lvl3pPr>
      <a:lvl4pPr marL="2078648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6725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860346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454245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5048144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1pPr>
      <a:lvl2pPr marL="59390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2pPr>
      <a:lvl3pPr marL="11877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3pPr>
      <a:lvl4pPr marL="1781699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3755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29694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563396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1572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4751195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 xmlns="">
        <p15:guide id="1" orient="horz" pos="2161">
          <p15:clr>
            <a:srgbClr val="F26B43"/>
          </p15:clr>
        </p15:guide>
        <p15:guide id="2" pos="3842">
          <p15:clr>
            <a:srgbClr val="F26B43"/>
          </p15:clr>
        </p15:guide>
        <p15:guide id="3" pos="458">
          <p15:clr>
            <a:srgbClr val="F26B43"/>
          </p15:clr>
        </p15:guide>
        <p15:guide id="4" pos="7225">
          <p15:clr>
            <a:srgbClr val="F26B43"/>
          </p15:clr>
        </p15:guide>
        <p15:guide id="5" orient="horz" pos="4100">
          <p15:clr>
            <a:srgbClr val="F26B43"/>
          </p15:clr>
        </p15:guide>
      </p15:sldGuideLst>
    </p:ext>
  </p:extLst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6785A3D6-1271-D247-9E96-1B376F4BE7BE}"/>
              </a:ext>
            </a:extLst>
          </p:cNvPr>
          <p:cNvSpPr txBox="1"/>
          <p:nvPr userDrawn="1"/>
        </p:nvSpPr>
        <p:spPr>
          <a:xfrm>
            <a:off x="1095468" y="6356939"/>
            <a:ext cx="1463467" cy="242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12"/>
            <a:r>
              <a:rPr lang="en-US" sz="974" dirty="0">
                <a:solidFill>
                  <a:srgbClr val="1D1D1B"/>
                </a:solidFill>
                <a:cs typeface="Arial" panose="020B0604020202020204" pitchFamily="34" charset="0"/>
              </a:rPr>
              <a:t>Huawei Confidential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EABEE2EE-BF4D-7A4A-B3C6-9E47668CCD98}"/>
              </a:ext>
            </a:extLst>
          </p:cNvPr>
          <p:cNvSpPr txBox="1"/>
          <p:nvPr userDrawn="1"/>
        </p:nvSpPr>
        <p:spPr>
          <a:xfrm>
            <a:off x="734132" y="6402806"/>
            <a:ext cx="499729" cy="1502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890493">
              <a:defRPr/>
            </a:pPr>
            <a:fld id="{C3837181-38C6-AD4F-B8BA-B444770388BB}" type="slidenum">
              <a:rPr lang="en-US" sz="974">
                <a:solidFill>
                  <a:srgbClr val="1D1D1B"/>
                </a:solidFill>
                <a:cs typeface="Arial" panose="020B0604020202020204" pitchFamily="34" charset="0"/>
              </a:rPr>
              <a:pPr defTabSz="890493">
                <a:defRPr/>
              </a:pPr>
              <a:t>‹Nº›</a:t>
            </a:fld>
            <a:endParaRPr lang="en-US" sz="974" dirty="0">
              <a:solidFill>
                <a:srgbClr val="1D1D1B"/>
              </a:solidFill>
              <a:cs typeface="Arial" panose="020B0604020202020204" pitchFamily="34" charset="0"/>
            </a:endParaRPr>
          </a:p>
        </p:txBody>
      </p:sp>
      <p:pic>
        <p:nvPicPr>
          <p:cNvPr id="41" name="图片 40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6000" y="6319872"/>
            <a:ext cx="1269075" cy="271153"/>
          </a:xfrm>
          <a:prstGeom prst="rect">
            <a:avLst/>
          </a:prstGeom>
        </p:spPr>
      </p:pic>
      <p:grpSp>
        <p:nvGrpSpPr>
          <p:cNvPr id="25" name="组合 24"/>
          <p:cNvGrpSpPr/>
          <p:nvPr userDrawn="1"/>
        </p:nvGrpSpPr>
        <p:grpSpPr>
          <a:xfrm>
            <a:off x="12216278" y="2931937"/>
            <a:ext cx="1982916" cy="3934682"/>
            <a:chOff x="12216278" y="2262477"/>
            <a:chExt cx="1982916" cy="4604143"/>
          </a:xfrm>
        </p:grpSpPr>
        <p:grpSp>
          <p:nvGrpSpPr>
            <p:cNvPr id="26" name="组合 25"/>
            <p:cNvGrpSpPr/>
            <p:nvPr userDrawn="1"/>
          </p:nvGrpSpPr>
          <p:grpSpPr>
            <a:xfrm>
              <a:off x="12315635" y="2262477"/>
              <a:ext cx="1883559" cy="692624"/>
              <a:chOff x="12315635" y="2207613"/>
              <a:chExt cx="1883559" cy="692624"/>
            </a:xfrm>
          </p:grpSpPr>
          <p:sp>
            <p:nvSpPr>
              <p:cNvPr id="44" name="矩形 5">
                <a:extLst>
                  <a:ext uri="{FF2B5EF4-FFF2-40B4-BE49-F238E27FC236}">
                    <a16:creationId xmlns:a16="http://schemas.microsoft.com/office/drawing/2014/main" xmlns="" id="{3B0B5EC2-EA55-CC45-A9D0-D5EA5D768C99}"/>
                  </a:ext>
                </a:extLst>
              </p:cNvPr>
              <p:cNvSpPr/>
              <p:nvPr userDrawn="1"/>
            </p:nvSpPr>
            <p:spPr>
              <a:xfrm>
                <a:off x="12315635" y="2401808"/>
                <a:ext cx="911019" cy="498429"/>
              </a:xfrm>
              <a:prstGeom prst="rect">
                <a:avLst/>
              </a:prstGeom>
              <a:solidFill>
                <a:srgbClr val="C8102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112"/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P</a:t>
                </a:r>
                <a:r>
                  <a:rPr kumimoji="1" lang="en-US" altLang="zh-Hant" sz="700" b="1" dirty="0">
                    <a:solidFill>
                      <a:srgbClr val="FFFFFF"/>
                    </a:solidFill>
                    <a:cs typeface="Arial" charset="0"/>
                  </a:rPr>
                  <a:t>ANTONE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 186C</a:t>
                </a:r>
              </a:p>
              <a:p>
                <a:pPr algn="ctr" defTabSz="914112"/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RGB 200/16/46</a:t>
                </a:r>
              </a:p>
            </p:txBody>
          </p:sp>
          <p:sp>
            <p:nvSpPr>
              <p:cNvPr id="45" name="矩形 9">
                <a:extLst>
                  <a:ext uri="{FF2B5EF4-FFF2-40B4-BE49-F238E27FC236}">
                    <a16:creationId xmlns:a16="http://schemas.microsoft.com/office/drawing/2014/main" xmlns="" id="{992224C5-04A6-C041-B257-13137945DBB8}"/>
                  </a:ext>
                </a:extLst>
              </p:cNvPr>
              <p:cNvSpPr/>
              <p:nvPr userDrawn="1"/>
            </p:nvSpPr>
            <p:spPr>
              <a:xfrm>
                <a:off x="13288175" y="2401808"/>
                <a:ext cx="911019" cy="498429"/>
              </a:xfrm>
              <a:prstGeom prst="rect">
                <a:avLst/>
              </a:prstGeom>
              <a:solidFill>
                <a:srgbClr val="C7000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112"/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P</a:t>
                </a:r>
                <a:r>
                  <a:rPr kumimoji="1" lang="en-US" altLang="zh-Hant" sz="700" b="1" dirty="0">
                    <a:solidFill>
                      <a:srgbClr val="FFFFFF"/>
                    </a:solidFill>
                    <a:cs typeface="Arial" charset="0"/>
                  </a:rPr>
                  <a:t>ANTONE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 185C</a:t>
                </a:r>
              </a:p>
              <a:p>
                <a:pPr algn="ctr" defTabSz="914112"/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RGB 199/0/11</a:t>
                </a:r>
              </a:p>
            </p:txBody>
          </p:sp>
          <p:sp>
            <p:nvSpPr>
              <p:cNvPr id="46" name="文本框 31">
                <a:extLst>
                  <a:ext uri="{FF2B5EF4-FFF2-40B4-BE49-F238E27FC236}">
                    <a16:creationId xmlns:a16="http://schemas.microsoft.com/office/drawing/2014/main" xmlns="" id="{58918196-0639-EE4B-AFC2-315BE04587B9}"/>
                  </a:ext>
                </a:extLst>
              </p:cNvPr>
              <p:cNvSpPr txBox="1"/>
              <p:nvPr userDrawn="1"/>
            </p:nvSpPr>
            <p:spPr>
              <a:xfrm>
                <a:off x="12326898" y="2207613"/>
                <a:ext cx="384721" cy="18007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 defTabSz="914112"/>
                <a:r>
                  <a:rPr kumimoji="1" lang="zh-CN" altLang="en-US" sz="1000" dirty="0">
                    <a:solidFill>
                      <a:srgbClr val="1D1D1A"/>
                    </a:solidFill>
                    <a:ea typeface="Microsoft YaHei" panose="020B0503020204020204" pitchFamily="34" charset="-122"/>
                  </a:rPr>
                  <a:t>品牌色</a:t>
                </a:r>
              </a:p>
            </p:txBody>
          </p:sp>
        </p:grpSp>
        <p:grpSp>
          <p:nvGrpSpPr>
            <p:cNvPr id="27" name="组合 26"/>
            <p:cNvGrpSpPr/>
            <p:nvPr userDrawn="1"/>
          </p:nvGrpSpPr>
          <p:grpSpPr>
            <a:xfrm>
              <a:off x="12216278" y="3054642"/>
              <a:ext cx="1982912" cy="3811978"/>
              <a:chOff x="12216278" y="3054642"/>
              <a:chExt cx="1982912" cy="3811978"/>
            </a:xfrm>
          </p:grpSpPr>
          <p:sp>
            <p:nvSpPr>
              <p:cNvPr id="28" name="矩形 12">
                <a:extLst>
                  <a:ext uri="{FF2B5EF4-FFF2-40B4-BE49-F238E27FC236}">
                    <a16:creationId xmlns:a16="http://schemas.microsoft.com/office/drawing/2014/main" xmlns="" id="{DCA8B73C-0B87-284F-805F-752EBF20B768}"/>
                  </a:ext>
                </a:extLst>
              </p:cNvPr>
              <p:cNvSpPr/>
              <p:nvPr userDrawn="1"/>
            </p:nvSpPr>
            <p:spPr>
              <a:xfrm>
                <a:off x="12315640" y="3785971"/>
                <a:ext cx="885201" cy="462672"/>
              </a:xfrm>
              <a:prstGeom prst="rect">
                <a:avLst/>
              </a:prstGeom>
              <a:solidFill>
                <a:srgbClr val="EA5A4F"/>
              </a:solidFill>
              <a:ln>
                <a:solidFill>
                  <a:srgbClr val="EA5A4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112"/>
                <a:r>
                  <a:rPr kumimoji="1" lang="mr-IN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 234</a:t>
                </a:r>
                <a:r>
                  <a:rPr kumimoji="1" lang="mr-IN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90/79</a:t>
                </a:r>
                <a:endParaRPr kumimoji="1" lang="mr-IN" altLang="zh-CN" sz="700" b="1" dirty="0">
                  <a:solidFill>
                    <a:srgbClr val="FFFFFF"/>
                  </a:solidFill>
                  <a:ea typeface="Arial" charset="0"/>
                  <a:cs typeface="Arial" charset="0"/>
                </a:endParaRPr>
              </a:p>
            </p:txBody>
          </p:sp>
          <p:sp>
            <p:nvSpPr>
              <p:cNvPr id="29" name="矩形 13">
                <a:extLst>
                  <a:ext uri="{FF2B5EF4-FFF2-40B4-BE49-F238E27FC236}">
                    <a16:creationId xmlns:a16="http://schemas.microsoft.com/office/drawing/2014/main" xmlns="" id="{138A39A8-BB4E-CD4E-9201-F1785C874F92}"/>
                  </a:ext>
                </a:extLst>
              </p:cNvPr>
              <p:cNvSpPr/>
              <p:nvPr userDrawn="1"/>
            </p:nvSpPr>
            <p:spPr>
              <a:xfrm>
                <a:off x="12315640" y="3259312"/>
                <a:ext cx="885201" cy="462672"/>
              </a:xfrm>
              <a:prstGeom prst="rect">
                <a:avLst/>
              </a:prstGeom>
              <a:solidFill>
                <a:srgbClr val="78000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112"/>
                <a:r>
                  <a:rPr kumimoji="1" lang="mr-IN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 120</a:t>
                </a:r>
                <a:r>
                  <a:rPr kumimoji="1" lang="mr-IN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0/15</a:t>
                </a:r>
                <a:endParaRPr kumimoji="1" lang="mr-IN" altLang="zh-CN" sz="700" b="1" dirty="0">
                  <a:solidFill>
                    <a:srgbClr val="FFFFFF"/>
                  </a:solidFill>
                  <a:ea typeface="Arial" charset="0"/>
                  <a:cs typeface="Arial" charset="0"/>
                </a:endParaRPr>
              </a:p>
            </p:txBody>
          </p:sp>
          <p:sp>
            <p:nvSpPr>
              <p:cNvPr id="30" name="文本框 15">
                <a:extLst>
                  <a:ext uri="{FF2B5EF4-FFF2-40B4-BE49-F238E27FC236}">
                    <a16:creationId xmlns:a16="http://schemas.microsoft.com/office/drawing/2014/main" xmlns="" id="{8F53C07A-1022-C740-8F8D-97538E174D38}"/>
                  </a:ext>
                </a:extLst>
              </p:cNvPr>
              <p:cNvSpPr txBox="1"/>
              <p:nvPr userDrawn="1"/>
            </p:nvSpPr>
            <p:spPr>
              <a:xfrm>
                <a:off x="12216278" y="3054642"/>
                <a:ext cx="569387" cy="180071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b" anchorCtr="0">
                <a:spAutoFit/>
              </a:bodyPr>
              <a:lstStyle/>
              <a:p>
                <a:pPr algn="ctr" defTabSz="914112"/>
                <a:r>
                  <a:rPr kumimoji="1" lang="zh-CN" altLang="en-US" sz="1000" dirty="0">
                    <a:solidFill>
                      <a:srgbClr val="1D1D1A"/>
                    </a:solidFill>
                    <a:ea typeface="Microsoft YaHei" panose="020B0503020204020204" pitchFamily="34" charset="-122"/>
                  </a:rPr>
                  <a:t>辅助色</a:t>
                </a:r>
              </a:p>
            </p:txBody>
          </p:sp>
          <p:sp>
            <p:nvSpPr>
              <p:cNvPr id="31" name="矩形 16">
                <a:extLst>
                  <a:ext uri="{FF2B5EF4-FFF2-40B4-BE49-F238E27FC236}">
                    <a16:creationId xmlns:a16="http://schemas.microsoft.com/office/drawing/2014/main" xmlns="" id="{306A7598-C00D-994F-82DA-B39F3C2E0AAD}"/>
                  </a:ext>
                </a:extLst>
              </p:cNvPr>
              <p:cNvSpPr/>
              <p:nvPr userDrawn="1"/>
            </p:nvSpPr>
            <p:spPr>
              <a:xfrm>
                <a:off x="12315640" y="4836793"/>
                <a:ext cx="885201" cy="462672"/>
              </a:xfrm>
              <a:prstGeom prst="rect">
                <a:avLst/>
              </a:prstGeom>
              <a:solidFill>
                <a:srgbClr val="F8B53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112"/>
                <a:r>
                  <a:rPr kumimoji="1" lang="mr-IN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 248</a:t>
                </a:r>
                <a:r>
                  <a:rPr kumimoji="1" lang="mr-IN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181/60</a:t>
                </a:r>
                <a:endParaRPr kumimoji="1" lang="mr-IN" altLang="zh-CN" sz="700" b="1" dirty="0">
                  <a:solidFill>
                    <a:srgbClr val="FFFFFF"/>
                  </a:solidFill>
                  <a:ea typeface="Arial" charset="0"/>
                  <a:cs typeface="Arial" charset="0"/>
                </a:endParaRPr>
              </a:p>
            </p:txBody>
          </p:sp>
          <p:sp>
            <p:nvSpPr>
              <p:cNvPr id="32" name="矩形 17">
                <a:extLst>
                  <a:ext uri="{FF2B5EF4-FFF2-40B4-BE49-F238E27FC236}">
                    <a16:creationId xmlns:a16="http://schemas.microsoft.com/office/drawing/2014/main" xmlns="" id="{C1423292-FF2F-A74C-943E-1C3C47534098}"/>
                  </a:ext>
                </a:extLst>
              </p:cNvPr>
              <p:cNvSpPr/>
              <p:nvPr userDrawn="1"/>
            </p:nvSpPr>
            <p:spPr>
              <a:xfrm>
                <a:off x="12315640" y="4319278"/>
                <a:ext cx="885201" cy="462672"/>
              </a:xfrm>
              <a:prstGeom prst="rect">
                <a:avLst/>
              </a:prstGeom>
              <a:solidFill>
                <a:srgbClr val="EB5C0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112"/>
                <a:r>
                  <a:rPr kumimoji="1" lang="mr-IN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 235</a:t>
                </a:r>
                <a:r>
                  <a:rPr kumimoji="1" lang="mr-IN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92/1</a:t>
                </a:r>
                <a:endParaRPr kumimoji="1" lang="mr-IN" altLang="zh-CN" sz="700" b="1" dirty="0">
                  <a:solidFill>
                    <a:srgbClr val="FFFFFF"/>
                  </a:solidFill>
                  <a:ea typeface="Arial" charset="0"/>
                  <a:cs typeface="Arial" charset="0"/>
                </a:endParaRPr>
              </a:p>
            </p:txBody>
          </p:sp>
          <p:sp>
            <p:nvSpPr>
              <p:cNvPr id="33" name="矩形 18">
                <a:extLst>
                  <a:ext uri="{FF2B5EF4-FFF2-40B4-BE49-F238E27FC236}">
                    <a16:creationId xmlns:a16="http://schemas.microsoft.com/office/drawing/2014/main" xmlns="" id="{2A29AF15-F5C4-A842-A63B-5DBA549CB92F}"/>
                  </a:ext>
                </a:extLst>
              </p:cNvPr>
              <p:cNvSpPr/>
              <p:nvPr userDrawn="1"/>
            </p:nvSpPr>
            <p:spPr>
              <a:xfrm>
                <a:off x="12315636" y="5880294"/>
                <a:ext cx="911019" cy="462672"/>
              </a:xfrm>
              <a:prstGeom prst="rect">
                <a:avLst/>
              </a:prstGeom>
              <a:solidFill>
                <a:srgbClr val="89898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112"/>
                <a:r>
                  <a:rPr kumimoji="1" lang="mr-IN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 137/137/137</a:t>
                </a:r>
                <a:endParaRPr kumimoji="1" lang="mr-IN" altLang="zh-CN" sz="700" b="1" dirty="0">
                  <a:solidFill>
                    <a:srgbClr val="FFFFFF"/>
                  </a:solidFill>
                  <a:ea typeface="Arial" charset="0"/>
                  <a:cs typeface="Arial" charset="0"/>
                </a:endParaRPr>
              </a:p>
            </p:txBody>
          </p:sp>
          <p:sp>
            <p:nvSpPr>
              <p:cNvPr id="34" name="矩形 19">
                <a:extLst>
                  <a:ext uri="{FF2B5EF4-FFF2-40B4-BE49-F238E27FC236}">
                    <a16:creationId xmlns:a16="http://schemas.microsoft.com/office/drawing/2014/main" xmlns="" id="{E9EA970A-4D36-BC41-B8BE-40DF553320E7}"/>
                  </a:ext>
                </a:extLst>
              </p:cNvPr>
              <p:cNvSpPr/>
              <p:nvPr userDrawn="1"/>
            </p:nvSpPr>
            <p:spPr>
              <a:xfrm>
                <a:off x="12315636" y="5362779"/>
                <a:ext cx="911019" cy="462672"/>
              </a:xfrm>
              <a:prstGeom prst="rect">
                <a:avLst/>
              </a:prstGeom>
              <a:solidFill>
                <a:srgbClr val="23181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112"/>
                <a:r>
                  <a:rPr kumimoji="1" lang="mr-IN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 35/24/21</a:t>
                </a:r>
                <a:endParaRPr kumimoji="1" lang="mr-IN" altLang="zh-CN" sz="700" b="1" dirty="0">
                  <a:solidFill>
                    <a:srgbClr val="FFFFFF"/>
                  </a:solidFill>
                  <a:ea typeface="Arial" charset="0"/>
                  <a:cs typeface="Arial" charset="0"/>
                </a:endParaRPr>
              </a:p>
            </p:txBody>
          </p:sp>
          <p:sp>
            <p:nvSpPr>
              <p:cNvPr id="35" name="矩形 22">
                <a:extLst>
                  <a:ext uri="{FF2B5EF4-FFF2-40B4-BE49-F238E27FC236}">
                    <a16:creationId xmlns:a16="http://schemas.microsoft.com/office/drawing/2014/main" xmlns="" id="{14EE21FB-1D92-0241-ABA5-5E9A6AEE0DC8}"/>
                  </a:ext>
                </a:extLst>
              </p:cNvPr>
              <p:cNvSpPr/>
              <p:nvPr userDrawn="1"/>
            </p:nvSpPr>
            <p:spPr>
              <a:xfrm>
                <a:off x="12315636" y="6403948"/>
                <a:ext cx="911019" cy="462672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112"/>
                <a:r>
                  <a:rPr kumimoji="1" lang="mr-IN" altLang="zh-CN" sz="700" b="1" dirty="0">
                    <a:solidFill>
                      <a:srgbClr val="666666"/>
                    </a:solidFill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666666"/>
                    </a:solidFill>
                    <a:ea typeface="Arial" charset="0"/>
                    <a:cs typeface="Arial" charset="0"/>
                  </a:rPr>
                  <a:t> 221</a:t>
                </a:r>
                <a:r>
                  <a:rPr kumimoji="1" lang="mr-IN" altLang="zh-CN" sz="700" b="1" dirty="0">
                    <a:solidFill>
                      <a:srgbClr val="666666"/>
                    </a:solidFill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666666"/>
                    </a:solidFill>
                    <a:ea typeface="Arial" charset="0"/>
                    <a:cs typeface="Arial" charset="0"/>
                  </a:rPr>
                  <a:t>221/221</a:t>
                </a:r>
                <a:endParaRPr kumimoji="1" lang="mr-IN" altLang="zh-CN" sz="700" b="1" dirty="0">
                  <a:solidFill>
                    <a:srgbClr val="666666"/>
                  </a:solidFill>
                  <a:ea typeface="Arial" charset="0"/>
                  <a:cs typeface="Arial" charset="0"/>
                </a:endParaRPr>
              </a:p>
            </p:txBody>
          </p:sp>
          <p:sp>
            <p:nvSpPr>
              <p:cNvPr id="36" name="矩形 12">
                <a:extLst>
                  <a:ext uri="{FF2B5EF4-FFF2-40B4-BE49-F238E27FC236}">
                    <a16:creationId xmlns:a16="http://schemas.microsoft.com/office/drawing/2014/main" xmlns="" id="{883734A3-2645-434A-9DCC-1416B6C687CC}"/>
                  </a:ext>
                </a:extLst>
              </p:cNvPr>
              <p:cNvSpPr/>
              <p:nvPr userDrawn="1"/>
            </p:nvSpPr>
            <p:spPr>
              <a:xfrm>
                <a:off x="13288175" y="3785971"/>
                <a:ext cx="885201" cy="462672"/>
              </a:xfrm>
              <a:prstGeom prst="rect">
                <a:avLst/>
              </a:prstGeom>
              <a:solidFill>
                <a:srgbClr val="E98C8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112"/>
                <a:r>
                  <a:rPr kumimoji="1" lang="mr-IN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 233</a:t>
                </a:r>
                <a:r>
                  <a:rPr kumimoji="1" lang="mr-IN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140/128</a:t>
                </a:r>
                <a:endParaRPr kumimoji="1" lang="mr-IN" altLang="zh-CN" sz="700" b="1" dirty="0">
                  <a:solidFill>
                    <a:srgbClr val="FFFFFF"/>
                  </a:solidFill>
                  <a:ea typeface="Arial" charset="0"/>
                  <a:cs typeface="Arial" charset="0"/>
                </a:endParaRPr>
              </a:p>
            </p:txBody>
          </p:sp>
          <p:sp>
            <p:nvSpPr>
              <p:cNvPr id="37" name="矩形 13">
                <a:extLst>
                  <a:ext uri="{FF2B5EF4-FFF2-40B4-BE49-F238E27FC236}">
                    <a16:creationId xmlns:a16="http://schemas.microsoft.com/office/drawing/2014/main" xmlns="" id="{1FF13552-FB3D-134A-A80A-6CFB35DFE1A1}"/>
                  </a:ext>
                </a:extLst>
              </p:cNvPr>
              <p:cNvSpPr/>
              <p:nvPr userDrawn="1"/>
            </p:nvSpPr>
            <p:spPr>
              <a:xfrm>
                <a:off x="13288175" y="3259312"/>
                <a:ext cx="885201" cy="462672"/>
              </a:xfrm>
              <a:prstGeom prst="rect">
                <a:avLst/>
              </a:prstGeom>
              <a:solidFill>
                <a:srgbClr val="A72126"/>
              </a:solidFill>
              <a:ln>
                <a:solidFill>
                  <a:srgbClr val="9F000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112"/>
                <a:r>
                  <a:rPr kumimoji="1" lang="mr-IN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 159</a:t>
                </a:r>
                <a:r>
                  <a:rPr kumimoji="1" lang="mr-IN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0/1</a:t>
                </a:r>
                <a:endParaRPr kumimoji="1" lang="mr-IN" altLang="zh-CN" sz="700" b="1" dirty="0">
                  <a:solidFill>
                    <a:srgbClr val="FFFFFF"/>
                  </a:solidFill>
                  <a:ea typeface="Arial" charset="0"/>
                  <a:cs typeface="Arial" charset="0"/>
                </a:endParaRPr>
              </a:p>
            </p:txBody>
          </p:sp>
          <p:sp>
            <p:nvSpPr>
              <p:cNvPr id="38" name="矩形 16">
                <a:extLst>
                  <a:ext uri="{FF2B5EF4-FFF2-40B4-BE49-F238E27FC236}">
                    <a16:creationId xmlns:a16="http://schemas.microsoft.com/office/drawing/2014/main" xmlns="" id="{0A96471B-CB12-1443-B01F-C14C9112C149}"/>
                  </a:ext>
                </a:extLst>
              </p:cNvPr>
              <p:cNvSpPr/>
              <p:nvPr userDrawn="1"/>
            </p:nvSpPr>
            <p:spPr>
              <a:xfrm>
                <a:off x="13288175" y="4836793"/>
                <a:ext cx="885201" cy="462672"/>
              </a:xfrm>
              <a:prstGeom prst="rect">
                <a:avLst/>
              </a:prstGeom>
              <a:solidFill>
                <a:srgbClr val="F5DC5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112"/>
                <a:r>
                  <a:rPr kumimoji="1" lang="mr-IN" altLang="zh-CN" sz="700" b="1" dirty="0">
                    <a:solidFill>
                      <a:srgbClr val="666666"/>
                    </a:solidFill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666666"/>
                    </a:solidFill>
                    <a:ea typeface="Arial" charset="0"/>
                    <a:cs typeface="Arial" charset="0"/>
                  </a:rPr>
                  <a:t> 245</a:t>
                </a:r>
                <a:r>
                  <a:rPr kumimoji="1" lang="mr-IN" altLang="zh-CN" sz="700" b="1" dirty="0">
                    <a:solidFill>
                      <a:srgbClr val="666666"/>
                    </a:solidFill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666666"/>
                    </a:solidFill>
                    <a:ea typeface="Arial" charset="0"/>
                    <a:cs typeface="Arial" charset="0"/>
                  </a:rPr>
                  <a:t>220/87</a:t>
                </a:r>
                <a:endParaRPr kumimoji="1" lang="mr-IN" altLang="zh-CN" sz="700" b="1" dirty="0">
                  <a:solidFill>
                    <a:srgbClr val="666666"/>
                  </a:solidFill>
                  <a:ea typeface="Arial" charset="0"/>
                  <a:cs typeface="Arial" charset="0"/>
                </a:endParaRPr>
              </a:p>
            </p:txBody>
          </p:sp>
          <p:sp>
            <p:nvSpPr>
              <p:cNvPr id="39" name="矩形 17">
                <a:extLst>
                  <a:ext uri="{FF2B5EF4-FFF2-40B4-BE49-F238E27FC236}">
                    <a16:creationId xmlns:a16="http://schemas.microsoft.com/office/drawing/2014/main" xmlns="" id="{61890D59-CF8B-1449-A836-3A304EC9A907}"/>
                  </a:ext>
                </a:extLst>
              </p:cNvPr>
              <p:cNvSpPr/>
              <p:nvPr userDrawn="1"/>
            </p:nvSpPr>
            <p:spPr>
              <a:xfrm>
                <a:off x="13288175" y="4319278"/>
                <a:ext cx="885201" cy="462672"/>
              </a:xfrm>
              <a:prstGeom prst="rect">
                <a:avLst/>
              </a:prstGeom>
              <a:solidFill>
                <a:srgbClr val="F085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112"/>
                <a:r>
                  <a:rPr kumimoji="1" lang="mr-IN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 240</a:t>
                </a:r>
                <a:r>
                  <a:rPr kumimoji="1" lang="mr-IN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133/0</a:t>
                </a:r>
                <a:endParaRPr kumimoji="1" lang="mr-IN" altLang="zh-CN" sz="700" b="1" dirty="0">
                  <a:solidFill>
                    <a:srgbClr val="FFFFFF"/>
                  </a:solidFill>
                  <a:ea typeface="Arial" charset="0"/>
                  <a:cs typeface="Arial" charset="0"/>
                </a:endParaRPr>
              </a:p>
            </p:txBody>
          </p:sp>
          <p:sp>
            <p:nvSpPr>
              <p:cNvPr id="40" name="矩形 18">
                <a:extLst>
                  <a:ext uri="{FF2B5EF4-FFF2-40B4-BE49-F238E27FC236}">
                    <a16:creationId xmlns:a16="http://schemas.microsoft.com/office/drawing/2014/main" xmlns="" id="{0466A1E1-E7C7-FD49-9880-9E44BED19FF5}"/>
                  </a:ext>
                </a:extLst>
              </p:cNvPr>
              <p:cNvSpPr/>
              <p:nvPr userDrawn="1"/>
            </p:nvSpPr>
            <p:spPr>
              <a:xfrm>
                <a:off x="13288171" y="5880294"/>
                <a:ext cx="911019" cy="462672"/>
              </a:xfrm>
              <a:prstGeom prst="rect">
                <a:avLst/>
              </a:prstGeom>
              <a:solidFill>
                <a:srgbClr val="B5B5B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112"/>
                <a:r>
                  <a:rPr kumimoji="1" lang="mr-IN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 181</a:t>
                </a:r>
                <a:r>
                  <a:rPr kumimoji="1" lang="mr-IN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181/181</a:t>
                </a:r>
                <a:endParaRPr kumimoji="1" lang="mr-IN" altLang="zh-CN" sz="700" b="1" dirty="0">
                  <a:solidFill>
                    <a:srgbClr val="FFFFFF"/>
                  </a:solidFill>
                  <a:ea typeface="Arial" charset="0"/>
                  <a:cs typeface="Arial" charset="0"/>
                </a:endParaRPr>
              </a:p>
            </p:txBody>
          </p:sp>
          <p:sp>
            <p:nvSpPr>
              <p:cNvPr id="42" name="矩形 19">
                <a:extLst>
                  <a:ext uri="{FF2B5EF4-FFF2-40B4-BE49-F238E27FC236}">
                    <a16:creationId xmlns:a16="http://schemas.microsoft.com/office/drawing/2014/main" xmlns="" id="{B21AD6AC-1275-0142-A9EA-D77B26CB40EF}"/>
                  </a:ext>
                </a:extLst>
              </p:cNvPr>
              <p:cNvSpPr/>
              <p:nvPr userDrawn="1"/>
            </p:nvSpPr>
            <p:spPr>
              <a:xfrm>
                <a:off x="13288171" y="5362779"/>
                <a:ext cx="911019" cy="462672"/>
              </a:xfrm>
              <a:prstGeom prst="rect">
                <a:avLst/>
              </a:prstGeom>
              <a:solidFill>
                <a:srgbClr val="59575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112"/>
                <a:r>
                  <a:rPr kumimoji="1" lang="mr-IN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 89</a:t>
                </a:r>
                <a:r>
                  <a:rPr kumimoji="1" lang="mr-IN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87/87</a:t>
                </a:r>
                <a:endParaRPr kumimoji="1" lang="mr-IN" altLang="zh-CN" sz="700" b="1" dirty="0">
                  <a:solidFill>
                    <a:srgbClr val="FFFFFF"/>
                  </a:solidFill>
                  <a:ea typeface="Arial" charset="0"/>
                  <a:cs typeface="Arial" charset="0"/>
                </a:endParaRPr>
              </a:p>
            </p:txBody>
          </p:sp>
          <p:sp>
            <p:nvSpPr>
              <p:cNvPr id="43" name="矩形 22">
                <a:extLst>
                  <a:ext uri="{FF2B5EF4-FFF2-40B4-BE49-F238E27FC236}">
                    <a16:creationId xmlns:a16="http://schemas.microsoft.com/office/drawing/2014/main" xmlns="" id="{238BAC2A-AE09-A84D-875D-8472236D6610}"/>
                  </a:ext>
                </a:extLst>
              </p:cNvPr>
              <p:cNvSpPr/>
              <p:nvPr userDrawn="1"/>
            </p:nvSpPr>
            <p:spPr>
              <a:xfrm>
                <a:off x="13288171" y="6403948"/>
                <a:ext cx="911019" cy="462672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chemeClr val="bg1">
                    <a:lumMod val="10000"/>
                    <a:lumOff val="9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112"/>
                <a:r>
                  <a:rPr kumimoji="1" lang="mr-IN" altLang="zh-CN" sz="700" b="1" dirty="0">
                    <a:solidFill>
                      <a:srgbClr val="666666"/>
                    </a:solidFill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666666"/>
                    </a:solidFill>
                    <a:ea typeface="Arial" charset="0"/>
                    <a:cs typeface="Arial" charset="0"/>
                  </a:rPr>
                  <a:t> 255</a:t>
                </a:r>
                <a:r>
                  <a:rPr kumimoji="1" lang="mr-IN" altLang="zh-CN" sz="700" b="1" dirty="0">
                    <a:solidFill>
                      <a:srgbClr val="666666"/>
                    </a:solidFill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666666"/>
                    </a:solidFill>
                    <a:ea typeface="Arial" charset="0"/>
                    <a:cs typeface="Arial" charset="0"/>
                  </a:rPr>
                  <a:t>255/255</a:t>
                </a:r>
                <a:endParaRPr kumimoji="1" lang="mr-IN" altLang="zh-CN" sz="700" b="1" dirty="0">
                  <a:solidFill>
                    <a:srgbClr val="666666"/>
                  </a:solidFill>
                  <a:ea typeface="Arial" charset="0"/>
                  <a:cs typeface="Arial" charset="0"/>
                </a:endParaRPr>
              </a:p>
            </p:txBody>
          </p:sp>
        </p:grpSp>
      </p:grpSp>
      <p:sp>
        <p:nvSpPr>
          <p:cNvPr id="5" name="CuadroTexto 4">
            <a:extLst>
              <a:ext uri="{FF2B5EF4-FFF2-40B4-BE49-F238E27FC236}">
                <a16:creationId xmlns:a16="http://schemas.microsoft.com/office/drawing/2014/main" xmlns="" id="{66502855-B4BB-29E8-984A-423A47123BE5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xmlns="" val="hdr"/>
              </p:ext>
            </p:extLst>
          </p:nvPr>
        </p:nvSpPr>
        <p:spPr>
          <a:xfrm>
            <a:off x="11083925" y="0"/>
            <a:ext cx="11414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s-AR" sz="10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Documento: Personal</a:t>
            </a:r>
          </a:p>
        </p:txBody>
      </p:sp>
    </p:spTree>
    <p:extLst>
      <p:ext uri="{BB962C8B-B14F-4D97-AF65-F5344CB8AC3E}">
        <p14:creationId xmlns:p14="http://schemas.microsoft.com/office/powerpoint/2010/main" val="5339210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02" r:id="rId1"/>
    <p:sldLayoutId id="2147484004" r:id="rId2"/>
    <p:sldLayoutId id="2147484005" r:id="rId3"/>
  </p:sldLayoutIdLst>
  <p:hf hdr="0" ftr="0" dt="0"/>
  <p:txStyles>
    <p:titleStyle>
      <a:lvl1pPr algn="l" defTabSz="1187323" rtl="0" eaLnBrk="1" latinLnBrk="0" hangingPunct="1">
        <a:lnSpc>
          <a:spcPct val="90000"/>
        </a:lnSpc>
        <a:spcBef>
          <a:spcPct val="0"/>
        </a:spcBef>
        <a:buNone/>
        <a:defRPr sz="5714" kern="1200">
          <a:solidFill>
            <a:schemeClr val="tx1"/>
          </a:solidFill>
          <a:latin typeface="Arial"/>
          <a:ea typeface="+mj-ea"/>
          <a:cs typeface="+mj-cs"/>
        </a:defRPr>
      </a:lvl1pPr>
    </p:titleStyle>
    <p:bodyStyle>
      <a:lvl1pPr marL="296831" indent="-296831" algn="l" defTabSz="1187323" rtl="0" eaLnBrk="1" latinLnBrk="0" hangingPunct="1">
        <a:lnSpc>
          <a:spcPct val="90000"/>
        </a:lnSpc>
        <a:spcBef>
          <a:spcPts val="1298"/>
        </a:spcBef>
        <a:buFont typeface="Arial" panose="020B0604020202020204" pitchFamily="34" charset="0"/>
        <a:buChar char="•"/>
        <a:defRPr sz="3635" kern="1200">
          <a:solidFill>
            <a:schemeClr val="tx1"/>
          </a:solidFill>
          <a:latin typeface="Arial"/>
          <a:ea typeface="+mn-ea"/>
          <a:cs typeface="+mn-cs"/>
        </a:defRPr>
      </a:lvl1pPr>
      <a:lvl2pPr marL="890493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7" kern="1200">
          <a:solidFill>
            <a:schemeClr val="tx1"/>
          </a:solidFill>
          <a:latin typeface="Arial"/>
          <a:ea typeface="+mn-ea"/>
          <a:cs typeface="+mn-cs"/>
        </a:defRPr>
      </a:lvl2pPr>
      <a:lvl3pPr marL="1484154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7" kern="1200">
          <a:solidFill>
            <a:schemeClr val="tx1"/>
          </a:solidFill>
          <a:latin typeface="Arial"/>
          <a:ea typeface="+mn-ea"/>
          <a:cs typeface="+mn-cs"/>
        </a:defRPr>
      </a:lvl3pPr>
      <a:lvl4pPr marL="2077817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Arial"/>
          <a:ea typeface="+mn-ea"/>
          <a:cs typeface="+mn-cs"/>
        </a:defRPr>
      </a:lvl4pPr>
      <a:lvl5pPr marL="2671478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Arial"/>
          <a:ea typeface="+mn-ea"/>
          <a:cs typeface="+mn-cs"/>
        </a:defRPr>
      </a:lvl5pPr>
      <a:lvl6pPr marL="3265140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Arial"/>
          <a:ea typeface="+mn-ea"/>
          <a:cs typeface="+mn-cs"/>
        </a:defRPr>
      </a:lvl6pPr>
      <a:lvl7pPr marL="3858802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Arial"/>
          <a:ea typeface="+mn-ea"/>
          <a:cs typeface="+mn-cs"/>
        </a:defRPr>
      </a:lvl7pPr>
      <a:lvl8pPr marL="4452463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Arial"/>
          <a:ea typeface="+mn-ea"/>
          <a:cs typeface="+mn-cs"/>
        </a:defRPr>
      </a:lvl8pPr>
      <a:lvl9pPr marL="5046125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Arial"/>
          <a:ea typeface="+mn-ea"/>
          <a:cs typeface="+mn-cs"/>
        </a:defRPr>
      </a:lvl9pPr>
    </p:bodyStyle>
    <p:otherStyle>
      <a:defPPr>
        <a:defRPr lang="en-US"/>
      </a:defPPr>
      <a:lvl1pPr marL="0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1pPr>
      <a:lvl2pPr marL="593662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2pPr>
      <a:lvl3pPr marL="1187323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3pPr>
      <a:lvl4pPr marL="1780986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4pPr>
      <a:lvl5pPr marL="2374648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5pPr>
      <a:lvl6pPr marL="2968309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6pPr>
      <a:lvl7pPr marL="3561971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7pPr>
      <a:lvl8pPr marL="4155634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8pPr>
      <a:lvl9pPr marL="4749295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 xmlns="">
        <p15:guide id="1" orient="horz" pos="2161">
          <p15:clr>
            <a:srgbClr val="F26B43"/>
          </p15:clr>
        </p15:guide>
        <p15:guide id="2" pos="3842">
          <p15:clr>
            <a:srgbClr val="F26B43"/>
          </p15:clr>
        </p15:guide>
        <p15:guide id="3" pos="458">
          <p15:clr>
            <a:srgbClr val="F26B43"/>
          </p15:clr>
        </p15:guide>
        <p15:guide id="4" pos="7225">
          <p15:clr>
            <a:srgbClr val="F26B43"/>
          </p15:clr>
        </p15:guide>
        <p15:guide id="5" orient="horz" pos="4100">
          <p15:clr>
            <a:srgbClr val="F26B43"/>
          </p15:clr>
        </p15:guide>
      </p15:sldGuideLst>
    </p:ext>
  </p:extLst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6785A3D6-1271-D247-9E96-1B376F4BE7BE}"/>
              </a:ext>
            </a:extLst>
          </p:cNvPr>
          <p:cNvSpPr txBox="1"/>
          <p:nvPr userDrawn="1"/>
        </p:nvSpPr>
        <p:spPr>
          <a:xfrm>
            <a:off x="1095468" y="6356939"/>
            <a:ext cx="1463467" cy="242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12"/>
            <a:r>
              <a:rPr lang="en-US" sz="974" dirty="0">
                <a:solidFill>
                  <a:srgbClr val="1D1D1B"/>
                </a:solidFill>
                <a:cs typeface="Arial" panose="020B0604020202020204" pitchFamily="34" charset="0"/>
              </a:rPr>
              <a:t>Huawei Confidential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EABEE2EE-BF4D-7A4A-B3C6-9E47668CCD98}"/>
              </a:ext>
            </a:extLst>
          </p:cNvPr>
          <p:cNvSpPr txBox="1"/>
          <p:nvPr userDrawn="1"/>
        </p:nvSpPr>
        <p:spPr>
          <a:xfrm>
            <a:off x="734132" y="6402806"/>
            <a:ext cx="499729" cy="1502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890493">
              <a:defRPr/>
            </a:pPr>
            <a:fld id="{C3837181-38C6-AD4F-B8BA-B444770388BB}" type="slidenum">
              <a:rPr lang="en-US" sz="974">
                <a:solidFill>
                  <a:srgbClr val="1D1D1B"/>
                </a:solidFill>
                <a:cs typeface="Arial" panose="020B0604020202020204" pitchFamily="34" charset="0"/>
              </a:rPr>
              <a:pPr defTabSz="890493">
                <a:defRPr/>
              </a:pPr>
              <a:t>‹Nº›</a:t>
            </a:fld>
            <a:endParaRPr lang="en-US" sz="974" dirty="0">
              <a:solidFill>
                <a:srgbClr val="1D1D1B"/>
              </a:solidFill>
              <a:cs typeface="Arial" panose="020B0604020202020204" pitchFamily="34" charset="0"/>
            </a:endParaRPr>
          </a:p>
        </p:txBody>
      </p:sp>
      <p:pic>
        <p:nvPicPr>
          <p:cNvPr id="41" name="图片 40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6000" y="6319872"/>
            <a:ext cx="1269075" cy="271153"/>
          </a:xfrm>
          <a:prstGeom prst="rect">
            <a:avLst/>
          </a:prstGeom>
        </p:spPr>
      </p:pic>
      <p:grpSp>
        <p:nvGrpSpPr>
          <p:cNvPr id="25" name="组合 24"/>
          <p:cNvGrpSpPr/>
          <p:nvPr userDrawn="1"/>
        </p:nvGrpSpPr>
        <p:grpSpPr>
          <a:xfrm>
            <a:off x="12216278" y="2931937"/>
            <a:ext cx="1982916" cy="3934682"/>
            <a:chOff x="12216278" y="2262477"/>
            <a:chExt cx="1982916" cy="4604143"/>
          </a:xfrm>
        </p:grpSpPr>
        <p:grpSp>
          <p:nvGrpSpPr>
            <p:cNvPr id="26" name="组合 25"/>
            <p:cNvGrpSpPr/>
            <p:nvPr userDrawn="1"/>
          </p:nvGrpSpPr>
          <p:grpSpPr>
            <a:xfrm>
              <a:off x="12315635" y="2262477"/>
              <a:ext cx="1883559" cy="692624"/>
              <a:chOff x="12315635" y="2207613"/>
              <a:chExt cx="1883559" cy="692624"/>
            </a:xfrm>
          </p:grpSpPr>
          <p:sp>
            <p:nvSpPr>
              <p:cNvPr id="44" name="矩形 5">
                <a:extLst>
                  <a:ext uri="{FF2B5EF4-FFF2-40B4-BE49-F238E27FC236}">
                    <a16:creationId xmlns:a16="http://schemas.microsoft.com/office/drawing/2014/main" xmlns="" id="{3B0B5EC2-EA55-CC45-A9D0-D5EA5D768C99}"/>
                  </a:ext>
                </a:extLst>
              </p:cNvPr>
              <p:cNvSpPr/>
              <p:nvPr userDrawn="1"/>
            </p:nvSpPr>
            <p:spPr>
              <a:xfrm>
                <a:off x="12315635" y="2401808"/>
                <a:ext cx="911019" cy="498429"/>
              </a:xfrm>
              <a:prstGeom prst="rect">
                <a:avLst/>
              </a:prstGeom>
              <a:solidFill>
                <a:srgbClr val="C8102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112"/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P</a:t>
                </a:r>
                <a:r>
                  <a:rPr kumimoji="1" lang="en-US" altLang="zh-Hant" sz="700" b="1" dirty="0">
                    <a:solidFill>
                      <a:srgbClr val="FFFFFF"/>
                    </a:solidFill>
                    <a:cs typeface="Arial" charset="0"/>
                  </a:rPr>
                  <a:t>ANTONE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 186C</a:t>
                </a:r>
              </a:p>
              <a:p>
                <a:pPr algn="ctr" defTabSz="914112"/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RGB 200/16/46</a:t>
                </a:r>
              </a:p>
            </p:txBody>
          </p:sp>
          <p:sp>
            <p:nvSpPr>
              <p:cNvPr id="45" name="矩形 9">
                <a:extLst>
                  <a:ext uri="{FF2B5EF4-FFF2-40B4-BE49-F238E27FC236}">
                    <a16:creationId xmlns:a16="http://schemas.microsoft.com/office/drawing/2014/main" xmlns="" id="{992224C5-04A6-C041-B257-13137945DBB8}"/>
                  </a:ext>
                </a:extLst>
              </p:cNvPr>
              <p:cNvSpPr/>
              <p:nvPr userDrawn="1"/>
            </p:nvSpPr>
            <p:spPr>
              <a:xfrm>
                <a:off x="13288175" y="2401808"/>
                <a:ext cx="911019" cy="498429"/>
              </a:xfrm>
              <a:prstGeom prst="rect">
                <a:avLst/>
              </a:prstGeom>
              <a:solidFill>
                <a:srgbClr val="C7000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112"/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P</a:t>
                </a:r>
                <a:r>
                  <a:rPr kumimoji="1" lang="en-US" altLang="zh-Hant" sz="700" b="1" dirty="0">
                    <a:solidFill>
                      <a:srgbClr val="FFFFFF"/>
                    </a:solidFill>
                    <a:cs typeface="Arial" charset="0"/>
                  </a:rPr>
                  <a:t>ANTONE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 185C</a:t>
                </a:r>
              </a:p>
              <a:p>
                <a:pPr algn="ctr" defTabSz="914112"/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RGB 199/0/11</a:t>
                </a:r>
              </a:p>
            </p:txBody>
          </p:sp>
          <p:sp>
            <p:nvSpPr>
              <p:cNvPr id="46" name="文本框 31">
                <a:extLst>
                  <a:ext uri="{FF2B5EF4-FFF2-40B4-BE49-F238E27FC236}">
                    <a16:creationId xmlns:a16="http://schemas.microsoft.com/office/drawing/2014/main" xmlns="" id="{58918196-0639-EE4B-AFC2-315BE04587B9}"/>
                  </a:ext>
                </a:extLst>
              </p:cNvPr>
              <p:cNvSpPr txBox="1"/>
              <p:nvPr userDrawn="1"/>
            </p:nvSpPr>
            <p:spPr>
              <a:xfrm>
                <a:off x="12326898" y="2207613"/>
                <a:ext cx="384721" cy="18007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 defTabSz="914112"/>
                <a:r>
                  <a:rPr kumimoji="1" lang="zh-CN" altLang="en-US" sz="1000" dirty="0">
                    <a:solidFill>
                      <a:srgbClr val="1D1D1A"/>
                    </a:solidFill>
                    <a:ea typeface="Microsoft YaHei" panose="020B0503020204020204" pitchFamily="34" charset="-122"/>
                  </a:rPr>
                  <a:t>品牌色</a:t>
                </a:r>
              </a:p>
            </p:txBody>
          </p:sp>
        </p:grpSp>
        <p:grpSp>
          <p:nvGrpSpPr>
            <p:cNvPr id="27" name="组合 26"/>
            <p:cNvGrpSpPr/>
            <p:nvPr userDrawn="1"/>
          </p:nvGrpSpPr>
          <p:grpSpPr>
            <a:xfrm>
              <a:off x="12216278" y="3054642"/>
              <a:ext cx="1982912" cy="3811978"/>
              <a:chOff x="12216278" y="3054642"/>
              <a:chExt cx="1982912" cy="3811978"/>
            </a:xfrm>
          </p:grpSpPr>
          <p:sp>
            <p:nvSpPr>
              <p:cNvPr id="28" name="矩形 12">
                <a:extLst>
                  <a:ext uri="{FF2B5EF4-FFF2-40B4-BE49-F238E27FC236}">
                    <a16:creationId xmlns:a16="http://schemas.microsoft.com/office/drawing/2014/main" xmlns="" id="{DCA8B73C-0B87-284F-805F-752EBF20B768}"/>
                  </a:ext>
                </a:extLst>
              </p:cNvPr>
              <p:cNvSpPr/>
              <p:nvPr userDrawn="1"/>
            </p:nvSpPr>
            <p:spPr>
              <a:xfrm>
                <a:off x="12315640" y="3785971"/>
                <a:ext cx="885201" cy="462672"/>
              </a:xfrm>
              <a:prstGeom prst="rect">
                <a:avLst/>
              </a:prstGeom>
              <a:solidFill>
                <a:srgbClr val="EA5A4F"/>
              </a:solidFill>
              <a:ln>
                <a:solidFill>
                  <a:srgbClr val="EA5A4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112"/>
                <a:r>
                  <a:rPr kumimoji="1" lang="mr-IN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 234</a:t>
                </a:r>
                <a:r>
                  <a:rPr kumimoji="1" lang="mr-IN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90/79</a:t>
                </a:r>
                <a:endParaRPr kumimoji="1" lang="mr-IN" altLang="zh-CN" sz="700" b="1" dirty="0">
                  <a:solidFill>
                    <a:srgbClr val="FFFFFF"/>
                  </a:solidFill>
                  <a:ea typeface="Arial" charset="0"/>
                  <a:cs typeface="Arial" charset="0"/>
                </a:endParaRPr>
              </a:p>
            </p:txBody>
          </p:sp>
          <p:sp>
            <p:nvSpPr>
              <p:cNvPr id="29" name="矩形 13">
                <a:extLst>
                  <a:ext uri="{FF2B5EF4-FFF2-40B4-BE49-F238E27FC236}">
                    <a16:creationId xmlns:a16="http://schemas.microsoft.com/office/drawing/2014/main" xmlns="" id="{138A39A8-BB4E-CD4E-9201-F1785C874F92}"/>
                  </a:ext>
                </a:extLst>
              </p:cNvPr>
              <p:cNvSpPr/>
              <p:nvPr userDrawn="1"/>
            </p:nvSpPr>
            <p:spPr>
              <a:xfrm>
                <a:off x="12315640" y="3259312"/>
                <a:ext cx="885201" cy="462672"/>
              </a:xfrm>
              <a:prstGeom prst="rect">
                <a:avLst/>
              </a:prstGeom>
              <a:solidFill>
                <a:srgbClr val="78000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112"/>
                <a:r>
                  <a:rPr kumimoji="1" lang="mr-IN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 120</a:t>
                </a:r>
                <a:r>
                  <a:rPr kumimoji="1" lang="mr-IN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0/15</a:t>
                </a:r>
                <a:endParaRPr kumimoji="1" lang="mr-IN" altLang="zh-CN" sz="700" b="1" dirty="0">
                  <a:solidFill>
                    <a:srgbClr val="FFFFFF"/>
                  </a:solidFill>
                  <a:ea typeface="Arial" charset="0"/>
                  <a:cs typeface="Arial" charset="0"/>
                </a:endParaRPr>
              </a:p>
            </p:txBody>
          </p:sp>
          <p:sp>
            <p:nvSpPr>
              <p:cNvPr id="30" name="文本框 15">
                <a:extLst>
                  <a:ext uri="{FF2B5EF4-FFF2-40B4-BE49-F238E27FC236}">
                    <a16:creationId xmlns:a16="http://schemas.microsoft.com/office/drawing/2014/main" xmlns="" id="{8F53C07A-1022-C740-8F8D-97538E174D38}"/>
                  </a:ext>
                </a:extLst>
              </p:cNvPr>
              <p:cNvSpPr txBox="1"/>
              <p:nvPr userDrawn="1"/>
            </p:nvSpPr>
            <p:spPr>
              <a:xfrm>
                <a:off x="12216278" y="3054642"/>
                <a:ext cx="569387" cy="180071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b" anchorCtr="0">
                <a:spAutoFit/>
              </a:bodyPr>
              <a:lstStyle/>
              <a:p>
                <a:pPr algn="ctr" defTabSz="914112"/>
                <a:r>
                  <a:rPr kumimoji="1" lang="zh-CN" altLang="en-US" sz="1000" dirty="0">
                    <a:solidFill>
                      <a:srgbClr val="1D1D1A"/>
                    </a:solidFill>
                    <a:ea typeface="Microsoft YaHei" panose="020B0503020204020204" pitchFamily="34" charset="-122"/>
                  </a:rPr>
                  <a:t>辅助色</a:t>
                </a:r>
              </a:p>
            </p:txBody>
          </p:sp>
          <p:sp>
            <p:nvSpPr>
              <p:cNvPr id="31" name="矩形 16">
                <a:extLst>
                  <a:ext uri="{FF2B5EF4-FFF2-40B4-BE49-F238E27FC236}">
                    <a16:creationId xmlns:a16="http://schemas.microsoft.com/office/drawing/2014/main" xmlns="" id="{306A7598-C00D-994F-82DA-B39F3C2E0AAD}"/>
                  </a:ext>
                </a:extLst>
              </p:cNvPr>
              <p:cNvSpPr/>
              <p:nvPr userDrawn="1"/>
            </p:nvSpPr>
            <p:spPr>
              <a:xfrm>
                <a:off x="12315640" y="4836793"/>
                <a:ext cx="885201" cy="462672"/>
              </a:xfrm>
              <a:prstGeom prst="rect">
                <a:avLst/>
              </a:prstGeom>
              <a:solidFill>
                <a:srgbClr val="F8B53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112"/>
                <a:r>
                  <a:rPr kumimoji="1" lang="mr-IN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 248</a:t>
                </a:r>
                <a:r>
                  <a:rPr kumimoji="1" lang="mr-IN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181/60</a:t>
                </a:r>
                <a:endParaRPr kumimoji="1" lang="mr-IN" altLang="zh-CN" sz="700" b="1" dirty="0">
                  <a:solidFill>
                    <a:srgbClr val="FFFFFF"/>
                  </a:solidFill>
                  <a:ea typeface="Arial" charset="0"/>
                  <a:cs typeface="Arial" charset="0"/>
                </a:endParaRPr>
              </a:p>
            </p:txBody>
          </p:sp>
          <p:sp>
            <p:nvSpPr>
              <p:cNvPr id="32" name="矩形 17">
                <a:extLst>
                  <a:ext uri="{FF2B5EF4-FFF2-40B4-BE49-F238E27FC236}">
                    <a16:creationId xmlns:a16="http://schemas.microsoft.com/office/drawing/2014/main" xmlns="" id="{C1423292-FF2F-A74C-943E-1C3C47534098}"/>
                  </a:ext>
                </a:extLst>
              </p:cNvPr>
              <p:cNvSpPr/>
              <p:nvPr userDrawn="1"/>
            </p:nvSpPr>
            <p:spPr>
              <a:xfrm>
                <a:off x="12315640" y="4319278"/>
                <a:ext cx="885201" cy="462672"/>
              </a:xfrm>
              <a:prstGeom prst="rect">
                <a:avLst/>
              </a:prstGeom>
              <a:solidFill>
                <a:srgbClr val="EB5C0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112"/>
                <a:r>
                  <a:rPr kumimoji="1" lang="mr-IN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 235</a:t>
                </a:r>
                <a:r>
                  <a:rPr kumimoji="1" lang="mr-IN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92/1</a:t>
                </a:r>
                <a:endParaRPr kumimoji="1" lang="mr-IN" altLang="zh-CN" sz="700" b="1" dirty="0">
                  <a:solidFill>
                    <a:srgbClr val="FFFFFF"/>
                  </a:solidFill>
                  <a:ea typeface="Arial" charset="0"/>
                  <a:cs typeface="Arial" charset="0"/>
                </a:endParaRPr>
              </a:p>
            </p:txBody>
          </p:sp>
          <p:sp>
            <p:nvSpPr>
              <p:cNvPr id="33" name="矩形 18">
                <a:extLst>
                  <a:ext uri="{FF2B5EF4-FFF2-40B4-BE49-F238E27FC236}">
                    <a16:creationId xmlns:a16="http://schemas.microsoft.com/office/drawing/2014/main" xmlns="" id="{2A29AF15-F5C4-A842-A63B-5DBA549CB92F}"/>
                  </a:ext>
                </a:extLst>
              </p:cNvPr>
              <p:cNvSpPr/>
              <p:nvPr userDrawn="1"/>
            </p:nvSpPr>
            <p:spPr>
              <a:xfrm>
                <a:off x="12315636" y="5880294"/>
                <a:ext cx="911019" cy="462672"/>
              </a:xfrm>
              <a:prstGeom prst="rect">
                <a:avLst/>
              </a:prstGeom>
              <a:solidFill>
                <a:srgbClr val="89898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112"/>
                <a:r>
                  <a:rPr kumimoji="1" lang="mr-IN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 137/137/137</a:t>
                </a:r>
                <a:endParaRPr kumimoji="1" lang="mr-IN" altLang="zh-CN" sz="700" b="1" dirty="0">
                  <a:solidFill>
                    <a:srgbClr val="FFFFFF"/>
                  </a:solidFill>
                  <a:ea typeface="Arial" charset="0"/>
                  <a:cs typeface="Arial" charset="0"/>
                </a:endParaRPr>
              </a:p>
            </p:txBody>
          </p:sp>
          <p:sp>
            <p:nvSpPr>
              <p:cNvPr id="34" name="矩形 19">
                <a:extLst>
                  <a:ext uri="{FF2B5EF4-FFF2-40B4-BE49-F238E27FC236}">
                    <a16:creationId xmlns:a16="http://schemas.microsoft.com/office/drawing/2014/main" xmlns="" id="{E9EA970A-4D36-BC41-B8BE-40DF553320E7}"/>
                  </a:ext>
                </a:extLst>
              </p:cNvPr>
              <p:cNvSpPr/>
              <p:nvPr userDrawn="1"/>
            </p:nvSpPr>
            <p:spPr>
              <a:xfrm>
                <a:off x="12315636" y="5362779"/>
                <a:ext cx="911019" cy="462672"/>
              </a:xfrm>
              <a:prstGeom prst="rect">
                <a:avLst/>
              </a:prstGeom>
              <a:solidFill>
                <a:srgbClr val="23181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112"/>
                <a:r>
                  <a:rPr kumimoji="1" lang="mr-IN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 35/24/21</a:t>
                </a:r>
                <a:endParaRPr kumimoji="1" lang="mr-IN" altLang="zh-CN" sz="700" b="1" dirty="0">
                  <a:solidFill>
                    <a:srgbClr val="FFFFFF"/>
                  </a:solidFill>
                  <a:ea typeface="Arial" charset="0"/>
                  <a:cs typeface="Arial" charset="0"/>
                </a:endParaRPr>
              </a:p>
            </p:txBody>
          </p:sp>
          <p:sp>
            <p:nvSpPr>
              <p:cNvPr id="35" name="矩形 22">
                <a:extLst>
                  <a:ext uri="{FF2B5EF4-FFF2-40B4-BE49-F238E27FC236}">
                    <a16:creationId xmlns:a16="http://schemas.microsoft.com/office/drawing/2014/main" xmlns="" id="{14EE21FB-1D92-0241-ABA5-5E9A6AEE0DC8}"/>
                  </a:ext>
                </a:extLst>
              </p:cNvPr>
              <p:cNvSpPr/>
              <p:nvPr userDrawn="1"/>
            </p:nvSpPr>
            <p:spPr>
              <a:xfrm>
                <a:off x="12315636" y="6403948"/>
                <a:ext cx="911019" cy="462672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112"/>
                <a:r>
                  <a:rPr kumimoji="1" lang="mr-IN" altLang="zh-CN" sz="700" b="1" dirty="0">
                    <a:solidFill>
                      <a:srgbClr val="666666"/>
                    </a:solidFill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666666"/>
                    </a:solidFill>
                    <a:ea typeface="Arial" charset="0"/>
                    <a:cs typeface="Arial" charset="0"/>
                  </a:rPr>
                  <a:t> 221</a:t>
                </a:r>
                <a:r>
                  <a:rPr kumimoji="1" lang="mr-IN" altLang="zh-CN" sz="700" b="1" dirty="0">
                    <a:solidFill>
                      <a:srgbClr val="666666"/>
                    </a:solidFill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666666"/>
                    </a:solidFill>
                    <a:ea typeface="Arial" charset="0"/>
                    <a:cs typeface="Arial" charset="0"/>
                  </a:rPr>
                  <a:t>221/221</a:t>
                </a:r>
                <a:endParaRPr kumimoji="1" lang="mr-IN" altLang="zh-CN" sz="700" b="1" dirty="0">
                  <a:solidFill>
                    <a:srgbClr val="666666"/>
                  </a:solidFill>
                  <a:ea typeface="Arial" charset="0"/>
                  <a:cs typeface="Arial" charset="0"/>
                </a:endParaRPr>
              </a:p>
            </p:txBody>
          </p:sp>
          <p:sp>
            <p:nvSpPr>
              <p:cNvPr id="36" name="矩形 12">
                <a:extLst>
                  <a:ext uri="{FF2B5EF4-FFF2-40B4-BE49-F238E27FC236}">
                    <a16:creationId xmlns:a16="http://schemas.microsoft.com/office/drawing/2014/main" xmlns="" id="{883734A3-2645-434A-9DCC-1416B6C687CC}"/>
                  </a:ext>
                </a:extLst>
              </p:cNvPr>
              <p:cNvSpPr/>
              <p:nvPr userDrawn="1"/>
            </p:nvSpPr>
            <p:spPr>
              <a:xfrm>
                <a:off x="13288175" y="3785971"/>
                <a:ext cx="885201" cy="462672"/>
              </a:xfrm>
              <a:prstGeom prst="rect">
                <a:avLst/>
              </a:prstGeom>
              <a:solidFill>
                <a:srgbClr val="E98C8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112"/>
                <a:r>
                  <a:rPr kumimoji="1" lang="mr-IN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 233</a:t>
                </a:r>
                <a:r>
                  <a:rPr kumimoji="1" lang="mr-IN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140/128</a:t>
                </a:r>
                <a:endParaRPr kumimoji="1" lang="mr-IN" altLang="zh-CN" sz="700" b="1" dirty="0">
                  <a:solidFill>
                    <a:srgbClr val="FFFFFF"/>
                  </a:solidFill>
                  <a:ea typeface="Arial" charset="0"/>
                  <a:cs typeface="Arial" charset="0"/>
                </a:endParaRPr>
              </a:p>
            </p:txBody>
          </p:sp>
          <p:sp>
            <p:nvSpPr>
              <p:cNvPr id="37" name="矩形 13">
                <a:extLst>
                  <a:ext uri="{FF2B5EF4-FFF2-40B4-BE49-F238E27FC236}">
                    <a16:creationId xmlns:a16="http://schemas.microsoft.com/office/drawing/2014/main" xmlns="" id="{1FF13552-FB3D-134A-A80A-6CFB35DFE1A1}"/>
                  </a:ext>
                </a:extLst>
              </p:cNvPr>
              <p:cNvSpPr/>
              <p:nvPr userDrawn="1"/>
            </p:nvSpPr>
            <p:spPr>
              <a:xfrm>
                <a:off x="13288175" y="3259312"/>
                <a:ext cx="885201" cy="462672"/>
              </a:xfrm>
              <a:prstGeom prst="rect">
                <a:avLst/>
              </a:prstGeom>
              <a:solidFill>
                <a:srgbClr val="A72126"/>
              </a:solidFill>
              <a:ln>
                <a:solidFill>
                  <a:srgbClr val="9F000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112"/>
                <a:r>
                  <a:rPr kumimoji="1" lang="mr-IN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 159</a:t>
                </a:r>
                <a:r>
                  <a:rPr kumimoji="1" lang="mr-IN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0/1</a:t>
                </a:r>
                <a:endParaRPr kumimoji="1" lang="mr-IN" altLang="zh-CN" sz="700" b="1" dirty="0">
                  <a:solidFill>
                    <a:srgbClr val="FFFFFF"/>
                  </a:solidFill>
                  <a:ea typeface="Arial" charset="0"/>
                  <a:cs typeface="Arial" charset="0"/>
                </a:endParaRPr>
              </a:p>
            </p:txBody>
          </p:sp>
          <p:sp>
            <p:nvSpPr>
              <p:cNvPr id="38" name="矩形 16">
                <a:extLst>
                  <a:ext uri="{FF2B5EF4-FFF2-40B4-BE49-F238E27FC236}">
                    <a16:creationId xmlns:a16="http://schemas.microsoft.com/office/drawing/2014/main" xmlns="" id="{0A96471B-CB12-1443-B01F-C14C9112C149}"/>
                  </a:ext>
                </a:extLst>
              </p:cNvPr>
              <p:cNvSpPr/>
              <p:nvPr userDrawn="1"/>
            </p:nvSpPr>
            <p:spPr>
              <a:xfrm>
                <a:off x="13288175" y="4836793"/>
                <a:ext cx="885201" cy="462672"/>
              </a:xfrm>
              <a:prstGeom prst="rect">
                <a:avLst/>
              </a:prstGeom>
              <a:solidFill>
                <a:srgbClr val="F5DC5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112"/>
                <a:r>
                  <a:rPr kumimoji="1" lang="mr-IN" altLang="zh-CN" sz="700" b="1" dirty="0">
                    <a:solidFill>
                      <a:srgbClr val="666666"/>
                    </a:solidFill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666666"/>
                    </a:solidFill>
                    <a:ea typeface="Arial" charset="0"/>
                    <a:cs typeface="Arial" charset="0"/>
                  </a:rPr>
                  <a:t> 245</a:t>
                </a:r>
                <a:r>
                  <a:rPr kumimoji="1" lang="mr-IN" altLang="zh-CN" sz="700" b="1" dirty="0">
                    <a:solidFill>
                      <a:srgbClr val="666666"/>
                    </a:solidFill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666666"/>
                    </a:solidFill>
                    <a:ea typeface="Arial" charset="0"/>
                    <a:cs typeface="Arial" charset="0"/>
                  </a:rPr>
                  <a:t>220/87</a:t>
                </a:r>
                <a:endParaRPr kumimoji="1" lang="mr-IN" altLang="zh-CN" sz="700" b="1" dirty="0">
                  <a:solidFill>
                    <a:srgbClr val="666666"/>
                  </a:solidFill>
                  <a:ea typeface="Arial" charset="0"/>
                  <a:cs typeface="Arial" charset="0"/>
                </a:endParaRPr>
              </a:p>
            </p:txBody>
          </p:sp>
          <p:sp>
            <p:nvSpPr>
              <p:cNvPr id="39" name="矩形 17">
                <a:extLst>
                  <a:ext uri="{FF2B5EF4-FFF2-40B4-BE49-F238E27FC236}">
                    <a16:creationId xmlns:a16="http://schemas.microsoft.com/office/drawing/2014/main" xmlns="" id="{61890D59-CF8B-1449-A836-3A304EC9A907}"/>
                  </a:ext>
                </a:extLst>
              </p:cNvPr>
              <p:cNvSpPr/>
              <p:nvPr userDrawn="1"/>
            </p:nvSpPr>
            <p:spPr>
              <a:xfrm>
                <a:off x="13288175" y="4319278"/>
                <a:ext cx="885201" cy="462672"/>
              </a:xfrm>
              <a:prstGeom prst="rect">
                <a:avLst/>
              </a:prstGeom>
              <a:solidFill>
                <a:srgbClr val="F085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112"/>
                <a:r>
                  <a:rPr kumimoji="1" lang="mr-IN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 240</a:t>
                </a:r>
                <a:r>
                  <a:rPr kumimoji="1" lang="mr-IN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133/0</a:t>
                </a:r>
                <a:endParaRPr kumimoji="1" lang="mr-IN" altLang="zh-CN" sz="700" b="1" dirty="0">
                  <a:solidFill>
                    <a:srgbClr val="FFFFFF"/>
                  </a:solidFill>
                  <a:ea typeface="Arial" charset="0"/>
                  <a:cs typeface="Arial" charset="0"/>
                </a:endParaRPr>
              </a:p>
            </p:txBody>
          </p:sp>
          <p:sp>
            <p:nvSpPr>
              <p:cNvPr id="40" name="矩形 18">
                <a:extLst>
                  <a:ext uri="{FF2B5EF4-FFF2-40B4-BE49-F238E27FC236}">
                    <a16:creationId xmlns:a16="http://schemas.microsoft.com/office/drawing/2014/main" xmlns="" id="{0466A1E1-E7C7-FD49-9880-9E44BED19FF5}"/>
                  </a:ext>
                </a:extLst>
              </p:cNvPr>
              <p:cNvSpPr/>
              <p:nvPr userDrawn="1"/>
            </p:nvSpPr>
            <p:spPr>
              <a:xfrm>
                <a:off x="13288171" y="5880294"/>
                <a:ext cx="911019" cy="462672"/>
              </a:xfrm>
              <a:prstGeom prst="rect">
                <a:avLst/>
              </a:prstGeom>
              <a:solidFill>
                <a:srgbClr val="B5B5B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112"/>
                <a:r>
                  <a:rPr kumimoji="1" lang="mr-IN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 181</a:t>
                </a:r>
                <a:r>
                  <a:rPr kumimoji="1" lang="mr-IN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181/181</a:t>
                </a:r>
                <a:endParaRPr kumimoji="1" lang="mr-IN" altLang="zh-CN" sz="700" b="1" dirty="0">
                  <a:solidFill>
                    <a:srgbClr val="FFFFFF"/>
                  </a:solidFill>
                  <a:ea typeface="Arial" charset="0"/>
                  <a:cs typeface="Arial" charset="0"/>
                </a:endParaRPr>
              </a:p>
            </p:txBody>
          </p:sp>
          <p:sp>
            <p:nvSpPr>
              <p:cNvPr id="42" name="矩形 19">
                <a:extLst>
                  <a:ext uri="{FF2B5EF4-FFF2-40B4-BE49-F238E27FC236}">
                    <a16:creationId xmlns:a16="http://schemas.microsoft.com/office/drawing/2014/main" xmlns="" id="{B21AD6AC-1275-0142-A9EA-D77B26CB40EF}"/>
                  </a:ext>
                </a:extLst>
              </p:cNvPr>
              <p:cNvSpPr/>
              <p:nvPr userDrawn="1"/>
            </p:nvSpPr>
            <p:spPr>
              <a:xfrm>
                <a:off x="13288171" y="5362779"/>
                <a:ext cx="911019" cy="462672"/>
              </a:xfrm>
              <a:prstGeom prst="rect">
                <a:avLst/>
              </a:prstGeom>
              <a:solidFill>
                <a:srgbClr val="59575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112"/>
                <a:r>
                  <a:rPr kumimoji="1" lang="mr-IN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 89</a:t>
                </a:r>
                <a:r>
                  <a:rPr kumimoji="1" lang="mr-IN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87/87</a:t>
                </a:r>
                <a:endParaRPr kumimoji="1" lang="mr-IN" altLang="zh-CN" sz="700" b="1" dirty="0">
                  <a:solidFill>
                    <a:srgbClr val="FFFFFF"/>
                  </a:solidFill>
                  <a:ea typeface="Arial" charset="0"/>
                  <a:cs typeface="Arial" charset="0"/>
                </a:endParaRPr>
              </a:p>
            </p:txBody>
          </p:sp>
          <p:sp>
            <p:nvSpPr>
              <p:cNvPr id="43" name="矩形 22">
                <a:extLst>
                  <a:ext uri="{FF2B5EF4-FFF2-40B4-BE49-F238E27FC236}">
                    <a16:creationId xmlns:a16="http://schemas.microsoft.com/office/drawing/2014/main" xmlns="" id="{238BAC2A-AE09-A84D-875D-8472236D6610}"/>
                  </a:ext>
                </a:extLst>
              </p:cNvPr>
              <p:cNvSpPr/>
              <p:nvPr userDrawn="1"/>
            </p:nvSpPr>
            <p:spPr>
              <a:xfrm>
                <a:off x="13288171" y="6403948"/>
                <a:ext cx="911019" cy="462672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chemeClr val="bg1">
                    <a:lumMod val="10000"/>
                    <a:lumOff val="9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112"/>
                <a:r>
                  <a:rPr kumimoji="1" lang="mr-IN" altLang="zh-CN" sz="700" b="1" dirty="0">
                    <a:solidFill>
                      <a:srgbClr val="666666"/>
                    </a:solidFill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666666"/>
                    </a:solidFill>
                    <a:ea typeface="Arial" charset="0"/>
                    <a:cs typeface="Arial" charset="0"/>
                  </a:rPr>
                  <a:t> 255</a:t>
                </a:r>
                <a:r>
                  <a:rPr kumimoji="1" lang="mr-IN" altLang="zh-CN" sz="700" b="1" dirty="0">
                    <a:solidFill>
                      <a:srgbClr val="666666"/>
                    </a:solidFill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666666"/>
                    </a:solidFill>
                    <a:ea typeface="Arial" charset="0"/>
                    <a:cs typeface="Arial" charset="0"/>
                  </a:rPr>
                  <a:t>255/255</a:t>
                </a:r>
                <a:endParaRPr kumimoji="1" lang="mr-IN" altLang="zh-CN" sz="700" b="1" dirty="0">
                  <a:solidFill>
                    <a:srgbClr val="666666"/>
                  </a:solidFill>
                  <a:ea typeface="Arial" charset="0"/>
                  <a:cs typeface="Arial" charset="0"/>
                </a:endParaRPr>
              </a:p>
            </p:txBody>
          </p:sp>
        </p:grpSp>
      </p:grpSp>
      <p:sp>
        <p:nvSpPr>
          <p:cNvPr id="5" name="CuadroTexto 4">
            <a:extLst>
              <a:ext uri="{FF2B5EF4-FFF2-40B4-BE49-F238E27FC236}">
                <a16:creationId xmlns:a16="http://schemas.microsoft.com/office/drawing/2014/main" xmlns="" id="{648AF41D-89FB-D3B3-6121-6544D9A0992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xmlns="" val="hdr"/>
              </p:ext>
            </p:extLst>
          </p:nvPr>
        </p:nvSpPr>
        <p:spPr>
          <a:xfrm>
            <a:off x="11083925" y="0"/>
            <a:ext cx="11414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s-AR" sz="10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Documento: Personal</a:t>
            </a:r>
          </a:p>
        </p:txBody>
      </p:sp>
    </p:spTree>
    <p:extLst>
      <p:ext uri="{BB962C8B-B14F-4D97-AF65-F5344CB8AC3E}">
        <p14:creationId xmlns:p14="http://schemas.microsoft.com/office/powerpoint/2010/main" val="40687654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08" r:id="rId1"/>
    <p:sldLayoutId id="2147484010" r:id="rId2"/>
    <p:sldLayoutId id="2147484011" r:id="rId3"/>
    <p:sldLayoutId id="2147484012" r:id="rId4"/>
  </p:sldLayoutIdLst>
  <p:hf hdr="0" ftr="0" dt="0"/>
  <p:txStyles>
    <p:titleStyle>
      <a:lvl1pPr algn="l" defTabSz="1187323" rtl="0" eaLnBrk="1" latinLnBrk="0" hangingPunct="1">
        <a:lnSpc>
          <a:spcPct val="90000"/>
        </a:lnSpc>
        <a:spcBef>
          <a:spcPct val="0"/>
        </a:spcBef>
        <a:buNone/>
        <a:defRPr sz="5714" kern="1200">
          <a:solidFill>
            <a:schemeClr val="tx1"/>
          </a:solidFill>
          <a:latin typeface="Arial"/>
          <a:ea typeface="+mj-ea"/>
          <a:cs typeface="+mj-cs"/>
        </a:defRPr>
      </a:lvl1pPr>
    </p:titleStyle>
    <p:bodyStyle>
      <a:lvl1pPr marL="296831" indent="-296831" algn="l" defTabSz="1187323" rtl="0" eaLnBrk="1" latinLnBrk="0" hangingPunct="1">
        <a:lnSpc>
          <a:spcPct val="90000"/>
        </a:lnSpc>
        <a:spcBef>
          <a:spcPts val="1298"/>
        </a:spcBef>
        <a:buFont typeface="Arial" panose="020B0604020202020204" pitchFamily="34" charset="0"/>
        <a:buChar char="•"/>
        <a:defRPr sz="3635" kern="1200">
          <a:solidFill>
            <a:schemeClr val="tx1"/>
          </a:solidFill>
          <a:latin typeface="Arial"/>
          <a:ea typeface="+mn-ea"/>
          <a:cs typeface="+mn-cs"/>
        </a:defRPr>
      </a:lvl1pPr>
      <a:lvl2pPr marL="890493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7" kern="1200">
          <a:solidFill>
            <a:schemeClr val="tx1"/>
          </a:solidFill>
          <a:latin typeface="Arial"/>
          <a:ea typeface="+mn-ea"/>
          <a:cs typeface="+mn-cs"/>
        </a:defRPr>
      </a:lvl2pPr>
      <a:lvl3pPr marL="1484154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7" kern="1200">
          <a:solidFill>
            <a:schemeClr val="tx1"/>
          </a:solidFill>
          <a:latin typeface="Arial"/>
          <a:ea typeface="+mn-ea"/>
          <a:cs typeface="+mn-cs"/>
        </a:defRPr>
      </a:lvl3pPr>
      <a:lvl4pPr marL="2077817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Arial"/>
          <a:ea typeface="+mn-ea"/>
          <a:cs typeface="+mn-cs"/>
        </a:defRPr>
      </a:lvl4pPr>
      <a:lvl5pPr marL="2671478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Arial"/>
          <a:ea typeface="+mn-ea"/>
          <a:cs typeface="+mn-cs"/>
        </a:defRPr>
      </a:lvl5pPr>
      <a:lvl6pPr marL="3265140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Arial"/>
          <a:ea typeface="+mn-ea"/>
          <a:cs typeface="+mn-cs"/>
        </a:defRPr>
      </a:lvl6pPr>
      <a:lvl7pPr marL="3858802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Arial"/>
          <a:ea typeface="+mn-ea"/>
          <a:cs typeface="+mn-cs"/>
        </a:defRPr>
      </a:lvl7pPr>
      <a:lvl8pPr marL="4452463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Arial"/>
          <a:ea typeface="+mn-ea"/>
          <a:cs typeface="+mn-cs"/>
        </a:defRPr>
      </a:lvl8pPr>
      <a:lvl9pPr marL="5046125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Arial"/>
          <a:ea typeface="+mn-ea"/>
          <a:cs typeface="+mn-cs"/>
        </a:defRPr>
      </a:lvl9pPr>
    </p:bodyStyle>
    <p:otherStyle>
      <a:defPPr>
        <a:defRPr lang="en-US"/>
      </a:defPPr>
      <a:lvl1pPr marL="0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1pPr>
      <a:lvl2pPr marL="593662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2pPr>
      <a:lvl3pPr marL="1187323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3pPr>
      <a:lvl4pPr marL="1780986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4pPr>
      <a:lvl5pPr marL="2374648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5pPr>
      <a:lvl6pPr marL="2968309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6pPr>
      <a:lvl7pPr marL="3561971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7pPr>
      <a:lvl8pPr marL="4155634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8pPr>
      <a:lvl9pPr marL="4749295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 xmlns="">
        <p15:guide id="1" orient="horz" pos="2161">
          <p15:clr>
            <a:srgbClr val="F26B43"/>
          </p15:clr>
        </p15:guide>
        <p15:guide id="2" pos="3842">
          <p15:clr>
            <a:srgbClr val="F26B43"/>
          </p15:clr>
        </p15:guide>
        <p15:guide id="3" pos="458">
          <p15:clr>
            <a:srgbClr val="F26B43"/>
          </p15:clr>
        </p15:guide>
        <p15:guide id="4" pos="7225">
          <p15:clr>
            <a:srgbClr val="F26B43"/>
          </p15:clr>
        </p15:guide>
        <p15:guide id="5" orient="horz" pos="4100">
          <p15:clr>
            <a:srgbClr val="F26B43"/>
          </p15:clr>
        </p15:guide>
      </p15:sldGuideLst>
    </p:ext>
  </p:extLst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6785A3D6-1271-D247-9E96-1B376F4BE7BE}"/>
              </a:ext>
            </a:extLst>
          </p:cNvPr>
          <p:cNvSpPr txBox="1"/>
          <p:nvPr userDrawn="1"/>
        </p:nvSpPr>
        <p:spPr>
          <a:xfrm>
            <a:off x="1095468" y="6356939"/>
            <a:ext cx="1463467" cy="242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12"/>
            <a:r>
              <a:rPr lang="en-US" sz="974" dirty="0">
                <a:solidFill>
                  <a:srgbClr val="1D1D1B"/>
                </a:solidFill>
                <a:cs typeface="Arial" panose="020B0604020202020204" pitchFamily="34" charset="0"/>
              </a:rPr>
              <a:t>Huawei Confidential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EABEE2EE-BF4D-7A4A-B3C6-9E47668CCD98}"/>
              </a:ext>
            </a:extLst>
          </p:cNvPr>
          <p:cNvSpPr txBox="1"/>
          <p:nvPr userDrawn="1"/>
        </p:nvSpPr>
        <p:spPr>
          <a:xfrm>
            <a:off x="734132" y="6402806"/>
            <a:ext cx="499729" cy="1502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890493">
              <a:defRPr/>
            </a:pPr>
            <a:fld id="{C3837181-38C6-AD4F-B8BA-B444770388BB}" type="slidenum">
              <a:rPr lang="en-US" sz="974">
                <a:solidFill>
                  <a:srgbClr val="1D1D1B"/>
                </a:solidFill>
                <a:cs typeface="Arial" panose="020B0604020202020204" pitchFamily="34" charset="0"/>
              </a:rPr>
              <a:pPr defTabSz="890493">
                <a:defRPr/>
              </a:pPr>
              <a:t>‹Nº›</a:t>
            </a:fld>
            <a:endParaRPr lang="en-US" sz="974" dirty="0">
              <a:solidFill>
                <a:srgbClr val="1D1D1B"/>
              </a:solidFill>
              <a:cs typeface="Arial" panose="020B0604020202020204" pitchFamily="34" charset="0"/>
            </a:endParaRPr>
          </a:p>
        </p:txBody>
      </p:sp>
      <p:pic>
        <p:nvPicPr>
          <p:cNvPr id="41" name="图片 40"/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6000" y="6319872"/>
            <a:ext cx="1269075" cy="271153"/>
          </a:xfrm>
          <a:prstGeom prst="rect">
            <a:avLst/>
          </a:prstGeom>
        </p:spPr>
      </p:pic>
      <p:grpSp>
        <p:nvGrpSpPr>
          <p:cNvPr id="25" name="组合 24"/>
          <p:cNvGrpSpPr/>
          <p:nvPr userDrawn="1"/>
        </p:nvGrpSpPr>
        <p:grpSpPr>
          <a:xfrm>
            <a:off x="12216278" y="2931937"/>
            <a:ext cx="1982916" cy="3934682"/>
            <a:chOff x="12216278" y="2262477"/>
            <a:chExt cx="1982916" cy="4604143"/>
          </a:xfrm>
        </p:grpSpPr>
        <p:grpSp>
          <p:nvGrpSpPr>
            <p:cNvPr id="26" name="组合 25"/>
            <p:cNvGrpSpPr/>
            <p:nvPr userDrawn="1"/>
          </p:nvGrpSpPr>
          <p:grpSpPr>
            <a:xfrm>
              <a:off x="12315635" y="2262477"/>
              <a:ext cx="1883559" cy="692624"/>
              <a:chOff x="12315635" y="2207613"/>
              <a:chExt cx="1883559" cy="692624"/>
            </a:xfrm>
          </p:grpSpPr>
          <p:sp>
            <p:nvSpPr>
              <p:cNvPr id="44" name="矩形 5">
                <a:extLst>
                  <a:ext uri="{FF2B5EF4-FFF2-40B4-BE49-F238E27FC236}">
                    <a16:creationId xmlns:a16="http://schemas.microsoft.com/office/drawing/2014/main" xmlns="" id="{3B0B5EC2-EA55-CC45-A9D0-D5EA5D768C99}"/>
                  </a:ext>
                </a:extLst>
              </p:cNvPr>
              <p:cNvSpPr/>
              <p:nvPr userDrawn="1"/>
            </p:nvSpPr>
            <p:spPr>
              <a:xfrm>
                <a:off x="12315635" y="2401808"/>
                <a:ext cx="911019" cy="498429"/>
              </a:xfrm>
              <a:prstGeom prst="rect">
                <a:avLst/>
              </a:prstGeom>
              <a:solidFill>
                <a:srgbClr val="C8102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112"/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P</a:t>
                </a:r>
                <a:r>
                  <a:rPr kumimoji="1" lang="en-US" altLang="zh-Hant" sz="700" b="1" dirty="0">
                    <a:solidFill>
                      <a:srgbClr val="FFFFFF"/>
                    </a:solidFill>
                    <a:cs typeface="Arial" charset="0"/>
                  </a:rPr>
                  <a:t>ANTONE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 186C</a:t>
                </a:r>
              </a:p>
              <a:p>
                <a:pPr algn="ctr" defTabSz="914112"/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RGB 200/16/46</a:t>
                </a:r>
              </a:p>
            </p:txBody>
          </p:sp>
          <p:sp>
            <p:nvSpPr>
              <p:cNvPr id="45" name="矩形 9">
                <a:extLst>
                  <a:ext uri="{FF2B5EF4-FFF2-40B4-BE49-F238E27FC236}">
                    <a16:creationId xmlns:a16="http://schemas.microsoft.com/office/drawing/2014/main" xmlns="" id="{992224C5-04A6-C041-B257-13137945DBB8}"/>
                  </a:ext>
                </a:extLst>
              </p:cNvPr>
              <p:cNvSpPr/>
              <p:nvPr userDrawn="1"/>
            </p:nvSpPr>
            <p:spPr>
              <a:xfrm>
                <a:off x="13288175" y="2401808"/>
                <a:ext cx="911019" cy="498429"/>
              </a:xfrm>
              <a:prstGeom prst="rect">
                <a:avLst/>
              </a:prstGeom>
              <a:solidFill>
                <a:srgbClr val="C7000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112"/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P</a:t>
                </a:r>
                <a:r>
                  <a:rPr kumimoji="1" lang="en-US" altLang="zh-Hant" sz="700" b="1" dirty="0">
                    <a:solidFill>
                      <a:srgbClr val="FFFFFF"/>
                    </a:solidFill>
                    <a:cs typeface="Arial" charset="0"/>
                  </a:rPr>
                  <a:t>ANTONE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 185C</a:t>
                </a:r>
              </a:p>
              <a:p>
                <a:pPr algn="ctr" defTabSz="914112"/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RGB 199/0/11</a:t>
                </a:r>
              </a:p>
            </p:txBody>
          </p:sp>
          <p:sp>
            <p:nvSpPr>
              <p:cNvPr id="46" name="文本框 31">
                <a:extLst>
                  <a:ext uri="{FF2B5EF4-FFF2-40B4-BE49-F238E27FC236}">
                    <a16:creationId xmlns:a16="http://schemas.microsoft.com/office/drawing/2014/main" xmlns="" id="{58918196-0639-EE4B-AFC2-315BE04587B9}"/>
                  </a:ext>
                </a:extLst>
              </p:cNvPr>
              <p:cNvSpPr txBox="1"/>
              <p:nvPr userDrawn="1"/>
            </p:nvSpPr>
            <p:spPr>
              <a:xfrm>
                <a:off x="12326898" y="2207613"/>
                <a:ext cx="384721" cy="18007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 defTabSz="914112"/>
                <a:r>
                  <a:rPr kumimoji="1" lang="zh-CN" altLang="en-US" sz="1000" dirty="0">
                    <a:solidFill>
                      <a:srgbClr val="1D1D1A"/>
                    </a:solidFill>
                    <a:ea typeface="Microsoft YaHei" panose="020B0503020204020204" pitchFamily="34" charset="-122"/>
                  </a:rPr>
                  <a:t>品牌色</a:t>
                </a:r>
              </a:p>
            </p:txBody>
          </p:sp>
        </p:grpSp>
        <p:grpSp>
          <p:nvGrpSpPr>
            <p:cNvPr id="27" name="组合 26"/>
            <p:cNvGrpSpPr/>
            <p:nvPr userDrawn="1"/>
          </p:nvGrpSpPr>
          <p:grpSpPr>
            <a:xfrm>
              <a:off x="12216278" y="3054642"/>
              <a:ext cx="1982912" cy="3811978"/>
              <a:chOff x="12216278" y="3054642"/>
              <a:chExt cx="1982912" cy="3811978"/>
            </a:xfrm>
          </p:grpSpPr>
          <p:sp>
            <p:nvSpPr>
              <p:cNvPr id="28" name="矩形 12">
                <a:extLst>
                  <a:ext uri="{FF2B5EF4-FFF2-40B4-BE49-F238E27FC236}">
                    <a16:creationId xmlns:a16="http://schemas.microsoft.com/office/drawing/2014/main" xmlns="" id="{DCA8B73C-0B87-284F-805F-752EBF20B768}"/>
                  </a:ext>
                </a:extLst>
              </p:cNvPr>
              <p:cNvSpPr/>
              <p:nvPr userDrawn="1"/>
            </p:nvSpPr>
            <p:spPr>
              <a:xfrm>
                <a:off x="12315640" y="3785971"/>
                <a:ext cx="885201" cy="462672"/>
              </a:xfrm>
              <a:prstGeom prst="rect">
                <a:avLst/>
              </a:prstGeom>
              <a:solidFill>
                <a:srgbClr val="EA5A4F"/>
              </a:solidFill>
              <a:ln>
                <a:solidFill>
                  <a:srgbClr val="EA5A4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112"/>
                <a:r>
                  <a:rPr kumimoji="1" lang="mr-IN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 234</a:t>
                </a:r>
                <a:r>
                  <a:rPr kumimoji="1" lang="mr-IN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90/79</a:t>
                </a:r>
                <a:endParaRPr kumimoji="1" lang="mr-IN" altLang="zh-CN" sz="700" b="1" dirty="0">
                  <a:solidFill>
                    <a:srgbClr val="FFFFFF"/>
                  </a:solidFill>
                  <a:ea typeface="Arial" charset="0"/>
                  <a:cs typeface="Arial" charset="0"/>
                </a:endParaRPr>
              </a:p>
            </p:txBody>
          </p:sp>
          <p:sp>
            <p:nvSpPr>
              <p:cNvPr id="29" name="矩形 13">
                <a:extLst>
                  <a:ext uri="{FF2B5EF4-FFF2-40B4-BE49-F238E27FC236}">
                    <a16:creationId xmlns:a16="http://schemas.microsoft.com/office/drawing/2014/main" xmlns="" id="{138A39A8-BB4E-CD4E-9201-F1785C874F92}"/>
                  </a:ext>
                </a:extLst>
              </p:cNvPr>
              <p:cNvSpPr/>
              <p:nvPr userDrawn="1"/>
            </p:nvSpPr>
            <p:spPr>
              <a:xfrm>
                <a:off x="12315640" y="3259312"/>
                <a:ext cx="885201" cy="462672"/>
              </a:xfrm>
              <a:prstGeom prst="rect">
                <a:avLst/>
              </a:prstGeom>
              <a:solidFill>
                <a:srgbClr val="78000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112"/>
                <a:r>
                  <a:rPr kumimoji="1" lang="mr-IN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 120</a:t>
                </a:r>
                <a:r>
                  <a:rPr kumimoji="1" lang="mr-IN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0/15</a:t>
                </a:r>
                <a:endParaRPr kumimoji="1" lang="mr-IN" altLang="zh-CN" sz="700" b="1" dirty="0">
                  <a:solidFill>
                    <a:srgbClr val="FFFFFF"/>
                  </a:solidFill>
                  <a:ea typeface="Arial" charset="0"/>
                  <a:cs typeface="Arial" charset="0"/>
                </a:endParaRPr>
              </a:p>
            </p:txBody>
          </p:sp>
          <p:sp>
            <p:nvSpPr>
              <p:cNvPr id="30" name="文本框 15">
                <a:extLst>
                  <a:ext uri="{FF2B5EF4-FFF2-40B4-BE49-F238E27FC236}">
                    <a16:creationId xmlns:a16="http://schemas.microsoft.com/office/drawing/2014/main" xmlns="" id="{8F53C07A-1022-C740-8F8D-97538E174D38}"/>
                  </a:ext>
                </a:extLst>
              </p:cNvPr>
              <p:cNvSpPr txBox="1"/>
              <p:nvPr userDrawn="1"/>
            </p:nvSpPr>
            <p:spPr>
              <a:xfrm>
                <a:off x="12216278" y="3054642"/>
                <a:ext cx="569387" cy="180071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b" anchorCtr="0">
                <a:spAutoFit/>
              </a:bodyPr>
              <a:lstStyle/>
              <a:p>
                <a:pPr algn="ctr" defTabSz="914112"/>
                <a:r>
                  <a:rPr kumimoji="1" lang="zh-CN" altLang="en-US" sz="1000" dirty="0">
                    <a:solidFill>
                      <a:srgbClr val="1D1D1A"/>
                    </a:solidFill>
                    <a:ea typeface="Microsoft YaHei" panose="020B0503020204020204" pitchFamily="34" charset="-122"/>
                  </a:rPr>
                  <a:t>辅助色</a:t>
                </a:r>
              </a:p>
            </p:txBody>
          </p:sp>
          <p:sp>
            <p:nvSpPr>
              <p:cNvPr id="31" name="矩形 16">
                <a:extLst>
                  <a:ext uri="{FF2B5EF4-FFF2-40B4-BE49-F238E27FC236}">
                    <a16:creationId xmlns:a16="http://schemas.microsoft.com/office/drawing/2014/main" xmlns="" id="{306A7598-C00D-994F-82DA-B39F3C2E0AAD}"/>
                  </a:ext>
                </a:extLst>
              </p:cNvPr>
              <p:cNvSpPr/>
              <p:nvPr userDrawn="1"/>
            </p:nvSpPr>
            <p:spPr>
              <a:xfrm>
                <a:off x="12315640" y="4836793"/>
                <a:ext cx="885201" cy="462672"/>
              </a:xfrm>
              <a:prstGeom prst="rect">
                <a:avLst/>
              </a:prstGeom>
              <a:solidFill>
                <a:srgbClr val="F8B53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112"/>
                <a:r>
                  <a:rPr kumimoji="1" lang="mr-IN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 248</a:t>
                </a:r>
                <a:r>
                  <a:rPr kumimoji="1" lang="mr-IN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181/60</a:t>
                </a:r>
                <a:endParaRPr kumimoji="1" lang="mr-IN" altLang="zh-CN" sz="700" b="1" dirty="0">
                  <a:solidFill>
                    <a:srgbClr val="FFFFFF"/>
                  </a:solidFill>
                  <a:ea typeface="Arial" charset="0"/>
                  <a:cs typeface="Arial" charset="0"/>
                </a:endParaRPr>
              </a:p>
            </p:txBody>
          </p:sp>
          <p:sp>
            <p:nvSpPr>
              <p:cNvPr id="32" name="矩形 17">
                <a:extLst>
                  <a:ext uri="{FF2B5EF4-FFF2-40B4-BE49-F238E27FC236}">
                    <a16:creationId xmlns:a16="http://schemas.microsoft.com/office/drawing/2014/main" xmlns="" id="{C1423292-FF2F-A74C-943E-1C3C47534098}"/>
                  </a:ext>
                </a:extLst>
              </p:cNvPr>
              <p:cNvSpPr/>
              <p:nvPr userDrawn="1"/>
            </p:nvSpPr>
            <p:spPr>
              <a:xfrm>
                <a:off x="12315640" y="4319278"/>
                <a:ext cx="885201" cy="462672"/>
              </a:xfrm>
              <a:prstGeom prst="rect">
                <a:avLst/>
              </a:prstGeom>
              <a:solidFill>
                <a:srgbClr val="EB5C0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112"/>
                <a:r>
                  <a:rPr kumimoji="1" lang="mr-IN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 235</a:t>
                </a:r>
                <a:r>
                  <a:rPr kumimoji="1" lang="mr-IN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92/1</a:t>
                </a:r>
                <a:endParaRPr kumimoji="1" lang="mr-IN" altLang="zh-CN" sz="700" b="1" dirty="0">
                  <a:solidFill>
                    <a:srgbClr val="FFFFFF"/>
                  </a:solidFill>
                  <a:ea typeface="Arial" charset="0"/>
                  <a:cs typeface="Arial" charset="0"/>
                </a:endParaRPr>
              </a:p>
            </p:txBody>
          </p:sp>
          <p:sp>
            <p:nvSpPr>
              <p:cNvPr id="33" name="矩形 18">
                <a:extLst>
                  <a:ext uri="{FF2B5EF4-FFF2-40B4-BE49-F238E27FC236}">
                    <a16:creationId xmlns:a16="http://schemas.microsoft.com/office/drawing/2014/main" xmlns="" id="{2A29AF15-F5C4-A842-A63B-5DBA549CB92F}"/>
                  </a:ext>
                </a:extLst>
              </p:cNvPr>
              <p:cNvSpPr/>
              <p:nvPr userDrawn="1"/>
            </p:nvSpPr>
            <p:spPr>
              <a:xfrm>
                <a:off x="12315636" y="5880294"/>
                <a:ext cx="911019" cy="462672"/>
              </a:xfrm>
              <a:prstGeom prst="rect">
                <a:avLst/>
              </a:prstGeom>
              <a:solidFill>
                <a:srgbClr val="89898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112"/>
                <a:r>
                  <a:rPr kumimoji="1" lang="mr-IN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 137/137/137</a:t>
                </a:r>
                <a:endParaRPr kumimoji="1" lang="mr-IN" altLang="zh-CN" sz="700" b="1" dirty="0">
                  <a:solidFill>
                    <a:srgbClr val="FFFFFF"/>
                  </a:solidFill>
                  <a:ea typeface="Arial" charset="0"/>
                  <a:cs typeface="Arial" charset="0"/>
                </a:endParaRPr>
              </a:p>
            </p:txBody>
          </p:sp>
          <p:sp>
            <p:nvSpPr>
              <p:cNvPr id="34" name="矩形 19">
                <a:extLst>
                  <a:ext uri="{FF2B5EF4-FFF2-40B4-BE49-F238E27FC236}">
                    <a16:creationId xmlns:a16="http://schemas.microsoft.com/office/drawing/2014/main" xmlns="" id="{E9EA970A-4D36-BC41-B8BE-40DF553320E7}"/>
                  </a:ext>
                </a:extLst>
              </p:cNvPr>
              <p:cNvSpPr/>
              <p:nvPr userDrawn="1"/>
            </p:nvSpPr>
            <p:spPr>
              <a:xfrm>
                <a:off x="12315636" y="5362779"/>
                <a:ext cx="911019" cy="462672"/>
              </a:xfrm>
              <a:prstGeom prst="rect">
                <a:avLst/>
              </a:prstGeom>
              <a:solidFill>
                <a:srgbClr val="23181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112"/>
                <a:r>
                  <a:rPr kumimoji="1" lang="mr-IN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 35/24/21</a:t>
                </a:r>
                <a:endParaRPr kumimoji="1" lang="mr-IN" altLang="zh-CN" sz="700" b="1" dirty="0">
                  <a:solidFill>
                    <a:srgbClr val="FFFFFF"/>
                  </a:solidFill>
                  <a:ea typeface="Arial" charset="0"/>
                  <a:cs typeface="Arial" charset="0"/>
                </a:endParaRPr>
              </a:p>
            </p:txBody>
          </p:sp>
          <p:sp>
            <p:nvSpPr>
              <p:cNvPr id="35" name="矩形 22">
                <a:extLst>
                  <a:ext uri="{FF2B5EF4-FFF2-40B4-BE49-F238E27FC236}">
                    <a16:creationId xmlns:a16="http://schemas.microsoft.com/office/drawing/2014/main" xmlns="" id="{14EE21FB-1D92-0241-ABA5-5E9A6AEE0DC8}"/>
                  </a:ext>
                </a:extLst>
              </p:cNvPr>
              <p:cNvSpPr/>
              <p:nvPr userDrawn="1"/>
            </p:nvSpPr>
            <p:spPr>
              <a:xfrm>
                <a:off x="12315636" y="6403948"/>
                <a:ext cx="911019" cy="462672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112"/>
                <a:r>
                  <a:rPr kumimoji="1" lang="mr-IN" altLang="zh-CN" sz="700" b="1" dirty="0">
                    <a:solidFill>
                      <a:srgbClr val="666666"/>
                    </a:solidFill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666666"/>
                    </a:solidFill>
                    <a:ea typeface="Arial" charset="0"/>
                    <a:cs typeface="Arial" charset="0"/>
                  </a:rPr>
                  <a:t> 221</a:t>
                </a:r>
                <a:r>
                  <a:rPr kumimoji="1" lang="mr-IN" altLang="zh-CN" sz="700" b="1" dirty="0">
                    <a:solidFill>
                      <a:srgbClr val="666666"/>
                    </a:solidFill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666666"/>
                    </a:solidFill>
                    <a:ea typeface="Arial" charset="0"/>
                    <a:cs typeface="Arial" charset="0"/>
                  </a:rPr>
                  <a:t>221/221</a:t>
                </a:r>
                <a:endParaRPr kumimoji="1" lang="mr-IN" altLang="zh-CN" sz="700" b="1" dirty="0">
                  <a:solidFill>
                    <a:srgbClr val="666666"/>
                  </a:solidFill>
                  <a:ea typeface="Arial" charset="0"/>
                  <a:cs typeface="Arial" charset="0"/>
                </a:endParaRPr>
              </a:p>
            </p:txBody>
          </p:sp>
          <p:sp>
            <p:nvSpPr>
              <p:cNvPr id="36" name="矩形 12">
                <a:extLst>
                  <a:ext uri="{FF2B5EF4-FFF2-40B4-BE49-F238E27FC236}">
                    <a16:creationId xmlns:a16="http://schemas.microsoft.com/office/drawing/2014/main" xmlns="" id="{883734A3-2645-434A-9DCC-1416B6C687CC}"/>
                  </a:ext>
                </a:extLst>
              </p:cNvPr>
              <p:cNvSpPr/>
              <p:nvPr userDrawn="1"/>
            </p:nvSpPr>
            <p:spPr>
              <a:xfrm>
                <a:off x="13288175" y="3785971"/>
                <a:ext cx="885201" cy="462672"/>
              </a:xfrm>
              <a:prstGeom prst="rect">
                <a:avLst/>
              </a:prstGeom>
              <a:solidFill>
                <a:srgbClr val="E98C8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112"/>
                <a:r>
                  <a:rPr kumimoji="1" lang="mr-IN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 233</a:t>
                </a:r>
                <a:r>
                  <a:rPr kumimoji="1" lang="mr-IN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140/128</a:t>
                </a:r>
                <a:endParaRPr kumimoji="1" lang="mr-IN" altLang="zh-CN" sz="700" b="1" dirty="0">
                  <a:solidFill>
                    <a:srgbClr val="FFFFFF"/>
                  </a:solidFill>
                  <a:ea typeface="Arial" charset="0"/>
                  <a:cs typeface="Arial" charset="0"/>
                </a:endParaRPr>
              </a:p>
            </p:txBody>
          </p:sp>
          <p:sp>
            <p:nvSpPr>
              <p:cNvPr id="37" name="矩形 13">
                <a:extLst>
                  <a:ext uri="{FF2B5EF4-FFF2-40B4-BE49-F238E27FC236}">
                    <a16:creationId xmlns:a16="http://schemas.microsoft.com/office/drawing/2014/main" xmlns="" id="{1FF13552-FB3D-134A-A80A-6CFB35DFE1A1}"/>
                  </a:ext>
                </a:extLst>
              </p:cNvPr>
              <p:cNvSpPr/>
              <p:nvPr userDrawn="1"/>
            </p:nvSpPr>
            <p:spPr>
              <a:xfrm>
                <a:off x="13288175" y="3259312"/>
                <a:ext cx="885201" cy="462672"/>
              </a:xfrm>
              <a:prstGeom prst="rect">
                <a:avLst/>
              </a:prstGeom>
              <a:solidFill>
                <a:srgbClr val="A72126"/>
              </a:solidFill>
              <a:ln>
                <a:solidFill>
                  <a:srgbClr val="9F000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112"/>
                <a:r>
                  <a:rPr kumimoji="1" lang="mr-IN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 159</a:t>
                </a:r>
                <a:r>
                  <a:rPr kumimoji="1" lang="mr-IN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0/1</a:t>
                </a:r>
                <a:endParaRPr kumimoji="1" lang="mr-IN" altLang="zh-CN" sz="700" b="1" dirty="0">
                  <a:solidFill>
                    <a:srgbClr val="FFFFFF"/>
                  </a:solidFill>
                  <a:ea typeface="Arial" charset="0"/>
                  <a:cs typeface="Arial" charset="0"/>
                </a:endParaRPr>
              </a:p>
            </p:txBody>
          </p:sp>
          <p:sp>
            <p:nvSpPr>
              <p:cNvPr id="38" name="矩形 16">
                <a:extLst>
                  <a:ext uri="{FF2B5EF4-FFF2-40B4-BE49-F238E27FC236}">
                    <a16:creationId xmlns:a16="http://schemas.microsoft.com/office/drawing/2014/main" xmlns="" id="{0A96471B-CB12-1443-B01F-C14C9112C149}"/>
                  </a:ext>
                </a:extLst>
              </p:cNvPr>
              <p:cNvSpPr/>
              <p:nvPr userDrawn="1"/>
            </p:nvSpPr>
            <p:spPr>
              <a:xfrm>
                <a:off x="13288175" y="4836793"/>
                <a:ext cx="885201" cy="462672"/>
              </a:xfrm>
              <a:prstGeom prst="rect">
                <a:avLst/>
              </a:prstGeom>
              <a:solidFill>
                <a:srgbClr val="F5DC5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112"/>
                <a:r>
                  <a:rPr kumimoji="1" lang="mr-IN" altLang="zh-CN" sz="700" b="1" dirty="0">
                    <a:solidFill>
                      <a:srgbClr val="666666"/>
                    </a:solidFill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666666"/>
                    </a:solidFill>
                    <a:ea typeface="Arial" charset="0"/>
                    <a:cs typeface="Arial" charset="0"/>
                  </a:rPr>
                  <a:t> 245</a:t>
                </a:r>
                <a:r>
                  <a:rPr kumimoji="1" lang="mr-IN" altLang="zh-CN" sz="700" b="1" dirty="0">
                    <a:solidFill>
                      <a:srgbClr val="666666"/>
                    </a:solidFill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666666"/>
                    </a:solidFill>
                    <a:ea typeface="Arial" charset="0"/>
                    <a:cs typeface="Arial" charset="0"/>
                  </a:rPr>
                  <a:t>220/87</a:t>
                </a:r>
                <a:endParaRPr kumimoji="1" lang="mr-IN" altLang="zh-CN" sz="700" b="1" dirty="0">
                  <a:solidFill>
                    <a:srgbClr val="666666"/>
                  </a:solidFill>
                  <a:ea typeface="Arial" charset="0"/>
                  <a:cs typeface="Arial" charset="0"/>
                </a:endParaRPr>
              </a:p>
            </p:txBody>
          </p:sp>
          <p:sp>
            <p:nvSpPr>
              <p:cNvPr id="39" name="矩形 17">
                <a:extLst>
                  <a:ext uri="{FF2B5EF4-FFF2-40B4-BE49-F238E27FC236}">
                    <a16:creationId xmlns:a16="http://schemas.microsoft.com/office/drawing/2014/main" xmlns="" id="{61890D59-CF8B-1449-A836-3A304EC9A907}"/>
                  </a:ext>
                </a:extLst>
              </p:cNvPr>
              <p:cNvSpPr/>
              <p:nvPr userDrawn="1"/>
            </p:nvSpPr>
            <p:spPr>
              <a:xfrm>
                <a:off x="13288175" y="4319278"/>
                <a:ext cx="885201" cy="462672"/>
              </a:xfrm>
              <a:prstGeom prst="rect">
                <a:avLst/>
              </a:prstGeom>
              <a:solidFill>
                <a:srgbClr val="F085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112"/>
                <a:r>
                  <a:rPr kumimoji="1" lang="mr-IN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 240</a:t>
                </a:r>
                <a:r>
                  <a:rPr kumimoji="1" lang="mr-IN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133/0</a:t>
                </a:r>
                <a:endParaRPr kumimoji="1" lang="mr-IN" altLang="zh-CN" sz="700" b="1" dirty="0">
                  <a:solidFill>
                    <a:srgbClr val="FFFFFF"/>
                  </a:solidFill>
                  <a:ea typeface="Arial" charset="0"/>
                  <a:cs typeface="Arial" charset="0"/>
                </a:endParaRPr>
              </a:p>
            </p:txBody>
          </p:sp>
          <p:sp>
            <p:nvSpPr>
              <p:cNvPr id="40" name="矩形 18">
                <a:extLst>
                  <a:ext uri="{FF2B5EF4-FFF2-40B4-BE49-F238E27FC236}">
                    <a16:creationId xmlns:a16="http://schemas.microsoft.com/office/drawing/2014/main" xmlns="" id="{0466A1E1-E7C7-FD49-9880-9E44BED19FF5}"/>
                  </a:ext>
                </a:extLst>
              </p:cNvPr>
              <p:cNvSpPr/>
              <p:nvPr userDrawn="1"/>
            </p:nvSpPr>
            <p:spPr>
              <a:xfrm>
                <a:off x="13288171" y="5880294"/>
                <a:ext cx="911019" cy="462672"/>
              </a:xfrm>
              <a:prstGeom prst="rect">
                <a:avLst/>
              </a:prstGeom>
              <a:solidFill>
                <a:srgbClr val="B5B5B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112"/>
                <a:r>
                  <a:rPr kumimoji="1" lang="mr-IN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 181</a:t>
                </a:r>
                <a:r>
                  <a:rPr kumimoji="1" lang="mr-IN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181/181</a:t>
                </a:r>
                <a:endParaRPr kumimoji="1" lang="mr-IN" altLang="zh-CN" sz="700" b="1" dirty="0">
                  <a:solidFill>
                    <a:srgbClr val="FFFFFF"/>
                  </a:solidFill>
                  <a:ea typeface="Arial" charset="0"/>
                  <a:cs typeface="Arial" charset="0"/>
                </a:endParaRPr>
              </a:p>
            </p:txBody>
          </p:sp>
          <p:sp>
            <p:nvSpPr>
              <p:cNvPr id="42" name="矩形 19">
                <a:extLst>
                  <a:ext uri="{FF2B5EF4-FFF2-40B4-BE49-F238E27FC236}">
                    <a16:creationId xmlns:a16="http://schemas.microsoft.com/office/drawing/2014/main" xmlns="" id="{B21AD6AC-1275-0142-A9EA-D77B26CB40EF}"/>
                  </a:ext>
                </a:extLst>
              </p:cNvPr>
              <p:cNvSpPr/>
              <p:nvPr userDrawn="1"/>
            </p:nvSpPr>
            <p:spPr>
              <a:xfrm>
                <a:off x="13288171" y="5362779"/>
                <a:ext cx="911019" cy="462672"/>
              </a:xfrm>
              <a:prstGeom prst="rect">
                <a:avLst/>
              </a:prstGeom>
              <a:solidFill>
                <a:srgbClr val="59575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112"/>
                <a:r>
                  <a:rPr kumimoji="1" lang="mr-IN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 89</a:t>
                </a:r>
                <a:r>
                  <a:rPr kumimoji="1" lang="mr-IN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ea typeface="Arial" charset="0"/>
                    <a:cs typeface="Arial" charset="0"/>
                  </a:rPr>
                  <a:t>87/87</a:t>
                </a:r>
                <a:endParaRPr kumimoji="1" lang="mr-IN" altLang="zh-CN" sz="700" b="1" dirty="0">
                  <a:solidFill>
                    <a:srgbClr val="FFFFFF"/>
                  </a:solidFill>
                  <a:ea typeface="Arial" charset="0"/>
                  <a:cs typeface="Arial" charset="0"/>
                </a:endParaRPr>
              </a:p>
            </p:txBody>
          </p:sp>
          <p:sp>
            <p:nvSpPr>
              <p:cNvPr id="43" name="矩形 22">
                <a:extLst>
                  <a:ext uri="{FF2B5EF4-FFF2-40B4-BE49-F238E27FC236}">
                    <a16:creationId xmlns:a16="http://schemas.microsoft.com/office/drawing/2014/main" xmlns="" id="{238BAC2A-AE09-A84D-875D-8472236D6610}"/>
                  </a:ext>
                </a:extLst>
              </p:cNvPr>
              <p:cNvSpPr/>
              <p:nvPr userDrawn="1"/>
            </p:nvSpPr>
            <p:spPr>
              <a:xfrm>
                <a:off x="13288171" y="6403948"/>
                <a:ext cx="911019" cy="462672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chemeClr val="bg1">
                    <a:lumMod val="10000"/>
                    <a:lumOff val="9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112"/>
                <a:r>
                  <a:rPr kumimoji="1" lang="mr-IN" altLang="zh-CN" sz="700" b="1" dirty="0">
                    <a:solidFill>
                      <a:srgbClr val="666666"/>
                    </a:solidFill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666666"/>
                    </a:solidFill>
                    <a:ea typeface="Arial" charset="0"/>
                    <a:cs typeface="Arial" charset="0"/>
                  </a:rPr>
                  <a:t> 255</a:t>
                </a:r>
                <a:r>
                  <a:rPr kumimoji="1" lang="mr-IN" altLang="zh-CN" sz="700" b="1" dirty="0">
                    <a:solidFill>
                      <a:srgbClr val="666666"/>
                    </a:solidFill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666666"/>
                    </a:solidFill>
                    <a:ea typeface="Arial" charset="0"/>
                    <a:cs typeface="Arial" charset="0"/>
                  </a:rPr>
                  <a:t>255/255</a:t>
                </a:r>
                <a:endParaRPr kumimoji="1" lang="mr-IN" altLang="zh-CN" sz="700" b="1" dirty="0">
                  <a:solidFill>
                    <a:srgbClr val="666666"/>
                  </a:solidFill>
                  <a:ea typeface="Arial" charset="0"/>
                  <a:cs typeface="Arial" charset="0"/>
                </a:endParaRPr>
              </a:p>
            </p:txBody>
          </p:sp>
        </p:grpSp>
      </p:grpSp>
      <p:sp>
        <p:nvSpPr>
          <p:cNvPr id="5" name="CuadroTexto 4">
            <a:extLst>
              <a:ext uri="{FF2B5EF4-FFF2-40B4-BE49-F238E27FC236}">
                <a16:creationId xmlns:a16="http://schemas.microsoft.com/office/drawing/2014/main" xmlns="" id="{87CD0838-8713-DD40-312B-1EE6A03CEC23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xmlns="" val="hdr"/>
              </p:ext>
            </p:extLst>
          </p:nvPr>
        </p:nvSpPr>
        <p:spPr>
          <a:xfrm>
            <a:off x="11083925" y="0"/>
            <a:ext cx="11414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s-AR" sz="10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Documento: Personal</a:t>
            </a:r>
          </a:p>
        </p:txBody>
      </p:sp>
    </p:spTree>
    <p:extLst>
      <p:ext uri="{BB962C8B-B14F-4D97-AF65-F5344CB8AC3E}">
        <p14:creationId xmlns:p14="http://schemas.microsoft.com/office/powerpoint/2010/main" val="2936891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38" r:id="rId1"/>
    <p:sldLayoutId id="2147484040" r:id="rId2"/>
    <p:sldLayoutId id="2147484041" r:id="rId3"/>
    <p:sldLayoutId id="2147484042" r:id="rId4"/>
    <p:sldLayoutId id="2147484043" r:id="rId5"/>
    <p:sldLayoutId id="2147484044" r:id="rId6"/>
  </p:sldLayoutIdLst>
  <p:hf hdr="0" ftr="0" dt="0"/>
  <p:txStyles>
    <p:titleStyle>
      <a:lvl1pPr algn="l" defTabSz="1187323" rtl="0" eaLnBrk="1" latinLnBrk="0" hangingPunct="1">
        <a:lnSpc>
          <a:spcPct val="90000"/>
        </a:lnSpc>
        <a:spcBef>
          <a:spcPct val="0"/>
        </a:spcBef>
        <a:buNone/>
        <a:defRPr sz="5714" kern="1200">
          <a:solidFill>
            <a:schemeClr val="tx1"/>
          </a:solidFill>
          <a:latin typeface="Arial"/>
          <a:ea typeface="+mj-ea"/>
          <a:cs typeface="+mj-cs"/>
        </a:defRPr>
      </a:lvl1pPr>
    </p:titleStyle>
    <p:bodyStyle>
      <a:lvl1pPr marL="296831" indent="-296831" algn="l" defTabSz="1187323" rtl="0" eaLnBrk="1" latinLnBrk="0" hangingPunct="1">
        <a:lnSpc>
          <a:spcPct val="90000"/>
        </a:lnSpc>
        <a:spcBef>
          <a:spcPts val="1298"/>
        </a:spcBef>
        <a:buFont typeface="Arial" panose="020B0604020202020204" pitchFamily="34" charset="0"/>
        <a:buChar char="•"/>
        <a:defRPr sz="3635" kern="1200">
          <a:solidFill>
            <a:schemeClr val="tx1"/>
          </a:solidFill>
          <a:latin typeface="Arial"/>
          <a:ea typeface="+mn-ea"/>
          <a:cs typeface="+mn-cs"/>
        </a:defRPr>
      </a:lvl1pPr>
      <a:lvl2pPr marL="890493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7" kern="1200">
          <a:solidFill>
            <a:schemeClr val="tx1"/>
          </a:solidFill>
          <a:latin typeface="Arial"/>
          <a:ea typeface="+mn-ea"/>
          <a:cs typeface="+mn-cs"/>
        </a:defRPr>
      </a:lvl2pPr>
      <a:lvl3pPr marL="1484154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7" kern="1200">
          <a:solidFill>
            <a:schemeClr val="tx1"/>
          </a:solidFill>
          <a:latin typeface="Arial"/>
          <a:ea typeface="+mn-ea"/>
          <a:cs typeface="+mn-cs"/>
        </a:defRPr>
      </a:lvl3pPr>
      <a:lvl4pPr marL="2077817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Arial"/>
          <a:ea typeface="+mn-ea"/>
          <a:cs typeface="+mn-cs"/>
        </a:defRPr>
      </a:lvl4pPr>
      <a:lvl5pPr marL="2671478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Arial"/>
          <a:ea typeface="+mn-ea"/>
          <a:cs typeface="+mn-cs"/>
        </a:defRPr>
      </a:lvl5pPr>
      <a:lvl6pPr marL="3265140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Arial"/>
          <a:ea typeface="+mn-ea"/>
          <a:cs typeface="+mn-cs"/>
        </a:defRPr>
      </a:lvl6pPr>
      <a:lvl7pPr marL="3858802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Arial"/>
          <a:ea typeface="+mn-ea"/>
          <a:cs typeface="+mn-cs"/>
        </a:defRPr>
      </a:lvl7pPr>
      <a:lvl8pPr marL="4452463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Arial"/>
          <a:ea typeface="+mn-ea"/>
          <a:cs typeface="+mn-cs"/>
        </a:defRPr>
      </a:lvl8pPr>
      <a:lvl9pPr marL="5046125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Arial"/>
          <a:ea typeface="+mn-ea"/>
          <a:cs typeface="+mn-cs"/>
        </a:defRPr>
      </a:lvl9pPr>
    </p:bodyStyle>
    <p:otherStyle>
      <a:defPPr>
        <a:defRPr lang="en-US"/>
      </a:defPPr>
      <a:lvl1pPr marL="0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1pPr>
      <a:lvl2pPr marL="593662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2pPr>
      <a:lvl3pPr marL="1187323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3pPr>
      <a:lvl4pPr marL="1780986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4pPr>
      <a:lvl5pPr marL="2374648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5pPr>
      <a:lvl6pPr marL="2968309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6pPr>
      <a:lvl7pPr marL="3561971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7pPr>
      <a:lvl8pPr marL="4155634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8pPr>
      <a:lvl9pPr marL="4749295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 xmlns="">
        <p15:guide id="1" orient="horz" pos="2161">
          <p15:clr>
            <a:srgbClr val="F26B43"/>
          </p15:clr>
        </p15:guide>
        <p15:guide id="2" pos="3842">
          <p15:clr>
            <a:srgbClr val="F26B43"/>
          </p15:clr>
        </p15:guide>
        <p15:guide id="3" pos="458">
          <p15:clr>
            <a:srgbClr val="F26B43"/>
          </p15:clr>
        </p15:guide>
        <p15:guide id="4" pos="7225">
          <p15:clr>
            <a:srgbClr val="F26B43"/>
          </p15:clr>
        </p15:guide>
        <p15:guide id="5" orient="horz" pos="4100">
          <p15:clr>
            <a:srgbClr val="F26B43"/>
          </p15:clr>
        </p15:guide>
      </p15:sldGuideLst>
    </p:ext>
  </p:extLst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6785A3D6-1271-D247-9E96-1B376F4BE7BE}"/>
              </a:ext>
            </a:extLst>
          </p:cNvPr>
          <p:cNvSpPr txBox="1"/>
          <p:nvPr userDrawn="1"/>
        </p:nvSpPr>
        <p:spPr>
          <a:xfrm>
            <a:off x="1095468" y="6356939"/>
            <a:ext cx="1463467" cy="242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12"/>
            <a:r>
              <a:rPr lang="en-US" sz="974" dirty="0">
                <a:solidFill>
                  <a:srgbClr val="1D1D1B"/>
                </a:solidFill>
                <a:latin typeface="Arial" pitchFamily="34" charset="0"/>
                <a:cs typeface="Arial" panose="020B0604020202020204" pitchFamily="34" charset="0"/>
              </a:rPr>
              <a:t>Huawei Confidential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EABEE2EE-BF4D-7A4A-B3C6-9E47668CCD98}"/>
              </a:ext>
            </a:extLst>
          </p:cNvPr>
          <p:cNvSpPr txBox="1"/>
          <p:nvPr userDrawn="1"/>
        </p:nvSpPr>
        <p:spPr>
          <a:xfrm>
            <a:off x="734132" y="6402806"/>
            <a:ext cx="499729" cy="1502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890493">
              <a:defRPr/>
            </a:pPr>
            <a:fld id="{C3837181-38C6-AD4F-B8BA-B444770388BB}" type="slidenum">
              <a:rPr lang="en-US" sz="974">
                <a:solidFill>
                  <a:srgbClr val="1D1D1B"/>
                </a:solidFill>
                <a:latin typeface="Arial" pitchFamily="34" charset="0"/>
                <a:cs typeface="Arial" panose="020B0604020202020204" pitchFamily="34" charset="0"/>
              </a:rPr>
              <a:pPr defTabSz="890493">
                <a:defRPr/>
              </a:pPr>
              <a:t>‹Nº›</a:t>
            </a:fld>
            <a:endParaRPr lang="en-US" sz="974" dirty="0">
              <a:solidFill>
                <a:srgbClr val="1D1D1B"/>
              </a:solidFill>
              <a:latin typeface="Arial" pitchFamily="34" charset="0"/>
              <a:cs typeface="Arial" panose="020B0604020202020204" pitchFamily="34" charset="0"/>
            </a:endParaRPr>
          </a:p>
        </p:txBody>
      </p:sp>
      <p:pic>
        <p:nvPicPr>
          <p:cNvPr id="41" name="图片 40"/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6000" y="6319872"/>
            <a:ext cx="1269075" cy="271153"/>
          </a:xfrm>
          <a:prstGeom prst="rect">
            <a:avLst/>
          </a:prstGeom>
        </p:spPr>
      </p:pic>
      <p:grpSp>
        <p:nvGrpSpPr>
          <p:cNvPr id="25" name="组合 24"/>
          <p:cNvGrpSpPr/>
          <p:nvPr userDrawn="1"/>
        </p:nvGrpSpPr>
        <p:grpSpPr>
          <a:xfrm>
            <a:off x="12216278" y="2931937"/>
            <a:ext cx="1982916" cy="3934682"/>
            <a:chOff x="12216278" y="2262477"/>
            <a:chExt cx="1982916" cy="4604143"/>
          </a:xfrm>
        </p:grpSpPr>
        <p:grpSp>
          <p:nvGrpSpPr>
            <p:cNvPr id="26" name="组合 25"/>
            <p:cNvGrpSpPr/>
            <p:nvPr userDrawn="1"/>
          </p:nvGrpSpPr>
          <p:grpSpPr>
            <a:xfrm>
              <a:off x="12315635" y="2262477"/>
              <a:ext cx="1883559" cy="692624"/>
              <a:chOff x="12315635" y="2207613"/>
              <a:chExt cx="1883559" cy="692624"/>
            </a:xfrm>
          </p:grpSpPr>
          <p:sp>
            <p:nvSpPr>
              <p:cNvPr id="44" name="矩形 5">
                <a:extLst>
                  <a:ext uri="{FF2B5EF4-FFF2-40B4-BE49-F238E27FC236}">
                    <a16:creationId xmlns:a16="http://schemas.microsoft.com/office/drawing/2014/main" xmlns="" id="{3B0B5EC2-EA55-CC45-A9D0-D5EA5D768C99}"/>
                  </a:ext>
                </a:extLst>
              </p:cNvPr>
              <p:cNvSpPr/>
              <p:nvPr userDrawn="1"/>
            </p:nvSpPr>
            <p:spPr>
              <a:xfrm>
                <a:off x="12315635" y="2401808"/>
                <a:ext cx="911019" cy="498429"/>
              </a:xfrm>
              <a:prstGeom prst="rect">
                <a:avLst/>
              </a:prstGeom>
              <a:solidFill>
                <a:srgbClr val="C8102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112"/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P</a:t>
                </a:r>
                <a:r>
                  <a:rPr kumimoji="1" lang="en-US" altLang="zh-Hant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ANTONE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 186C</a:t>
                </a:r>
              </a:p>
              <a:p>
                <a:pPr algn="ctr" defTabSz="914112"/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RGB 200/16/46</a:t>
                </a:r>
              </a:p>
            </p:txBody>
          </p:sp>
          <p:sp>
            <p:nvSpPr>
              <p:cNvPr id="45" name="矩形 9">
                <a:extLst>
                  <a:ext uri="{FF2B5EF4-FFF2-40B4-BE49-F238E27FC236}">
                    <a16:creationId xmlns:a16="http://schemas.microsoft.com/office/drawing/2014/main" xmlns="" id="{992224C5-04A6-C041-B257-13137945DBB8}"/>
                  </a:ext>
                </a:extLst>
              </p:cNvPr>
              <p:cNvSpPr/>
              <p:nvPr userDrawn="1"/>
            </p:nvSpPr>
            <p:spPr>
              <a:xfrm>
                <a:off x="13288175" y="2401808"/>
                <a:ext cx="911019" cy="498429"/>
              </a:xfrm>
              <a:prstGeom prst="rect">
                <a:avLst/>
              </a:prstGeom>
              <a:solidFill>
                <a:srgbClr val="C7000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112"/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P</a:t>
                </a:r>
                <a:r>
                  <a:rPr kumimoji="1" lang="en-US" altLang="zh-Hant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ANTONE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 185C</a:t>
                </a:r>
              </a:p>
              <a:p>
                <a:pPr algn="ctr" defTabSz="914112"/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RGB 199/0/11</a:t>
                </a:r>
              </a:p>
            </p:txBody>
          </p:sp>
          <p:sp>
            <p:nvSpPr>
              <p:cNvPr id="46" name="文本框 31">
                <a:extLst>
                  <a:ext uri="{FF2B5EF4-FFF2-40B4-BE49-F238E27FC236}">
                    <a16:creationId xmlns:a16="http://schemas.microsoft.com/office/drawing/2014/main" xmlns="" id="{58918196-0639-EE4B-AFC2-315BE04587B9}"/>
                  </a:ext>
                </a:extLst>
              </p:cNvPr>
              <p:cNvSpPr txBox="1"/>
              <p:nvPr userDrawn="1"/>
            </p:nvSpPr>
            <p:spPr>
              <a:xfrm>
                <a:off x="12326898" y="2207613"/>
                <a:ext cx="384721" cy="18007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 defTabSz="914112"/>
                <a:r>
                  <a:rPr kumimoji="1" lang="zh-CN" altLang="en-US" sz="1000" dirty="0">
                    <a:solidFill>
                      <a:srgbClr val="1D1D1A"/>
                    </a:solidFill>
                    <a:latin typeface="Arial" pitchFamily="34" charset="-122"/>
                    <a:ea typeface="Microsoft YaHei" panose="020B0503020204020204" pitchFamily="34" charset="-122"/>
                  </a:rPr>
                  <a:t>品牌色</a:t>
                </a:r>
              </a:p>
            </p:txBody>
          </p:sp>
        </p:grpSp>
        <p:grpSp>
          <p:nvGrpSpPr>
            <p:cNvPr id="27" name="组合 26"/>
            <p:cNvGrpSpPr/>
            <p:nvPr userDrawn="1"/>
          </p:nvGrpSpPr>
          <p:grpSpPr>
            <a:xfrm>
              <a:off x="12216278" y="3054642"/>
              <a:ext cx="1982912" cy="3811978"/>
              <a:chOff x="12216278" y="3054642"/>
              <a:chExt cx="1982912" cy="3811978"/>
            </a:xfrm>
          </p:grpSpPr>
          <p:sp>
            <p:nvSpPr>
              <p:cNvPr id="28" name="矩形 12">
                <a:extLst>
                  <a:ext uri="{FF2B5EF4-FFF2-40B4-BE49-F238E27FC236}">
                    <a16:creationId xmlns:a16="http://schemas.microsoft.com/office/drawing/2014/main" xmlns="" id="{DCA8B73C-0B87-284F-805F-752EBF20B768}"/>
                  </a:ext>
                </a:extLst>
              </p:cNvPr>
              <p:cNvSpPr/>
              <p:nvPr userDrawn="1"/>
            </p:nvSpPr>
            <p:spPr>
              <a:xfrm>
                <a:off x="12315640" y="3785971"/>
                <a:ext cx="885201" cy="462672"/>
              </a:xfrm>
              <a:prstGeom prst="rect">
                <a:avLst/>
              </a:prstGeom>
              <a:solidFill>
                <a:srgbClr val="EA5A4F"/>
              </a:solidFill>
              <a:ln>
                <a:solidFill>
                  <a:srgbClr val="EA5A4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112"/>
                <a:r>
                  <a:rPr kumimoji="1" lang="mr-IN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 234</a:t>
                </a:r>
                <a:r>
                  <a:rPr kumimoji="1" lang="mr-IN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90/79</a:t>
                </a:r>
                <a:endParaRPr kumimoji="1" lang="mr-IN" altLang="zh-CN" sz="7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29" name="矩形 13">
                <a:extLst>
                  <a:ext uri="{FF2B5EF4-FFF2-40B4-BE49-F238E27FC236}">
                    <a16:creationId xmlns:a16="http://schemas.microsoft.com/office/drawing/2014/main" xmlns="" id="{138A39A8-BB4E-CD4E-9201-F1785C874F92}"/>
                  </a:ext>
                </a:extLst>
              </p:cNvPr>
              <p:cNvSpPr/>
              <p:nvPr userDrawn="1"/>
            </p:nvSpPr>
            <p:spPr>
              <a:xfrm>
                <a:off x="12315640" y="3259312"/>
                <a:ext cx="885201" cy="462672"/>
              </a:xfrm>
              <a:prstGeom prst="rect">
                <a:avLst/>
              </a:prstGeom>
              <a:solidFill>
                <a:srgbClr val="78000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112"/>
                <a:r>
                  <a:rPr kumimoji="1" lang="mr-IN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 120</a:t>
                </a:r>
                <a:r>
                  <a:rPr kumimoji="1" lang="mr-IN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0/15</a:t>
                </a:r>
                <a:endParaRPr kumimoji="1" lang="mr-IN" altLang="zh-CN" sz="7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0" name="文本框 15">
                <a:extLst>
                  <a:ext uri="{FF2B5EF4-FFF2-40B4-BE49-F238E27FC236}">
                    <a16:creationId xmlns:a16="http://schemas.microsoft.com/office/drawing/2014/main" xmlns="" id="{8F53C07A-1022-C740-8F8D-97538E174D38}"/>
                  </a:ext>
                </a:extLst>
              </p:cNvPr>
              <p:cNvSpPr txBox="1"/>
              <p:nvPr userDrawn="1"/>
            </p:nvSpPr>
            <p:spPr>
              <a:xfrm>
                <a:off x="12216278" y="3054642"/>
                <a:ext cx="569387" cy="180071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b" anchorCtr="0">
                <a:spAutoFit/>
              </a:bodyPr>
              <a:lstStyle/>
              <a:p>
                <a:pPr algn="ctr" defTabSz="914112"/>
                <a:r>
                  <a:rPr kumimoji="1" lang="zh-CN" altLang="en-US" sz="1000" dirty="0">
                    <a:solidFill>
                      <a:srgbClr val="1D1D1A"/>
                    </a:solidFill>
                    <a:latin typeface="Arial" pitchFamily="34" charset="-122"/>
                    <a:ea typeface="Microsoft YaHei" panose="020B0503020204020204" pitchFamily="34" charset="-122"/>
                  </a:rPr>
                  <a:t>辅助色</a:t>
                </a:r>
              </a:p>
            </p:txBody>
          </p:sp>
          <p:sp>
            <p:nvSpPr>
              <p:cNvPr id="31" name="矩形 16">
                <a:extLst>
                  <a:ext uri="{FF2B5EF4-FFF2-40B4-BE49-F238E27FC236}">
                    <a16:creationId xmlns:a16="http://schemas.microsoft.com/office/drawing/2014/main" xmlns="" id="{306A7598-C00D-994F-82DA-B39F3C2E0AAD}"/>
                  </a:ext>
                </a:extLst>
              </p:cNvPr>
              <p:cNvSpPr/>
              <p:nvPr userDrawn="1"/>
            </p:nvSpPr>
            <p:spPr>
              <a:xfrm>
                <a:off x="12315640" y="4836793"/>
                <a:ext cx="885201" cy="462672"/>
              </a:xfrm>
              <a:prstGeom prst="rect">
                <a:avLst/>
              </a:prstGeom>
              <a:solidFill>
                <a:srgbClr val="F8B53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112"/>
                <a:r>
                  <a:rPr kumimoji="1" lang="mr-IN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 248</a:t>
                </a:r>
                <a:r>
                  <a:rPr kumimoji="1" lang="mr-IN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181/60</a:t>
                </a:r>
                <a:endParaRPr kumimoji="1" lang="mr-IN" altLang="zh-CN" sz="7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2" name="矩形 17">
                <a:extLst>
                  <a:ext uri="{FF2B5EF4-FFF2-40B4-BE49-F238E27FC236}">
                    <a16:creationId xmlns:a16="http://schemas.microsoft.com/office/drawing/2014/main" xmlns="" id="{C1423292-FF2F-A74C-943E-1C3C47534098}"/>
                  </a:ext>
                </a:extLst>
              </p:cNvPr>
              <p:cNvSpPr/>
              <p:nvPr userDrawn="1"/>
            </p:nvSpPr>
            <p:spPr>
              <a:xfrm>
                <a:off x="12315640" y="4319278"/>
                <a:ext cx="885201" cy="462672"/>
              </a:xfrm>
              <a:prstGeom prst="rect">
                <a:avLst/>
              </a:prstGeom>
              <a:solidFill>
                <a:srgbClr val="EB5C0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112"/>
                <a:r>
                  <a:rPr kumimoji="1" lang="mr-IN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 235</a:t>
                </a:r>
                <a:r>
                  <a:rPr kumimoji="1" lang="mr-IN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92/1</a:t>
                </a:r>
                <a:endParaRPr kumimoji="1" lang="mr-IN" altLang="zh-CN" sz="7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3" name="矩形 18">
                <a:extLst>
                  <a:ext uri="{FF2B5EF4-FFF2-40B4-BE49-F238E27FC236}">
                    <a16:creationId xmlns:a16="http://schemas.microsoft.com/office/drawing/2014/main" xmlns="" id="{2A29AF15-F5C4-A842-A63B-5DBA549CB92F}"/>
                  </a:ext>
                </a:extLst>
              </p:cNvPr>
              <p:cNvSpPr/>
              <p:nvPr userDrawn="1"/>
            </p:nvSpPr>
            <p:spPr>
              <a:xfrm>
                <a:off x="12315636" y="5880294"/>
                <a:ext cx="911019" cy="462672"/>
              </a:xfrm>
              <a:prstGeom prst="rect">
                <a:avLst/>
              </a:prstGeom>
              <a:solidFill>
                <a:srgbClr val="89898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112"/>
                <a:r>
                  <a:rPr kumimoji="1" lang="mr-IN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 137/137/137</a:t>
                </a:r>
                <a:endParaRPr kumimoji="1" lang="mr-IN" altLang="zh-CN" sz="7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4" name="矩形 19">
                <a:extLst>
                  <a:ext uri="{FF2B5EF4-FFF2-40B4-BE49-F238E27FC236}">
                    <a16:creationId xmlns:a16="http://schemas.microsoft.com/office/drawing/2014/main" xmlns="" id="{E9EA970A-4D36-BC41-B8BE-40DF553320E7}"/>
                  </a:ext>
                </a:extLst>
              </p:cNvPr>
              <p:cNvSpPr/>
              <p:nvPr userDrawn="1"/>
            </p:nvSpPr>
            <p:spPr>
              <a:xfrm>
                <a:off x="12315636" y="5362779"/>
                <a:ext cx="911019" cy="462672"/>
              </a:xfrm>
              <a:prstGeom prst="rect">
                <a:avLst/>
              </a:prstGeom>
              <a:solidFill>
                <a:srgbClr val="23181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112"/>
                <a:r>
                  <a:rPr kumimoji="1" lang="mr-IN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 35/24/21</a:t>
                </a:r>
                <a:endParaRPr kumimoji="1" lang="mr-IN" altLang="zh-CN" sz="7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5" name="矩形 22">
                <a:extLst>
                  <a:ext uri="{FF2B5EF4-FFF2-40B4-BE49-F238E27FC236}">
                    <a16:creationId xmlns:a16="http://schemas.microsoft.com/office/drawing/2014/main" xmlns="" id="{14EE21FB-1D92-0241-ABA5-5E9A6AEE0DC8}"/>
                  </a:ext>
                </a:extLst>
              </p:cNvPr>
              <p:cNvSpPr/>
              <p:nvPr userDrawn="1"/>
            </p:nvSpPr>
            <p:spPr>
              <a:xfrm>
                <a:off x="12315636" y="6403948"/>
                <a:ext cx="911019" cy="462672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112"/>
                <a:r>
                  <a:rPr kumimoji="1" lang="mr-IN" altLang="zh-CN" sz="700" b="1" dirty="0">
                    <a:solidFill>
                      <a:srgbClr val="666666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666666"/>
                    </a:solidFill>
                    <a:latin typeface="Arial" charset="0"/>
                    <a:ea typeface="Arial" charset="0"/>
                    <a:cs typeface="Arial" charset="0"/>
                  </a:rPr>
                  <a:t> 221</a:t>
                </a:r>
                <a:r>
                  <a:rPr kumimoji="1" lang="mr-IN" altLang="zh-CN" sz="700" b="1" dirty="0">
                    <a:solidFill>
                      <a:srgbClr val="666666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666666"/>
                    </a:solidFill>
                    <a:latin typeface="Arial" charset="0"/>
                    <a:ea typeface="Arial" charset="0"/>
                    <a:cs typeface="Arial" charset="0"/>
                  </a:rPr>
                  <a:t>221/221</a:t>
                </a:r>
                <a:endParaRPr kumimoji="1" lang="mr-IN" altLang="zh-CN" sz="700" b="1" dirty="0">
                  <a:solidFill>
                    <a:srgbClr val="666666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6" name="矩形 12">
                <a:extLst>
                  <a:ext uri="{FF2B5EF4-FFF2-40B4-BE49-F238E27FC236}">
                    <a16:creationId xmlns:a16="http://schemas.microsoft.com/office/drawing/2014/main" xmlns="" id="{883734A3-2645-434A-9DCC-1416B6C687CC}"/>
                  </a:ext>
                </a:extLst>
              </p:cNvPr>
              <p:cNvSpPr/>
              <p:nvPr userDrawn="1"/>
            </p:nvSpPr>
            <p:spPr>
              <a:xfrm>
                <a:off x="13288175" y="3785971"/>
                <a:ext cx="885201" cy="462672"/>
              </a:xfrm>
              <a:prstGeom prst="rect">
                <a:avLst/>
              </a:prstGeom>
              <a:solidFill>
                <a:srgbClr val="E98C8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112"/>
                <a:r>
                  <a:rPr kumimoji="1" lang="mr-IN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 233</a:t>
                </a:r>
                <a:r>
                  <a:rPr kumimoji="1" lang="mr-IN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140/128</a:t>
                </a:r>
                <a:endParaRPr kumimoji="1" lang="mr-IN" altLang="zh-CN" sz="7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7" name="矩形 13">
                <a:extLst>
                  <a:ext uri="{FF2B5EF4-FFF2-40B4-BE49-F238E27FC236}">
                    <a16:creationId xmlns:a16="http://schemas.microsoft.com/office/drawing/2014/main" xmlns="" id="{1FF13552-FB3D-134A-A80A-6CFB35DFE1A1}"/>
                  </a:ext>
                </a:extLst>
              </p:cNvPr>
              <p:cNvSpPr/>
              <p:nvPr userDrawn="1"/>
            </p:nvSpPr>
            <p:spPr>
              <a:xfrm>
                <a:off x="13288175" y="3259312"/>
                <a:ext cx="885201" cy="462672"/>
              </a:xfrm>
              <a:prstGeom prst="rect">
                <a:avLst/>
              </a:prstGeom>
              <a:solidFill>
                <a:srgbClr val="A72126"/>
              </a:solidFill>
              <a:ln>
                <a:solidFill>
                  <a:srgbClr val="9F000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112"/>
                <a:r>
                  <a:rPr kumimoji="1" lang="mr-IN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 159</a:t>
                </a:r>
                <a:r>
                  <a:rPr kumimoji="1" lang="mr-IN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0/1</a:t>
                </a:r>
                <a:endParaRPr kumimoji="1" lang="mr-IN" altLang="zh-CN" sz="7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8" name="矩形 16">
                <a:extLst>
                  <a:ext uri="{FF2B5EF4-FFF2-40B4-BE49-F238E27FC236}">
                    <a16:creationId xmlns:a16="http://schemas.microsoft.com/office/drawing/2014/main" xmlns="" id="{0A96471B-CB12-1443-B01F-C14C9112C149}"/>
                  </a:ext>
                </a:extLst>
              </p:cNvPr>
              <p:cNvSpPr/>
              <p:nvPr userDrawn="1"/>
            </p:nvSpPr>
            <p:spPr>
              <a:xfrm>
                <a:off x="13288175" y="4836793"/>
                <a:ext cx="885201" cy="462672"/>
              </a:xfrm>
              <a:prstGeom prst="rect">
                <a:avLst/>
              </a:prstGeom>
              <a:solidFill>
                <a:srgbClr val="F5DC5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112"/>
                <a:r>
                  <a:rPr kumimoji="1" lang="mr-IN" altLang="zh-CN" sz="700" b="1" dirty="0">
                    <a:solidFill>
                      <a:srgbClr val="666666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666666"/>
                    </a:solidFill>
                    <a:latin typeface="Arial" charset="0"/>
                    <a:ea typeface="Arial" charset="0"/>
                    <a:cs typeface="Arial" charset="0"/>
                  </a:rPr>
                  <a:t> 245</a:t>
                </a:r>
                <a:r>
                  <a:rPr kumimoji="1" lang="mr-IN" altLang="zh-CN" sz="700" b="1" dirty="0">
                    <a:solidFill>
                      <a:srgbClr val="666666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666666"/>
                    </a:solidFill>
                    <a:latin typeface="Arial" charset="0"/>
                    <a:ea typeface="Arial" charset="0"/>
                    <a:cs typeface="Arial" charset="0"/>
                  </a:rPr>
                  <a:t>220/87</a:t>
                </a:r>
                <a:endParaRPr kumimoji="1" lang="mr-IN" altLang="zh-CN" sz="700" b="1" dirty="0">
                  <a:solidFill>
                    <a:srgbClr val="666666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9" name="矩形 17">
                <a:extLst>
                  <a:ext uri="{FF2B5EF4-FFF2-40B4-BE49-F238E27FC236}">
                    <a16:creationId xmlns:a16="http://schemas.microsoft.com/office/drawing/2014/main" xmlns="" id="{61890D59-CF8B-1449-A836-3A304EC9A907}"/>
                  </a:ext>
                </a:extLst>
              </p:cNvPr>
              <p:cNvSpPr/>
              <p:nvPr userDrawn="1"/>
            </p:nvSpPr>
            <p:spPr>
              <a:xfrm>
                <a:off x="13288175" y="4319278"/>
                <a:ext cx="885201" cy="462672"/>
              </a:xfrm>
              <a:prstGeom prst="rect">
                <a:avLst/>
              </a:prstGeom>
              <a:solidFill>
                <a:srgbClr val="F085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112"/>
                <a:r>
                  <a:rPr kumimoji="1" lang="mr-IN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 240</a:t>
                </a:r>
                <a:r>
                  <a:rPr kumimoji="1" lang="mr-IN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133/0</a:t>
                </a:r>
                <a:endParaRPr kumimoji="1" lang="mr-IN" altLang="zh-CN" sz="7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40" name="矩形 18">
                <a:extLst>
                  <a:ext uri="{FF2B5EF4-FFF2-40B4-BE49-F238E27FC236}">
                    <a16:creationId xmlns:a16="http://schemas.microsoft.com/office/drawing/2014/main" xmlns="" id="{0466A1E1-E7C7-FD49-9880-9E44BED19FF5}"/>
                  </a:ext>
                </a:extLst>
              </p:cNvPr>
              <p:cNvSpPr/>
              <p:nvPr userDrawn="1"/>
            </p:nvSpPr>
            <p:spPr>
              <a:xfrm>
                <a:off x="13288171" y="5880294"/>
                <a:ext cx="911019" cy="462672"/>
              </a:xfrm>
              <a:prstGeom prst="rect">
                <a:avLst/>
              </a:prstGeom>
              <a:solidFill>
                <a:srgbClr val="B5B5B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112"/>
                <a:r>
                  <a:rPr kumimoji="1" lang="mr-IN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 181</a:t>
                </a:r>
                <a:r>
                  <a:rPr kumimoji="1" lang="mr-IN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181/181</a:t>
                </a:r>
                <a:endParaRPr kumimoji="1" lang="mr-IN" altLang="zh-CN" sz="7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42" name="矩形 19">
                <a:extLst>
                  <a:ext uri="{FF2B5EF4-FFF2-40B4-BE49-F238E27FC236}">
                    <a16:creationId xmlns:a16="http://schemas.microsoft.com/office/drawing/2014/main" xmlns="" id="{B21AD6AC-1275-0142-A9EA-D77B26CB40EF}"/>
                  </a:ext>
                </a:extLst>
              </p:cNvPr>
              <p:cNvSpPr/>
              <p:nvPr userDrawn="1"/>
            </p:nvSpPr>
            <p:spPr>
              <a:xfrm>
                <a:off x="13288171" y="5362779"/>
                <a:ext cx="911019" cy="462672"/>
              </a:xfrm>
              <a:prstGeom prst="rect">
                <a:avLst/>
              </a:prstGeom>
              <a:solidFill>
                <a:srgbClr val="59575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112"/>
                <a:r>
                  <a:rPr kumimoji="1" lang="mr-IN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 89</a:t>
                </a:r>
                <a:r>
                  <a:rPr kumimoji="1" lang="mr-IN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87/87</a:t>
                </a:r>
                <a:endParaRPr kumimoji="1" lang="mr-IN" altLang="zh-CN" sz="7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43" name="矩形 22">
                <a:extLst>
                  <a:ext uri="{FF2B5EF4-FFF2-40B4-BE49-F238E27FC236}">
                    <a16:creationId xmlns:a16="http://schemas.microsoft.com/office/drawing/2014/main" xmlns="" id="{238BAC2A-AE09-A84D-875D-8472236D6610}"/>
                  </a:ext>
                </a:extLst>
              </p:cNvPr>
              <p:cNvSpPr/>
              <p:nvPr userDrawn="1"/>
            </p:nvSpPr>
            <p:spPr>
              <a:xfrm>
                <a:off x="13288171" y="6403948"/>
                <a:ext cx="911019" cy="462672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chemeClr val="bg1">
                    <a:lumMod val="10000"/>
                    <a:lumOff val="9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112"/>
                <a:r>
                  <a:rPr kumimoji="1" lang="mr-IN" altLang="zh-CN" sz="700" b="1" dirty="0">
                    <a:solidFill>
                      <a:srgbClr val="666666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666666"/>
                    </a:solidFill>
                    <a:latin typeface="Arial" charset="0"/>
                    <a:ea typeface="Arial" charset="0"/>
                    <a:cs typeface="Arial" charset="0"/>
                  </a:rPr>
                  <a:t> 255</a:t>
                </a:r>
                <a:r>
                  <a:rPr kumimoji="1" lang="mr-IN" altLang="zh-CN" sz="700" b="1" dirty="0">
                    <a:solidFill>
                      <a:srgbClr val="666666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666666"/>
                    </a:solidFill>
                    <a:latin typeface="Arial" charset="0"/>
                    <a:ea typeface="Arial" charset="0"/>
                    <a:cs typeface="Arial" charset="0"/>
                  </a:rPr>
                  <a:t>255/255</a:t>
                </a:r>
                <a:endParaRPr kumimoji="1" lang="mr-IN" altLang="zh-CN" sz="700" b="1" dirty="0">
                  <a:solidFill>
                    <a:srgbClr val="666666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</p:grpSp>
      </p:grpSp>
      <p:sp>
        <p:nvSpPr>
          <p:cNvPr id="5" name="CuadroTexto 4">
            <a:extLst>
              <a:ext uri="{FF2B5EF4-FFF2-40B4-BE49-F238E27FC236}">
                <a16:creationId xmlns:a16="http://schemas.microsoft.com/office/drawing/2014/main" xmlns="" id="{CDB1A7D1-EA3F-4B19-D49B-37DE7FB36796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xmlns="" val="hdr"/>
              </p:ext>
            </p:extLst>
          </p:nvPr>
        </p:nvSpPr>
        <p:spPr>
          <a:xfrm>
            <a:off x="11083925" y="0"/>
            <a:ext cx="11414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s-AR" sz="10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Documento: Personal</a:t>
            </a:r>
          </a:p>
        </p:txBody>
      </p:sp>
    </p:spTree>
    <p:extLst>
      <p:ext uri="{BB962C8B-B14F-4D97-AF65-F5344CB8AC3E}">
        <p14:creationId xmlns:p14="http://schemas.microsoft.com/office/powerpoint/2010/main" val="37386877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46" r:id="rId1"/>
    <p:sldLayoutId id="2147484048" r:id="rId2"/>
    <p:sldLayoutId id="2147484049" r:id="rId3"/>
    <p:sldLayoutId id="2147484050" r:id="rId4"/>
    <p:sldLayoutId id="2147484051" r:id="rId5"/>
    <p:sldLayoutId id="2147484052" r:id="rId6"/>
  </p:sldLayoutIdLst>
  <p:hf hdr="0" ftr="0" dt="0"/>
  <p:txStyles>
    <p:titleStyle>
      <a:lvl1pPr algn="l" defTabSz="1187323" rtl="0" eaLnBrk="1" latinLnBrk="0" hangingPunct="1">
        <a:lnSpc>
          <a:spcPct val="90000"/>
        </a:lnSpc>
        <a:spcBef>
          <a:spcPct val="0"/>
        </a:spcBef>
        <a:buNone/>
        <a:defRPr sz="5714" kern="1200">
          <a:solidFill>
            <a:schemeClr val="tx1"/>
          </a:solidFill>
          <a:latin typeface="Arial"/>
          <a:ea typeface="+mj-ea"/>
          <a:cs typeface="+mj-cs"/>
        </a:defRPr>
      </a:lvl1pPr>
    </p:titleStyle>
    <p:bodyStyle>
      <a:lvl1pPr marL="296831" indent="-296831" algn="l" defTabSz="1187323" rtl="0" eaLnBrk="1" latinLnBrk="0" hangingPunct="1">
        <a:lnSpc>
          <a:spcPct val="90000"/>
        </a:lnSpc>
        <a:spcBef>
          <a:spcPts val="1298"/>
        </a:spcBef>
        <a:buFont typeface="Arial" panose="020B0604020202020204" pitchFamily="34" charset="0"/>
        <a:buChar char="•"/>
        <a:defRPr sz="3635" kern="1200">
          <a:solidFill>
            <a:schemeClr val="tx1"/>
          </a:solidFill>
          <a:latin typeface="Arial"/>
          <a:ea typeface="+mn-ea"/>
          <a:cs typeface="+mn-cs"/>
        </a:defRPr>
      </a:lvl1pPr>
      <a:lvl2pPr marL="890493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7" kern="1200">
          <a:solidFill>
            <a:schemeClr val="tx1"/>
          </a:solidFill>
          <a:latin typeface="Arial"/>
          <a:ea typeface="+mn-ea"/>
          <a:cs typeface="+mn-cs"/>
        </a:defRPr>
      </a:lvl2pPr>
      <a:lvl3pPr marL="1484154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7" kern="1200">
          <a:solidFill>
            <a:schemeClr val="tx1"/>
          </a:solidFill>
          <a:latin typeface="Arial"/>
          <a:ea typeface="+mn-ea"/>
          <a:cs typeface="+mn-cs"/>
        </a:defRPr>
      </a:lvl3pPr>
      <a:lvl4pPr marL="2077817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Arial"/>
          <a:ea typeface="+mn-ea"/>
          <a:cs typeface="+mn-cs"/>
        </a:defRPr>
      </a:lvl4pPr>
      <a:lvl5pPr marL="2671478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Arial"/>
          <a:ea typeface="+mn-ea"/>
          <a:cs typeface="+mn-cs"/>
        </a:defRPr>
      </a:lvl5pPr>
      <a:lvl6pPr marL="3265140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Arial"/>
          <a:ea typeface="+mn-ea"/>
          <a:cs typeface="+mn-cs"/>
        </a:defRPr>
      </a:lvl6pPr>
      <a:lvl7pPr marL="3858802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Arial"/>
          <a:ea typeface="+mn-ea"/>
          <a:cs typeface="+mn-cs"/>
        </a:defRPr>
      </a:lvl7pPr>
      <a:lvl8pPr marL="4452463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Arial"/>
          <a:ea typeface="+mn-ea"/>
          <a:cs typeface="+mn-cs"/>
        </a:defRPr>
      </a:lvl8pPr>
      <a:lvl9pPr marL="5046125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Arial"/>
          <a:ea typeface="+mn-ea"/>
          <a:cs typeface="+mn-cs"/>
        </a:defRPr>
      </a:lvl9pPr>
    </p:bodyStyle>
    <p:otherStyle>
      <a:defPPr>
        <a:defRPr lang="en-US"/>
      </a:defPPr>
      <a:lvl1pPr marL="0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1pPr>
      <a:lvl2pPr marL="593662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2pPr>
      <a:lvl3pPr marL="1187323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3pPr>
      <a:lvl4pPr marL="1780986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4pPr>
      <a:lvl5pPr marL="2374648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5pPr>
      <a:lvl6pPr marL="2968309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6pPr>
      <a:lvl7pPr marL="3561971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7pPr>
      <a:lvl8pPr marL="4155634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8pPr>
      <a:lvl9pPr marL="4749295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 xmlns="">
        <p15:guide id="1" orient="horz" pos="2161">
          <p15:clr>
            <a:srgbClr val="F26B43"/>
          </p15:clr>
        </p15:guide>
        <p15:guide id="2" pos="3842">
          <p15:clr>
            <a:srgbClr val="F26B43"/>
          </p15:clr>
        </p15:guide>
        <p15:guide id="3" pos="458">
          <p15:clr>
            <a:srgbClr val="F26B43"/>
          </p15:clr>
        </p15:guide>
        <p15:guide id="4" pos="7225">
          <p15:clr>
            <a:srgbClr val="F26B43"/>
          </p15:clr>
        </p15:guide>
        <p15:guide id="5" orient="horz" pos="4100">
          <p15:clr>
            <a:srgbClr val="F26B43"/>
          </p15:clr>
        </p15:guide>
      </p15:sldGuideLst>
    </p:ext>
  </p:extLst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6785A3D6-1271-D247-9E96-1B376F4BE7BE}"/>
              </a:ext>
            </a:extLst>
          </p:cNvPr>
          <p:cNvSpPr txBox="1"/>
          <p:nvPr userDrawn="1"/>
        </p:nvSpPr>
        <p:spPr>
          <a:xfrm>
            <a:off x="1095468" y="6356939"/>
            <a:ext cx="1463467" cy="242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12"/>
            <a:r>
              <a:rPr lang="en-US" sz="974" dirty="0">
                <a:solidFill>
                  <a:srgbClr val="1D1D1B"/>
                </a:solidFill>
                <a:latin typeface="Arial" pitchFamily="34" charset="0"/>
                <a:cs typeface="Arial" panose="020B0604020202020204" pitchFamily="34" charset="0"/>
              </a:rPr>
              <a:t>Huawei Confidential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EABEE2EE-BF4D-7A4A-B3C6-9E47668CCD98}"/>
              </a:ext>
            </a:extLst>
          </p:cNvPr>
          <p:cNvSpPr txBox="1"/>
          <p:nvPr userDrawn="1"/>
        </p:nvSpPr>
        <p:spPr>
          <a:xfrm>
            <a:off x="734132" y="6402806"/>
            <a:ext cx="499729" cy="1502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890493">
              <a:defRPr/>
            </a:pPr>
            <a:fld id="{C3837181-38C6-AD4F-B8BA-B444770388BB}" type="slidenum">
              <a:rPr lang="en-US" sz="974">
                <a:solidFill>
                  <a:srgbClr val="1D1D1B"/>
                </a:solidFill>
                <a:latin typeface="Arial" pitchFamily="34" charset="0"/>
                <a:cs typeface="Arial" panose="020B0604020202020204" pitchFamily="34" charset="0"/>
              </a:rPr>
              <a:pPr defTabSz="890493">
                <a:defRPr/>
              </a:pPr>
              <a:t>‹Nº›</a:t>
            </a:fld>
            <a:endParaRPr lang="en-US" sz="974" dirty="0">
              <a:solidFill>
                <a:srgbClr val="1D1D1B"/>
              </a:solidFill>
              <a:latin typeface="Arial" pitchFamily="34" charset="0"/>
              <a:cs typeface="Arial" panose="020B0604020202020204" pitchFamily="34" charset="0"/>
            </a:endParaRPr>
          </a:p>
        </p:txBody>
      </p:sp>
      <p:pic>
        <p:nvPicPr>
          <p:cNvPr id="41" name="图片 4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6000" y="6319872"/>
            <a:ext cx="1269075" cy="271153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xmlns="" id="{F96365B8-6C6F-3CD4-1956-C032A957C3D2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xmlns="" val="hdr"/>
              </p:ext>
            </p:extLst>
          </p:nvPr>
        </p:nvSpPr>
        <p:spPr>
          <a:xfrm>
            <a:off x="11083925" y="0"/>
            <a:ext cx="11414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s-AR" sz="10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Documento: Personal</a:t>
            </a:r>
          </a:p>
        </p:txBody>
      </p:sp>
    </p:spTree>
    <p:extLst>
      <p:ext uri="{BB962C8B-B14F-4D97-AF65-F5344CB8AC3E}">
        <p14:creationId xmlns:p14="http://schemas.microsoft.com/office/powerpoint/2010/main" val="426030140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txStyles>
    <p:titleStyle>
      <a:lvl1pPr algn="l" defTabSz="1187323" rtl="0" eaLnBrk="1" latinLnBrk="0" hangingPunct="1">
        <a:lnSpc>
          <a:spcPct val="90000"/>
        </a:lnSpc>
        <a:spcBef>
          <a:spcPct val="0"/>
        </a:spcBef>
        <a:buNone/>
        <a:defRPr sz="5714" kern="1200">
          <a:solidFill>
            <a:schemeClr val="tx1"/>
          </a:solidFill>
          <a:latin typeface="Arial"/>
          <a:ea typeface="+mj-ea"/>
          <a:cs typeface="+mj-cs"/>
        </a:defRPr>
      </a:lvl1pPr>
    </p:titleStyle>
    <p:bodyStyle>
      <a:lvl1pPr marL="296831" indent="-296831" algn="l" defTabSz="1187323" rtl="0" eaLnBrk="1" latinLnBrk="0" hangingPunct="1">
        <a:lnSpc>
          <a:spcPct val="90000"/>
        </a:lnSpc>
        <a:spcBef>
          <a:spcPts val="1298"/>
        </a:spcBef>
        <a:buFont typeface="Arial" panose="020B0604020202020204" pitchFamily="34" charset="0"/>
        <a:buChar char="•"/>
        <a:defRPr sz="3635" kern="1200">
          <a:solidFill>
            <a:schemeClr val="tx1"/>
          </a:solidFill>
          <a:latin typeface="Arial"/>
          <a:ea typeface="+mn-ea"/>
          <a:cs typeface="+mn-cs"/>
        </a:defRPr>
      </a:lvl1pPr>
      <a:lvl2pPr marL="890493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7" kern="1200">
          <a:solidFill>
            <a:schemeClr val="tx1"/>
          </a:solidFill>
          <a:latin typeface="Arial"/>
          <a:ea typeface="+mn-ea"/>
          <a:cs typeface="+mn-cs"/>
        </a:defRPr>
      </a:lvl2pPr>
      <a:lvl3pPr marL="1484154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7" kern="1200">
          <a:solidFill>
            <a:schemeClr val="tx1"/>
          </a:solidFill>
          <a:latin typeface="Arial"/>
          <a:ea typeface="+mn-ea"/>
          <a:cs typeface="+mn-cs"/>
        </a:defRPr>
      </a:lvl3pPr>
      <a:lvl4pPr marL="2077817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Arial"/>
          <a:ea typeface="+mn-ea"/>
          <a:cs typeface="+mn-cs"/>
        </a:defRPr>
      </a:lvl4pPr>
      <a:lvl5pPr marL="2671478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Arial"/>
          <a:ea typeface="+mn-ea"/>
          <a:cs typeface="+mn-cs"/>
        </a:defRPr>
      </a:lvl5pPr>
      <a:lvl6pPr marL="3265140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Arial"/>
          <a:ea typeface="+mn-ea"/>
          <a:cs typeface="+mn-cs"/>
        </a:defRPr>
      </a:lvl6pPr>
      <a:lvl7pPr marL="3858802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Arial"/>
          <a:ea typeface="+mn-ea"/>
          <a:cs typeface="+mn-cs"/>
        </a:defRPr>
      </a:lvl7pPr>
      <a:lvl8pPr marL="4452463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Arial"/>
          <a:ea typeface="+mn-ea"/>
          <a:cs typeface="+mn-cs"/>
        </a:defRPr>
      </a:lvl8pPr>
      <a:lvl9pPr marL="5046125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Arial"/>
          <a:ea typeface="+mn-ea"/>
          <a:cs typeface="+mn-cs"/>
        </a:defRPr>
      </a:lvl9pPr>
    </p:bodyStyle>
    <p:otherStyle>
      <a:defPPr>
        <a:defRPr lang="en-US"/>
      </a:defPPr>
      <a:lvl1pPr marL="0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1pPr>
      <a:lvl2pPr marL="593662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2pPr>
      <a:lvl3pPr marL="1187323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3pPr>
      <a:lvl4pPr marL="1780986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4pPr>
      <a:lvl5pPr marL="2374648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5pPr>
      <a:lvl6pPr marL="2968309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6pPr>
      <a:lvl7pPr marL="3561971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7pPr>
      <a:lvl8pPr marL="4155634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8pPr>
      <a:lvl9pPr marL="4749295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 xmlns="">
        <p15:guide id="1" orient="horz" pos="2161">
          <p15:clr>
            <a:srgbClr val="F26B43"/>
          </p15:clr>
        </p15:guide>
        <p15:guide id="2" pos="3842">
          <p15:clr>
            <a:srgbClr val="F26B43"/>
          </p15:clr>
        </p15:guide>
        <p15:guide id="3" pos="458">
          <p15:clr>
            <a:srgbClr val="F26B43"/>
          </p15:clr>
        </p15:guide>
        <p15:guide id="4" pos="7225">
          <p15:clr>
            <a:srgbClr val="F26B43"/>
          </p15:clr>
        </p15:guide>
        <p15:guide id="5" orient="horz" pos="4100">
          <p15:clr>
            <a:srgbClr val="F26B43"/>
          </p15:clr>
        </p15:guide>
      </p15:sldGuideLst>
    </p:ext>
  </p:extLst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6785A3D6-1271-D247-9E96-1B376F4BE7BE}"/>
              </a:ext>
            </a:extLst>
          </p:cNvPr>
          <p:cNvSpPr txBox="1"/>
          <p:nvPr userDrawn="1"/>
        </p:nvSpPr>
        <p:spPr>
          <a:xfrm>
            <a:off x="1095468" y="6356939"/>
            <a:ext cx="1463467" cy="242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12"/>
            <a:r>
              <a:rPr lang="en-US" sz="974" dirty="0">
                <a:solidFill>
                  <a:srgbClr val="1D1D1B"/>
                </a:solidFill>
                <a:latin typeface="Arial" pitchFamily="34" charset="0"/>
                <a:cs typeface="Arial" panose="020B0604020202020204" pitchFamily="34" charset="0"/>
              </a:rPr>
              <a:t>Huawei Confidential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EABEE2EE-BF4D-7A4A-B3C6-9E47668CCD98}"/>
              </a:ext>
            </a:extLst>
          </p:cNvPr>
          <p:cNvSpPr txBox="1"/>
          <p:nvPr userDrawn="1"/>
        </p:nvSpPr>
        <p:spPr>
          <a:xfrm>
            <a:off x="734132" y="6402806"/>
            <a:ext cx="499729" cy="1502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890493">
              <a:defRPr/>
            </a:pPr>
            <a:fld id="{C3837181-38C6-AD4F-B8BA-B444770388BB}" type="slidenum">
              <a:rPr lang="en-US" sz="974">
                <a:solidFill>
                  <a:srgbClr val="1D1D1B"/>
                </a:solidFill>
                <a:latin typeface="Arial" pitchFamily="34" charset="0"/>
                <a:cs typeface="Arial" panose="020B0604020202020204" pitchFamily="34" charset="0"/>
              </a:rPr>
              <a:pPr defTabSz="890493">
                <a:defRPr/>
              </a:pPr>
              <a:t>‹Nº›</a:t>
            </a:fld>
            <a:endParaRPr lang="en-US" sz="974" dirty="0">
              <a:solidFill>
                <a:srgbClr val="1D1D1B"/>
              </a:solidFill>
              <a:latin typeface="Arial" pitchFamily="34" charset="0"/>
              <a:cs typeface="Arial" panose="020B0604020202020204" pitchFamily="34" charset="0"/>
            </a:endParaRPr>
          </a:p>
        </p:txBody>
      </p:sp>
      <p:pic>
        <p:nvPicPr>
          <p:cNvPr id="41" name="图片 40"/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6000" y="6319872"/>
            <a:ext cx="1269075" cy="271153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xmlns="" id="{61A07249-2DE0-6353-50D9-978928606C28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xmlns="" val="hdr"/>
              </p:ext>
            </p:extLst>
          </p:nvPr>
        </p:nvSpPr>
        <p:spPr>
          <a:xfrm>
            <a:off x="11083925" y="0"/>
            <a:ext cx="11414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s-AR" sz="10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Documento: Personal</a:t>
            </a:r>
          </a:p>
        </p:txBody>
      </p:sp>
    </p:spTree>
    <p:extLst>
      <p:ext uri="{BB962C8B-B14F-4D97-AF65-F5344CB8AC3E}">
        <p14:creationId xmlns:p14="http://schemas.microsoft.com/office/powerpoint/2010/main" val="35880091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19" r:id="rId1"/>
    <p:sldLayoutId id="2147484121" r:id="rId2"/>
    <p:sldLayoutId id="2147484122" r:id="rId3"/>
    <p:sldLayoutId id="2147484123" r:id="rId4"/>
    <p:sldLayoutId id="2147484124" r:id="rId5"/>
    <p:sldLayoutId id="2147484125" r:id="rId6"/>
  </p:sldLayoutIdLst>
  <p:hf hdr="0" ftr="0" dt="0"/>
  <p:txStyles>
    <p:titleStyle>
      <a:lvl1pPr algn="l" defTabSz="1187323" rtl="0" eaLnBrk="1" latinLnBrk="0" hangingPunct="1">
        <a:lnSpc>
          <a:spcPct val="90000"/>
        </a:lnSpc>
        <a:spcBef>
          <a:spcPct val="0"/>
        </a:spcBef>
        <a:buNone/>
        <a:defRPr sz="5714" kern="1200">
          <a:solidFill>
            <a:schemeClr val="tx1"/>
          </a:solidFill>
          <a:latin typeface="Arial"/>
          <a:ea typeface="+mj-ea"/>
          <a:cs typeface="+mj-cs"/>
        </a:defRPr>
      </a:lvl1pPr>
    </p:titleStyle>
    <p:bodyStyle>
      <a:lvl1pPr marL="296831" indent="-296831" algn="l" defTabSz="1187323" rtl="0" eaLnBrk="1" latinLnBrk="0" hangingPunct="1">
        <a:lnSpc>
          <a:spcPct val="90000"/>
        </a:lnSpc>
        <a:spcBef>
          <a:spcPts val="1298"/>
        </a:spcBef>
        <a:buFont typeface="Arial" panose="020B0604020202020204" pitchFamily="34" charset="0"/>
        <a:buChar char="•"/>
        <a:defRPr sz="3635" kern="1200">
          <a:solidFill>
            <a:schemeClr val="tx1"/>
          </a:solidFill>
          <a:latin typeface="Arial"/>
          <a:ea typeface="+mn-ea"/>
          <a:cs typeface="+mn-cs"/>
        </a:defRPr>
      </a:lvl1pPr>
      <a:lvl2pPr marL="890493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7" kern="1200">
          <a:solidFill>
            <a:schemeClr val="tx1"/>
          </a:solidFill>
          <a:latin typeface="Arial"/>
          <a:ea typeface="+mn-ea"/>
          <a:cs typeface="+mn-cs"/>
        </a:defRPr>
      </a:lvl2pPr>
      <a:lvl3pPr marL="1484154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7" kern="1200">
          <a:solidFill>
            <a:schemeClr val="tx1"/>
          </a:solidFill>
          <a:latin typeface="Arial"/>
          <a:ea typeface="+mn-ea"/>
          <a:cs typeface="+mn-cs"/>
        </a:defRPr>
      </a:lvl3pPr>
      <a:lvl4pPr marL="2077817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Arial"/>
          <a:ea typeface="+mn-ea"/>
          <a:cs typeface="+mn-cs"/>
        </a:defRPr>
      </a:lvl4pPr>
      <a:lvl5pPr marL="2671478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Arial"/>
          <a:ea typeface="+mn-ea"/>
          <a:cs typeface="+mn-cs"/>
        </a:defRPr>
      </a:lvl5pPr>
      <a:lvl6pPr marL="3265140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Arial"/>
          <a:ea typeface="+mn-ea"/>
          <a:cs typeface="+mn-cs"/>
        </a:defRPr>
      </a:lvl6pPr>
      <a:lvl7pPr marL="3858802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Arial"/>
          <a:ea typeface="+mn-ea"/>
          <a:cs typeface="+mn-cs"/>
        </a:defRPr>
      </a:lvl7pPr>
      <a:lvl8pPr marL="4452463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Arial"/>
          <a:ea typeface="+mn-ea"/>
          <a:cs typeface="+mn-cs"/>
        </a:defRPr>
      </a:lvl8pPr>
      <a:lvl9pPr marL="5046125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Arial"/>
          <a:ea typeface="+mn-ea"/>
          <a:cs typeface="+mn-cs"/>
        </a:defRPr>
      </a:lvl9pPr>
    </p:bodyStyle>
    <p:otherStyle>
      <a:defPPr>
        <a:defRPr lang="en-US"/>
      </a:defPPr>
      <a:lvl1pPr marL="0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1pPr>
      <a:lvl2pPr marL="593662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2pPr>
      <a:lvl3pPr marL="1187323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3pPr>
      <a:lvl4pPr marL="1780986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4pPr>
      <a:lvl5pPr marL="2374648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5pPr>
      <a:lvl6pPr marL="2968309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6pPr>
      <a:lvl7pPr marL="3561971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7pPr>
      <a:lvl8pPr marL="4155634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8pPr>
      <a:lvl9pPr marL="4749295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 xmlns="">
        <p15:guide id="1" orient="horz" pos="2161">
          <p15:clr>
            <a:srgbClr val="F26B43"/>
          </p15:clr>
        </p15:guide>
        <p15:guide id="2" pos="3842">
          <p15:clr>
            <a:srgbClr val="F26B43"/>
          </p15:clr>
        </p15:guide>
        <p15:guide id="3" pos="458">
          <p15:clr>
            <a:srgbClr val="F26B43"/>
          </p15:clr>
        </p15:guide>
        <p15:guide id="4" pos="7225">
          <p15:clr>
            <a:srgbClr val="F26B43"/>
          </p15:clr>
        </p15:guide>
        <p15:guide id="5" orient="horz" pos="4100">
          <p15:clr>
            <a:srgbClr val="F26B43"/>
          </p15:clr>
        </p15:guide>
      </p15:sldGuideLst>
    </p:ext>
  </p:extLst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6785A3D6-1271-D247-9E96-1B376F4BE7BE}"/>
              </a:ext>
            </a:extLst>
          </p:cNvPr>
          <p:cNvSpPr txBox="1"/>
          <p:nvPr userDrawn="1"/>
        </p:nvSpPr>
        <p:spPr>
          <a:xfrm>
            <a:off x="1095468" y="6356939"/>
            <a:ext cx="1463467" cy="242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12"/>
            <a:r>
              <a:rPr lang="en-US" sz="974" dirty="0">
                <a:solidFill>
                  <a:srgbClr val="1D1D1B"/>
                </a:solidFill>
                <a:cs typeface="Arial" panose="020B0604020202020204" pitchFamily="34" charset="0"/>
              </a:rPr>
              <a:t>Huawei Confidential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EABEE2EE-BF4D-7A4A-B3C6-9E47668CCD98}"/>
              </a:ext>
            </a:extLst>
          </p:cNvPr>
          <p:cNvSpPr txBox="1"/>
          <p:nvPr userDrawn="1"/>
        </p:nvSpPr>
        <p:spPr>
          <a:xfrm>
            <a:off x="734132" y="6402806"/>
            <a:ext cx="499729" cy="1502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890493">
              <a:defRPr/>
            </a:pPr>
            <a:fld id="{C3837181-38C6-AD4F-B8BA-B444770388BB}" type="slidenum">
              <a:rPr lang="en-US" sz="974">
                <a:solidFill>
                  <a:srgbClr val="1D1D1B"/>
                </a:solidFill>
                <a:cs typeface="Arial" panose="020B0604020202020204" pitchFamily="34" charset="0"/>
              </a:rPr>
              <a:pPr defTabSz="890493">
                <a:defRPr/>
              </a:pPr>
              <a:t>‹Nº›</a:t>
            </a:fld>
            <a:endParaRPr lang="en-US" sz="974" dirty="0">
              <a:solidFill>
                <a:srgbClr val="1D1D1B"/>
              </a:solidFill>
              <a:cs typeface="Arial" panose="020B0604020202020204" pitchFamily="34" charset="0"/>
            </a:endParaRPr>
          </a:p>
        </p:txBody>
      </p:sp>
      <p:pic>
        <p:nvPicPr>
          <p:cNvPr id="41" name="图片 40"/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6000" y="6319872"/>
            <a:ext cx="1269075" cy="271153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xmlns="" id="{87BBE9E7-F340-F7C0-B650-DD181D9F3DBC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xmlns="" val="hdr"/>
              </p:ext>
            </p:extLst>
          </p:nvPr>
        </p:nvSpPr>
        <p:spPr>
          <a:xfrm>
            <a:off x="11083925" y="0"/>
            <a:ext cx="11414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s-AR" sz="10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Documento: Personal</a:t>
            </a:r>
          </a:p>
        </p:txBody>
      </p:sp>
    </p:spTree>
    <p:extLst>
      <p:ext uri="{BB962C8B-B14F-4D97-AF65-F5344CB8AC3E}">
        <p14:creationId xmlns:p14="http://schemas.microsoft.com/office/powerpoint/2010/main" val="914171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27" r:id="rId1"/>
    <p:sldLayoutId id="2147484129" r:id="rId2"/>
    <p:sldLayoutId id="2147484130" r:id="rId3"/>
    <p:sldLayoutId id="2147484131" r:id="rId4"/>
    <p:sldLayoutId id="2147484132" r:id="rId5"/>
    <p:sldLayoutId id="2147484133" r:id="rId6"/>
  </p:sldLayoutIdLst>
  <p:hf hdr="0" ftr="0" dt="0"/>
  <p:txStyles>
    <p:titleStyle>
      <a:lvl1pPr algn="l" defTabSz="1187323" rtl="0" eaLnBrk="1" latinLnBrk="0" hangingPunct="1">
        <a:lnSpc>
          <a:spcPct val="90000"/>
        </a:lnSpc>
        <a:spcBef>
          <a:spcPct val="0"/>
        </a:spcBef>
        <a:buNone/>
        <a:defRPr sz="5714" kern="1200">
          <a:solidFill>
            <a:schemeClr val="tx1"/>
          </a:solidFill>
          <a:latin typeface="Arial"/>
          <a:ea typeface="+mj-ea"/>
          <a:cs typeface="+mj-cs"/>
        </a:defRPr>
      </a:lvl1pPr>
    </p:titleStyle>
    <p:bodyStyle>
      <a:lvl1pPr marL="296831" indent="-296831" algn="l" defTabSz="1187323" rtl="0" eaLnBrk="1" latinLnBrk="0" hangingPunct="1">
        <a:lnSpc>
          <a:spcPct val="90000"/>
        </a:lnSpc>
        <a:spcBef>
          <a:spcPts val="1298"/>
        </a:spcBef>
        <a:buFont typeface="Arial" panose="020B0604020202020204" pitchFamily="34" charset="0"/>
        <a:buChar char="•"/>
        <a:defRPr sz="3635" kern="1200">
          <a:solidFill>
            <a:schemeClr val="tx1"/>
          </a:solidFill>
          <a:latin typeface="Arial"/>
          <a:ea typeface="+mn-ea"/>
          <a:cs typeface="+mn-cs"/>
        </a:defRPr>
      </a:lvl1pPr>
      <a:lvl2pPr marL="890493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7" kern="1200">
          <a:solidFill>
            <a:schemeClr val="tx1"/>
          </a:solidFill>
          <a:latin typeface="Arial"/>
          <a:ea typeface="+mn-ea"/>
          <a:cs typeface="+mn-cs"/>
        </a:defRPr>
      </a:lvl2pPr>
      <a:lvl3pPr marL="1484154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7" kern="1200">
          <a:solidFill>
            <a:schemeClr val="tx1"/>
          </a:solidFill>
          <a:latin typeface="Arial"/>
          <a:ea typeface="+mn-ea"/>
          <a:cs typeface="+mn-cs"/>
        </a:defRPr>
      </a:lvl3pPr>
      <a:lvl4pPr marL="2077817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Arial"/>
          <a:ea typeface="+mn-ea"/>
          <a:cs typeface="+mn-cs"/>
        </a:defRPr>
      </a:lvl4pPr>
      <a:lvl5pPr marL="2671478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Arial"/>
          <a:ea typeface="+mn-ea"/>
          <a:cs typeface="+mn-cs"/>
        </a:defRPr>
      </a:lvl5pPr>
      <a:lvl6pPr marL="3265140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Arial"/>
          <a:ea typeface="+mn-ea"/>
          <a:cs typeface="+mn-cs"/>
        </a:defRPr>
      </a:lvl6pPr>
      <a:lvl7pPr marL="3858802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Arial"/>
          <a:ea typeface="+mn-ea"/>
          <a:cs typeface="+mn-cs"/>
        </a:defRPr>
      </a:lvl7pPr>
      <a:lvl8pPr marL="4452463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Arial"/>
          <a:ea typeface="+mn-ea"/>
          <a:cs typeface="+mn-cs"/>
        </a:defRPr>
      </a:lvl8pPr>
      <a:lvl9pPr marL="5046125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Arial"/>
          <a:ea typeface="+mn-ea"/>
          <a:cs typeface="+mn-cs"/>
        </a:defRPr>
      </a:lvl9pPr>
    </p:bodyStyle>
    <p:otherStyle>
      <a:defPPr>
        <a:defRPr lang="en-US"/>
      </a:defPPr>
      <a:lvl1pPr marL="0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1pPr>
      <a:lvl2pPr marL="593662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2pPr>
      <a:lvl3pPr marL="1187323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3pPr>
      <a:lvl4pPr marL="1780986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4pPr>
      <a:lvl5pPr marL="2374648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5pPr>
      <a:lvl6pPr marL="2968309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6pPr>
      <a:lvl7pPr marL="3561971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7pPr>
      <a:lvl8pPr marL="4155634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8pPr>
      <a:lvl9pPr marL="4749295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 xmlns="">
        <p15:guide id="1" orient="horz" pos="2161">
          <p15:clr>
            <a:srgbClr val="F26B43"/>
          </p15:clr>
        </p15:guide>
        <p15:guide id="2" pos="3842">
          <p15:clr>
            <a:srgbClr val="F26B43"/>
          </p15:clr>
        </p15:guide>
        <p15:guide id="3" pos="458">
          <p15:clr>
            <a:srgbClr val="F26B43"/>
          </p15:clr>
        </p15:guide>
        <p15:guide id="4" pos="7225">
          <p15:clr>
            <a:srgbClr val="F26B43"/>
          </p15:clr>
        </p15:guide>
        <p15:guide id="5" orient="horz" pos="4100">
          <p15:clr>
            <a:srgbClr val="F26B43"/>
          </p15:clr>
        </p15:guide>
      </p15:sldGuideLst>
    </p:ext>
  </p:extLst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6785A3D6-1271-D247-9E96-1B376F4BE7BE}"/>
              </a:ext>
            </a:extLst>
          </p:cNvPr>
          <p:cNvSpPr txBox="1"/>
          <p:nvPr userDrawn="1"/>
        </p:nvSpPr>
        <p:spPr>
          <a:xfrm>
            <a:off x="1095468" y="6356939"/>
            <a:ext cx="1463467" cy="242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12"/>
            <a:r>
              <a:rPr lang="en-US" sz="974" dirty="0">
                <a:solidFill>
                  <a:srgbClr val="1D1D1B"/>
                </a:solidFill>
                <a:latin typeface="Arial" pitchFamily="34" charset="0"/>
                <a:cs typeface="Arial" panose="020B0604020202020204" pitchFamily="34" charset="0"/>
              </a:rPr>
              <a:t>Huawei Confidential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EABEE2EE-BF4D-7A4A-B3C6-9E47668CCD98}"/>
              </a:ext>
            </a:extLst>
          </p:cNvPr>
          <p:cNvSpPr txBox="1"/>
          <p:nvPr userDrawn="1"/>
        </p:nvSpPr>
        <p:spPr>
          <a:xfrm>
            <a:off x="734132" y="6402806"/>
            <a:ext cx="499729" cy="1502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890493">
              <a:defRPr/>
            </a:pPr>
            <a:fld id="{C3837181-38C6-AD4F-B8BA-B444770388BB}" type="slidenum">
              <a:rPr lang="en-US" sz="974">
                <a:solidFill>
                  <a:srgbClr val="1D1D1B"/>
                </a:solidFill>
                <a:latin typeface="Arial" pitchFamily="34" charset="0"/>
                <a:cs typeface="Arial" panose="020B0604020202020204" pitchFamily="34" charset="0"/>
              </a:rPr>
              <a:pPr defTabSz="890493">
                <a:defRPr/>
              </a:pPr>
              <a:t>‹Nº›</a:t>
            </a:fld>
            <a:endParaRPr lang="en-US" sz="974" dirty="0">
              <a:solidFill>
                <a:srgbClr val="1D1D1B"/>
              </a:solidFill>
              <a:latin typeface="Arial" pitchFamily="34" charset="0"/>
              <a:cs typeface="Arial" panose="020B0604020202020204" pitchFamily="34" charset="0"/>
            </a:endParaRPr>
          </a:p>
        </p:txBody>
      </p:sp>
      <p:pic>
        <p:nvPicPr>
          <p:cNvPr id="41" name="图片 40"/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6000" y="6319872"/>
            <a:ext cx="1269075" cy="271153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xmlns="" id="{FC1B9E04-9D29-6D53-5AC1-9880CAF5DCB2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xmlns="" val="hdr"/>
              </p:ext>
            </p:extLst>
          </p:nvPr>
        </p:nvSpPr>
        <p:spPr>
          <a:xfrm>
            <a:off x="11083925" y="0"/>
            <a:ext cx="11414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s-AR" sz="10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Documento: Personal</a:t>
            </a:r>
          </a:p>
        </p:txBody>
      </p:sp>
    </p:spTree>
    <p:extLst>
      <p:ext uri="{BB962C8B-B14F-4D97-AF65-F5344CB8AC3E}">
        <p14:creationId xmlns:p14="http://schemas.microsoft.com/office/powerpoint/2010/main" val="3366447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35" r:id="rId1"/>
    <p:sldLayoutId id="2147484137" r:id="rId2"/>
    <p:sldLayoutId id="2147484138" r:id="rId3"/>
    <p:sldLayoutId id="2147484139" r:id="rId4"/>
    <p:sldLayoutId id="2147484140" r:id="rId5"/>
    <p:sldLayoutId id="2147484141" r:id="rId6"/>
  </p:sldLayoutIdLst>
  <p:hf hdr="0" ftr="0" dt="0"/>
  <p:txStyles>
    <p:titleStyle>
      <a:lvl1pPr algn="l" defTabSz="1187323" rtl="0" eaLnBrk="1" latinLnBrk="0" hangingPunct="1">
        <a:lnSpc>
          <a:spcPct val="90000"/>
        </a:lnSpc>
        <a:spcBef>
          <a:spcPct val="0"/>
        </a:spcBef>
        <a:buNone/>
        <a:defRPr sz="5714" kern="1200">
          <a:solidFill>
            <a:schemeClr val="tx1"/>
          </a:solidFill>
          <a:latin typeface="Arial"/>
          <a:ea typeface="+mj-ea"/>
          <a:cs typeface="+mj-cs"/>
        </a:defRPr>
      </a:lvl1pPr>
    </p:titleStyle>
    <p:bodyStyle>
      <a:lvl1pPr marL="296831" indent="-296831" algn="l" defTabSz="1187323" rtl="0" eaLnBrk="1" latinLnBrk="0" hangingPunct="1">
        <a:lnSpc>
          <a:spcPct val="90000"/>
        </a:lnSpc>
        <a:spcBef>
          <a:spcPts val="1298"/>
        </a:spcBef>
        <a:buFont typeface="Arial" panose="020B0604020202020204" pitchFamily="34" charset="0"/>
        <a:buChar char="•"/>
        <a:defRPr sz="3635" kern="1200">
          <a:solidFill>
            <a:schemeClr val="tx1"/>
          </a:solidFill>
          <a:latin typeface="Arial"/>
          <a:ea typeface="+mn-ea"/>
          <a:cs typeface="+mn-cs"/>
        </a:defRPr>
      </a:lvl1pPr>
      <a:lvl2pPr marL="890493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7" kern="1200">
          <a:solidFill>
            <a:schemeClr val="tx1"/>
          </a:solidFill>
          <a:latin typeface="Arial"/>
          <a:ea typeface="+mn-ea"/>
          <a:cs typeface="+mn-cs"/>
        </a:defRPr>
      </a:lvl2pPr>
      <a:lvl3pPr marL="1484154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7" kern="1200">
          <a:solidFill>
            <a:schemeClr val="tx1"/>
          </a:solidFill>
          <a:latin typeface="Arial"/>
          <a:ea typeface="+mn-ea"/>
          <a:cs typeface="+mn-cs"/>
        </a:defRPr>
      </a:lvl3pPr>
      <a:lvl4pPr marL="2077817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Arial"/>
          <a:ea typeface="+mn-ea"/>
          <a:cs typeface="+mn-cs"/>
        </a:defRPr>
      </a:lvl4pPr>
      <a:lvl5pPr marL="2671478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Arial"/>
          <a:ea typeface="+mn-ea"/>
          <a:cs typeface="+mn-cs"/>
        </a:defRPr>
      </a:lvl5pPr>
      <a:lvl6pPr marL="3265140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Arial"/>
          <a:ea typeface="+mn-ea"/>
          <a:cs typeface="+mn-cs"/>
        </a:defRPr>
      </a:lvl6pPr>
      <a:lvl7pPr marL="3858802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Arial"/>
          <a:ea typeface="+mn-ea"/>
          <a:cs typeface="+mn-cs"/>
        </a:defRPr>
      </a:lvl7pPr>
      <a:lvl8pPr marL="4452463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Arial"/>
          <a:ea typeface="+mn-ea"/>
          <a:cs typeface="+mn-cs"/>
        </a:defRPr>
      </a:lvl8pPr>
      <a:lvl9pPr marL="5046125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Arial"/>
          <a:ea typeface="+mn-ea"/>
          <a:cs typeface="+mn-cs"/>
        </a:defRPr>
      </a:lvl9pPr>
    </p:bodyStyle>
    <p:otherStyle>
      <a:defPPr>
        <a:defRPr lang="en-US"/>
      </a:defPPr>
      <a:lvl1pPr marL="0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1pPr>
      <a:lvl2pPr marL="593662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2pPr>
      <a:lvl3pPr marL="1187323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3pPr>
      <a:lvl4pPr marL="1780986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4pPr>
      <a:lvl5pPr marL="2374648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5pPr>
      <a:lvl6pPr marL="2968309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6pPr>
      <a:lvl7pPr marL="3561971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7pPr>
      <a:lvl8pPr marL="4155634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8pPr>
      <a:lvl9pPr marL="4749295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 xmlns="">
        <p15:guide id="1" orient="horz" pos="2161">
          <p15:clr>
            <a:srgbClr val="F26B43"/>
          </p15:clr>
        </p15:guide>
        <p15:guide id="2" pos="3842">
          <p15:clr>
            <a:srgbClr val="F26B43"/>
          </p15:clr>
        </p15:guide>
        <p15:guide id="3" pos="458">
          <p15:clr>
            <a:srgbClr val="F26B43"/>
          </p15:clr>
        </p15:guide>
        <p15:guide id="4" pos="7225">
          <p15:clr>
            <a:srgbClr val="F26B43"/>
          </p15:clr>
        </p15:guide>
        <p15:guide id="5" orient="horz" pos="4100">
          <p15:clr>
            <a:srgbClr val="F26B43"/>
          </p15:clr>
        </p15:guide>
      </p15:sldGuideLst>
    </p:ext>
  </p:extLst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6785A3D6-1271-D247-9E96-1B376F4BE7BE}"/>
              </a:ext>
            </a:extLst>
          </p:cNvPr>
          <p:cNvSpPr txBox="1"/>
          <p:nvPr userDrawn="1"/>
        </p:nvSpPr>
        <p:spPr>
          <a:xfrm>
            <a:off x="1095467" y="6356939"/>
            <a:ext cx="1463467" cy="242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74" dirty="0">
                <a:solidFill>
                  <a:srgbClr val="1D1D1B"/>
                </a:solidFill>
                <a:latin typeface="Arial" pitchFamily="34" charset="0"/>
                <a:cs typeface="Arial" panose="020B0604020202020204" pitchFamily="34" charset="0"/>
              </a:rPr>
              <a:t>Huawei Confidential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EABEE2EE-BF4D-7A4A-B3C6-9E47668CCD98}"/>
              </a:ext>
            </a:extLst>
          </p:cNvPr>
          <p:cNvSpPr txBox="1"/>
          <p:nvPr userDrawn="1"/>
        </p:nvSpPr>
        <p:spPr>
          <a:xfrm>
            <a:off x="734131" y="6402806"/>
            <a:ext cx="499729" cy="1502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890849">
              <a:defRPr/>
            </a:pPr>
            <a:fld id="{C3837181-38C6-AD4F-B8BA-B444770388BB}" type="slidenum">
              <a:rPr lang="en-US" sz="974" smtClean="0">
                <a:solidFill>
                  <a:srgbClr val="1D1D1B"/>
                </a:solidFill>
                <a:latin typeface="Arial" pitchFamily="34" charset="0"/>
                <a:cs typeface="Arial" panose="020B0604020202020204" pitchFamily="34" charset="0"/>
              </a:rPr>
              <a:pPr defTabSz="890849">
                <a:defRPr/>
              </a:pPr>
              <a:t>‹Nº›</a:t>
            </a:fld>
            <a:endParaRPr lang="en-US" sz="974" dirty="0">
              <a:solidFill>
                <a:srgbClr val="1D1D1B"/>
              </a:solidFill>
              <a:latin typeface="Arial" pitchFamily="34" charset="0"/>
              <a:cs typeface="Arial" panose="020B0604020202020204" pitchFamily="34" charset="0"/>
            </a:endParaRPr>
          </a:p>
        </p:txBody>
      </p:sp>
      <p:pic>
        <p:nvPicPr>
          <p:cNvPr id="41" name="图片 4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5999" y="6319870"/>
            <a:ext cx="1269075" cy="271153"/>
          </a:xfrm>
          <a:prstGeom prst="rect">
            <a:avLst/>
          </a:prstGeom>
        </p:spPr>
      </p:pic>
      <p:grpSp>
        <p:nvGrpSpPr>
          <p:cNvPr id="25" name="组合 24"/>
          <p:cNvGrpSpPr/>
          <p:nvPr userDrawn="1"/>
        </p:nvGrpSpPr>
        <p:grpSpPr>
          <a:xfrm>
            <a:off x="12216278" y="2931937"/>
            <a:ext cx="1982916" cy="3934682"/>
            <a:chOff x="12216278" y="2262477"/>
            <a:chExt cx="1982916" cy="4604143"/>
          </a:xfrm>
        </p:grpSpPr>
        <p:grpSp>
          <p:nvGrpSpPr>
            <p:cNvPr id="26" name="组合 25"/>
            <p:cNvGrpSpPr/>
            <p:nvPr userDrawn="1"/>
          </p:nvGrpSpPr>
          <p:grpSpPr>
            <a:xfrm>
              <a:off x="12315635" y="2262477"/>
              <a:ext cx="1883559" cy="692624"/>
              <a:chOff x="12315635" y="2207613"/>
              <a:chExt cx="1883559" cy="692624"/>
            </a:xfrm>
          </p:grpSpPr>
          <p:sp>
            <p:nvSpPr>
              <p:cNvPr id="44" name="矩形 5">
                <a:extLst>
                  <a:ext uri="{FF2B5EF4-FFF2-40B4-BE49-F238E27FC236}">
                    <a16:creationId xmlns:a16="http://schemas.microsoft.com/office/drawing/2014/main" xmlns="" id="{3B0B5EC2-EA55-CC45-A9D0-D5EA5D768C99}"/>
                  </a:ext>
                </a:extLst>
              </p:cNvPr>
              <p:cNvSpPr/>
              <p:nvPr userDrawn="1"/>
            </p:nvSpPr>
            <p:spPr>
              <a:xfrm>
                <a:off x="12315635" y="2401808"/>
                <a:ext cx="911019" cy="498429"/>
              </a:xfrm>
              <a:prstGeom prst="rect">
                <a:avLst/>
              </a:prstGeom>
              <a:solidFill>
                <a:srgbClr val="C8102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P</a:t>
                </a:r>
                <a:r>
                  <a:rPr kumimoji="1" lang="en-US" altLang="zh-Hant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ANTONE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 186C</a:t>
                </a:r>
              </a:p>
              <a:p>
                <a:pPr algn="ctr"/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RGB 200/16/46</a:t>
                </a:r>
              </a:p>
            </p:txBody>
          </p:sp>
          <p:sp>
            <p:nvSpPr>
              <p:cNvPr id="45" name="矩形 9">
                <a:extLst>
                  <a:ext uri="{FF2B5EF4-FFF2-40B4-BE49-F238E27FC236}">
                    <a16:creationId xmlns:a16="http://schemas.microsoft.com/office/drawing/2014/main" xmlns="" id="{992224C5-04A6-C041-B257-13137945DBB8}"/>
                  </a:ext>
                </a:extLst>
              </p:cNvPr>
              <p:cNvSpPr/>
              <p:nvPr userDrawn="1"/>
            </p:nvSpPr>
            <p:spPr>
              <a:xfrm>
                <a:off x="13288175" y="2401808"/>
                <a:ext cx="911019" cy="498429"/>
              </a:xfrm>
              <a:prstGeom prst="rect">
                <a:avLst/>
              </a:prstGeom>
              <a:solidFill>
                <a:srgbClr val="C7000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P</a:t>
                </a:r>
                <a:r>
                  <a:rPr kumimoji="1" lang="en-US" altLang="zh-Hant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ANTONE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 185C</a:t>
                </a:r>
              </a:p>
              <a:p>
                <a:pPr algn="ctr"/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RGB 199/0/11</a:t>
                </a:r>
              </a:p>
            </p:txBody>
          </p:sp>
          <p:sp>
            <p:nvSpPr>
              <p:cNvPr id="46" name="文本框 31">
                <a:extLst>
                  <a:ext uri="{FF2B5EF4-FFF2-40B4-BE49-F238E27FC236}">
                    <a16:creationId xmlns:a16="http://schemas.microsoft.com/office/drawing/2014/main" xmlns="" id="{58918196-0639-EE4B-AFC2-315BE04587B9}"/>
                  </a:ext>
                </a:extLst>
              </p:cNvPr>
              <p:cNvSpPr txBox="1"/>
              <p:nvPr userDrawn="1"/>
            </p:nvSpPr>
            <p:spPr>
              <a:xfrm>
                <a:off x="12326898" y="2207613"/>
                <a:ext cx="384721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:r>
                  <a:rPr kumimoji="1" lang="zh-CN" altLang="en-US" sz="1000" dirty="0">
                    <a:solidFill>
                      <a:srgbClr val="1D1D1A"/>
                    </a:solidFill>
                    <a:latin typeface="Arial" pitchFamily="34" charset="-122"/>
                    <a:ea typeface="Microsoft YaHei" panose="020B0503020204020204" pitchFamily="34" charset="-122"/>
                  </a:rPr>
                  <a:t>品牌色</a:t>
                </a:r>
              </a:p>
            </p:txBody>
          </p:sp>
        </p:grpSp>
        <p:grpSp>
          <p:nvGrpSpPr>
            <p:cNvPr id="27" name="组合 26"/>
            <p:cNvGrpSpPr/>
            <p:nvPr userDrawn="1"/>
          </p:nvGrpSpPr>
          <p:grpSpPr>
            <a:xfrm>
              <a:off x="12216278" y="3080825"/>
              <a:ext cx="1982912" cy="3785795"/>
              <a:chOff x="12216278" y="3080825"/>
              <a:chExt cx="1982912" cy="3785795"/>
            </a:xfrm>
          </p:grpSpPr>
          <p:sp>
            <p:nvSpPr>
              <p:cNvPr id="28" name="矩形 12">
                <a:extLst>
                  <a:ext uri="{FF2B5EF4-FFF2-40B4-BE49-F238E27FC236}">
                    <a16:creationId xmlns:a16="http://schemas.microsoft.com/office/drawing/2014/main" xmlns="" id="{DCA8B73C-0B87-284F-805F-752EBF20B768}"/>
                  </a:ext>
                </a:extLst>
              </p:cNvPr>
              <p:cNvSpPr/>
              <p:nvPr userDrawn="1"/>
            </p:nvSpPr>
            <p:spPr>
              <a:xfrm>
                <a:off x="12315640" y="3785971"/>
                <a:ext cx="885201" cy="462672"/>
              </a:xfrm>
              <a:prstGeom prst="rect">
                <a:avLst/>
              </a:prstGeom>
              <a:solidFill>
                <a:srgbClr val="EA5A4F"/>
              </a:solidFill>
              <a:ln>
                <a:solidFill>
                  <a:srgbClr val="EA5A4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kumimoji="1" lang="mr-IN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 234</a:t>
                </a:r>
                <a:r>
                  <a:rPr kumimoji="1" lang="mr-IN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90/79</a:t>
                </a:r>
                <a:endParaRPr kumimoji="1" lang="mr-IN" altLang="zh-CN" sz="7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29" name="矩形 13">
                <a:extLst>
                  <a:ext uri="{FF2B5EF4-FFF2-40B4-BE49-F238E27FC236}">
                    <a16:creationId xmlns:a16="http://schemas.microsoft.com/office/drawing/2014/main" xmlns="" id="{138A39A8-BB4E-CD4E-9201-F1785C874F92}"/>
                  </a:ext>
                </a:extLst>
              </p:cNvPr>
              <p:cNvSpPr/>
              <p:nvPr userDrawn="1"/>
            </p:nvSpPr>
            <p:spPr>
              <a:xfrm>
                <a:off x="12315640" y="3259312"/>
                <a:ext cx="885201" cy="462672"/>
              </a:xfrm>
              <a:prstGeom prst="rect">
                <a:avLst/>
              </a:prstGeom>
              <a:solidFill>
                <a:srgbClr val="78000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kumimoji="1" lang="mr-IN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 120</a:t>
                </a:r>
                <a:r>
                  <a:rPr kumimoji="1" lang="mr-IN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0/15</a:t>
                </a:r>
                <a:endParaRPr kumimoji="1" lang="mr-IN" altLang="zh-CN" sz="7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0" name="文本框 15">
                <a:extLst>
                  <a:ext uri="{FF2B5EF4-FFF2-40B4-BE49-F238E27FC236}">
                    <a16:creationId xmlns:a16="http://schemas.microsoft.com/office/drawing/2014/main" xmlns="" id="{8F53C07A-1022-C740-8F8D-97538E174D38}"/>
                  </a:ext>
                </a:extLst>
              </p:cNvPr>
              <p:cNvSpPr txBox="1"/>
              <p:nvPr userDrawn="1"/>
            </p:nvSpPr>
            <p:spPr>
              <a:xfrm>
                <a:off x="12216278" y="3080825"/>
                <a:ext cx="569387" cy="153888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b" anchorCtr="0">
                <a:spAutoFit/>
              </a:bodyPr>
              <a:lstStyle/>
              <a:p>
                <a:pPr algn="ctr"/>
                <a:r>
                  <a:rPr kumimoji="1" lang="zh-CN" altLang="en-US" sz="1000" dirty="0">
                    <a:solidFill>
                      <a:srgbClr val="1D1D1A"/>
                    </a:solidFill>
                    <a:latin typeface="Arial" pitchFamily="34" charset="-122"/>
                    <a:ea typeface="Microsoft YaHei" panose="020B0503020204020204" pitchFamily="34" charset="-122"/>
                  </a:rPr>
                  <a:t>辅助色</a:t>
                </a:r>
              </a:p>
            </p:txBody>
          </p:sp>
          <p:sp>
            <p:nvSpPr>
              <p:cNvPr id="31" name="矩形 16">
                <a:extLst>
                  <a:ext uri="{FF2B5EF4-FFF2-40B4-BE49-F238E27FC236}">
                    <a16:creationId xmlns:a16="http://schemas.microsoft.com/office/drawing/2014/main" xmlns="" id="{306A7598-C00D-994F-82DA-B39F3C2E0AAD}"/>
                  </a:ext>
                </a:extLst>
              </p:cNvPr>
              <p:cNvSpPr/>
              <p:nvPr userDrawn="1"/>
            </p:nvSpPr>
            <p:spPr>
              <a:xfrm>
                <a:off x="12315640" y="4836793"/>
                <a:ext cx="885201" cy="462672"/>
              </a:xfrm>
              <a:prstGeom prst="rect">
                <a:avLst/>
              </a:prstGeom>
              <a:solidFill>
                <a:srgbClr val="F8B53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kumimoji="1" lang="mr-IN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 248</a:t>
                </a:r>
                <a:r>
                  <a:rPr kumimoji="1" lang="mr-IN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181/60</a:t>
                </a:r>
                <a:endParaRPr kumimoji="1" lang="mr-IN" altLang="zh-CN" sz="7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2" name="矩形 17">
                <a:extLst>
                  <a:ext uri="{FF2B5EF4-FFF2-40B4-BE49-F238E27FC236}">
                    <a16:creationId xmlns:a16="http://schemas.microsoft.com/office/drawing/2014/main" xmlns="" id="{C1423292-FF2F-A74C-943E-1C3C47534098}"/>
                  </a:ext>
                </a:extLst>
              </p:cNvPr>
              <p:cNvSpPr/>
              <p:nvPr userDrawn="1"/>
            </p:nvSpPr>
            <p:spPr>
              <a:xfrm>
                <a:off x="12315640" y="4319278"/>
                <a:ext cx="885201" cy="462672"/>
              </a:xfrm>
              <a:prstGeom prst="rect">
                <a:avLst/>
              </a:prstGeom>
              <a:solidFill>
                <a:srgbClr val="EB5C0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kumimoji="1" lang="mr-IN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 235</a:t>
                </a:r>
                <a:r>
                  <a:rPr kumimoji="1" lang="mr-IN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92/1</a:t>
                </a:r>
                <a:endParaRPr kumimoji="1" lang="mr-IN" altLang="zh-CN" sz="7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3" name="矩形 18">
                <a:extLst>
                  <a:ext uri="{FF2B5EF4-FFF2-40B4-BE49-F238E27FC236}">
                    <a16:creationId xmlns:a16="http://schemas.microsoft.com/office/drawing/2014/main" xmlns="" id="{2A29AF15-F5C4-A842-A63B-5DBA549CB92F}"/>
                  </a:ext>
                </a:extLst>
              </p:cNvPr>
              <p:cNvSpPr/>
              <p:nvPr userDrawn="1"/>
            </p:nvSpPr>
            <p:spPr>
              <a:xfrm>
                <a:off x="12315636" y="5880294"/>
                <a:ext cx="911019" cy="462672"/>
              </a:xfrm>
              <a:prstGeom prst="rect">
                <a:avLst/>
              </a:prstGeom>
              <a:solidFill>
                <a:srgbClr val="89898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kumimoji="1" lang="mr-IN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 137/137/137</a:t>
                </a:r>
                <a:endParaRPr kumimoji="1" lang="mr-IN" altLang="zh-CN" sz="7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4" name="矩形 19">
                <a:extLst>
                  <a:ext uri="{FF2B5EF4-FFF2-40B4-BE49-F238E27FC236}">
                    <a16:creationId xmlns:a16="http://schemas.microsoft.com/office/drawing/2014/main" xmlns="" id="{E9EA970A-4D36-BC41-B8BE-40DF553320E7}"/>
                  </a:ext>
                </a:extLst>
              </p:cNvPr>
              <p:cNvSpPr/>
              <p:nvPr userDrawn="1"/>
            </p:nvSpPr>
            <p:spPr>
              <a:xfrm>
                <a:off x="12315636" y="5362779"/>
                <a:ext cx="911019" cy="462672"/>
              </a:xfrm>
              <a:prstGeom prst="rect">
                <a:avLst/>
              </a:prstGeom>
              <a:solidFill>
                <a:srgbClr val="23181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kumimoji="1" lang="mr-IN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 35/24/21</a:t>
                </a:r>
                <a:endParaRPr kumimoji="1" lang="mr-IN" altLang="zh-CN" sz="7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5" name="矩形 22">
                <a:extLst>
                  <a:ext uri="{FF2B5EF4-FFF2-40B4-BE49-F238E27FC236}">
                    <a16:creationId xmlns:a16="http://schemas.microsoft.com/office/drawing/2014/main" xmlns="" id="{14EE21FB-1D92-0241-ABA5-5E9A6AEE0DC8}"/>
                  </a:ext>
                </a:extLst>
              </p:cNvPr>
              <p:cNvSpPr/>
              <p:nvPr userDrawn="1"/>
            </p:nvSpPr>
            <p:spPr>
              <a:xfrm>
                <a:off x="12315636" y="6403948"/>
                <a:ext cx="911019" cy="462672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kumimoji="1" lang="mr-IN" altLang="zh-CN" sz="700" b="1" dirty="0">
                    <a:solidFill>
                      <a:srgbClr val="666666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666666"/>
                    </a:solidFill>
                    <a:latin typeface="Arial" charset="0"/>
                    <a:ea typeface="Arial" charset="0"/>
                    <a:cs typeface="Arial" charset="0"/>
                  </a:rPr>
                  <a:t> 221</a:t>
                </a:r>
                <a:r>
                  <a:rPr kumimoji="1" lang="mr-IN" altLang="zh-CN" sz="700" b="1" dirty="0">
                    <a:solidFill>
                      <a:srgbClr val="666666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666666"/>
                    </a:solidFill>
                    <a:latin typeface="Arial" charset="0"/>
                    <a:ea typeface="Arial" charset="0"/>
                    <a:cs typeface="Arial" charset="0"/>
                  </a:rPr>
                  <a:t>221/221</a:t>
                </a:r>
                <a:endParaRPr kumimoji="1" lang="mr-IN" altLang="zh-CN" sz="700" b="1" dirty="0">
                  <a:solidFill>
                    <a:srgbClr val="666666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6" name="矩形 12">
                <a:extLst>
                  <a:ext uri="{FF2B5EF4-FFF2-40B4-BE49-F238E27FC236}">
                    <a16:creationId xmlns:a16="http://schemas.microsoft.com/office/drawing/2014/main" xmlns="" id="{883734A3-2645-434A-9DCC-1416B6C687CC}"/>
                  </a:ext>
                </a:extLst>
              </p:cNvPr>
              <p:cNvSpPr/>
              <p:nvPr userDrawn="1"/>
            </p:nvSpPr>
            <p:spPr>
              <a:xfrm>
                <a:off x="13288175" y="3785971"/>
                <a:ext cx="885201" cy="462672"/>
              </a:xfrm>
              <a:prstGeom prst="rect">
                <a:avLst/>
              </a:prstGeom>
              <a:solidFill>
                <a:srgbClr val="E98C8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kumimoji="1" lang="mr-IN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 233</a:t>
                </a:r>
                <a:r>
                  <a:rPr kumimoji="1" lang="mr-IN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140/128</a:t>
                </a:r>
                <a:endParaRPr kumimoji="1" lang="mr-IN" altLang="zh-CN" sz="7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7" name="矩形 13">
                <a:extLst>
                  <a:ext uri="{FF2B5EF4-FFF2-40B4-BE49-F238E27FC236}">
                    <a16:creationId xmlns:a16="http://schemas.microsoft.com/office/drawing/2014/main" xmlns="" id="{1FF13552-FB3D-134A-A80A-6CFB35DFE1A1}"/>
                  </a:ext>
                </a:extLst>
              </p:cNvPr>
              <p:cNvSpPr/>
              <p:nvPr userDrawn="1"/>
            </p:nvSpPr>
            <p:spPr>
              <a:xfrm>
                <a:off x="13288175" y="3259312"/>
                <a:ext cx="885201" cy="462672"/>
              </a:xfrm>
              <a:prstGeom prst="rect">
                <a:avLst/>
              </a:prstGeom>
              <a:solidFill>
                <a:srgbClr val="A72126"/>
              </a:solidFill>
              <a:ln>
                <a:solidFill>
                  <a:srgbClr val="9F000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kumimoji="1" lang="mr-IN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 159</a:t>
                </a:r>
                <a:r>
                  <a:rPr kumimoji="1" lang="mr-IN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0/1</a:t>
                </a:r>
                <a:endParaRPr kumimoji="1" lang="mr-IN" altLang="zh-CN" sz="7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8" name="矩形 16">
                <a:extLst>
                  <a:ext uri="{FF2B5EF4-FFF2-40B4-BE49-F238E27FC236}">
                    <a16:creationId xmlns:a16="http://schemas.microsoft.com/office/drawing/2014/main" xmlns="" id="{0A96471B-CB12-1443-B01F-C14C9112C149}"/>
                  </a:ext>
                </a:extLst>
              </p:cNvPr>
              <p:cNvSpPr/>
              <p:nvPr userDrawn="1"/>
            </p:nvSpPr>
            <p:spPr>
              <a:xfrm>
                <a:off x="13288175" y="4836793"/>
                <a:ext cx="885201" cy="462672"/>
              </a:xfrm>
              <a:prstGeom prst="rect">
                <a:avLst/>
              </a:prstGeom>
              <a:solidFill>
                <a:srgbClr val="F5DC5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kumimoji="1" lang="mr-IN" altLang="zh-CN" sz="700" b="1" dirty="0">
                    <a:solidFill>
                      <a:srgbClr val="666666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666666"/>
                    </a:solidFill>
                    <a:latin typeface="Arial" charset="0"/>
                    <a:ea typeface="Arial" charset="0"/>
                    <a:cs typeface="Arial" charset="0"/>
                  </a:rPr>
                  <a:t> 245</a:t>
                </a:r>
                <a:r>
                  <a:rPr kumimoji="1" lang="mr-IN" altLang="zh-CN" sz="700" b="1" dirty="0">
                    <a:solidFill>
                      <a:srgbClr val="666666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666666"/>
                    </a:solidFill>
                    <a:latin typeface="Arial" charset="0"/>
                    <a:ea typeface="Arial" charset="0"/>
                    <a:cs typeface="Arial" charset="0"/>
                  </a:rPr>
                  <a:t>220/87</a:t>
                </a:r>
                <a:endParaRPr kumimoji="1" lang="mr-IN" altLang="zh-CN" sz="700" b="1" dirty="0">
                  <a:solidFill>
                    <a:srgbClr val="666666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9" name="矩形 17">
                <a:extLst>
                  <a:ext uri="{FF2B5EF4-FFF2-40B4-BE49-F238E27FC236}">
                    <a16:creationId xmlns:a16="http://schemas.microsoft.com/office/drawing/2014/main" xmlns="" id="{61890D59-CF8B-1449-A836-3A304EC9A907}"/>
                  </a:ext>
                </a:extLst>
              </p:cNvPr>
              <p:cNvSpPr/>
              <p:nvPr userDrawn="1"/>
            </p:nvSpPr>
            <p:spPr>
              <a:xfrm>
                <a:off x="13288175" y="4319278"/>
                <a:ext cx="885201" cy="462672"/>
              </a:xfrm>
              <a:prstGeom prst="rect">
                <a:avLst/>
              </a:prstGeom>
              <a:solidFill>
                <a:srgbClr val="F085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kumimoji="1" lang="mr-IN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 240</a:t>
                </a:r>
                <a:r>
                  <a:rPr kumimoji="1" lang="mr-IN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133/0</a:t>
                </a:r>
                <a:endParaRPr kumimoji="1" lang="mr-IN" altLang="zh-CN" sz="7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40" name="矩形 18">
                <a:extLst>
                  <a:ext uri="{FF2B5EF4-FFF2-40B4-BE49-F238E27FC236}">
                    <a16:creationId xmlns:a16="http://schemas.microsoft.com/office/drawing/2014/main" xmlns="" id="{0466A1E1-E7C7-FD49-9880-9E44BED19FF5}"/>
                  </a:ext>
                </a:extLst>
              </p:cNvPr>
              <p:cNvSpPr/>
              <p:nvPr userDrawn="1"/>
            </p:nvSpPr>
            <p:spPr>
              <a:xfrm>
                <a:off x="13288171" y="5880294"/>
                <a:ext cx="911019" cy="462672"/>
              </a:xfrm>
              <a:prstGeom prst="rect">
                <a:avLst/>
              </a:prstGeom>
              <a:solidFill>
                <a:srgbClr val="B5B5B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kumimoji="1" lang="mr-IN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 181</a:t>
                </a:r>
                <a:r>
                  <a:rPr kumimoji="1" lang="mr-IN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181/181</a:t>
                </a:r>
                <a:endParaRPr kumimoji="1" lang="mr-IN" altLang="zh-CN" sz="7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42" name="矩形 19">
                <a:extLst>
                  <a:ext uri="{FF2B5EF4-FFF2-40B4-BE49-F238E27FC236}">
                    <a16:creationId xmlns:a16="http://schemas.microsoft.com/office/drawing/2014/main" xmlns="" id="{B21AD6AC-1275-0142-A9EA-D77B26CB40EF}"/>
                  </a:ext>
                </a:extLst>
              </p:cNvPr>
              <p:cNvSpPr/>
              <p:nvPr userDrawn="1"/>
            </p:nvSpPr>
            <p:spPr>
              <a:xfrm>
                <a:off x="13288171" y="5362779"/>
                <a:ext cx="911019" cy="462672"/>
              </a:xfrm>
              <a:prstGeom prst="rect">
                <a:avLst/>
              </a:prstGeom>
              <a:solidFill>
                <a:srgbClr val="59575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kumimoji="1" lang="mr-IN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 89</a:t>
                </a:r>
                <a:r>
                  <a:rPr kumimoji="1" lang="mr-IN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charset="0"/>
                    <a:ea typeface="Arial" charset="0"/>
                    <a:cs typeface="Arial" charset="0"/>
                  </a:rPr>
                  <a:t>87/87</a:t>
                </a:r>
                <a:endParaRPr kumimoji="1" lang="mr-IN" altLang="zh-CN" sz="7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43" name="矩形 22">
                <a:extLst>
                  <a:ext uri="{FF2B5EF4-FFF2-40B4-BE49-F238E27FC236}">
                    <a16:creationId xmlns:a16="http://schemas.microsoft.com/office/drawing/2014/main" xmlns="" id="{238BAC2A-AE09-A84D-875D-8472236D6610}"/>
                  </a:ext>
                </a:extLst>
              </p:cNvPr>
              <p:cNvSpPr/>
              <p:nvPr userDrawn="1"/>
            </p:nvSpPr>
            <p:spPr>
              <a:xfrm>
                <a:off x="13288171" y="6403948"/>
                <a:ext cx="911019" cy="462672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chemeClr val="bg1">
                    <a:lumMod val="10000"/>
                    <a:lumOff val="9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kumimoji="1" lang="mr-IN" altLang="zh-CN" sz="700" b="1" dirty="0">
                    <a:solidFill>
                      <a:srgbClr val="666666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666666"/>
                    </a:solidFill>
                    <a:latin typeface="Arial" charset="0"/>
                    <a:ea typeface="Arial" charset="0"/>
                    <a:cs typeface="Arial" charset="0"/>
                  </a:rPr>
                  <a:t> 255</a:t>
                </a:r>
                <a:r>
                  <a:rPr kumimoji="1" lang="mr-IN" altLang="zh-CN" sz="700" b="1" dirty="0">
                    <a:solidFill>
                      <a:srgbClr val="666666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666666"/>
                    </a:solidFill>
                    <a:latin typeface="Arial" charset="0"/>
                    <a:ea typeface="Arial" charset="0"/>
                    <a:cs typeface="Arial" charset="0"/>
                  </a:rPr>
                  <a:t>255/255</a:t>
                </a:r>
                <a:endParaRPr kumimoji="1" lang="mr-IN" altLang="zh-CN" sz="700" b="1" dirty="0">
                  <a:solidFill>
                    <a:srgbClr val="666666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</p:grpSp>
      </p:grpSp>
      <p:sp>
        <p:nvSpPr>
          <p:cNvPr id="5" name="CuadroTexto 4">
            <a:extLst>
              <a:ext uri="{FF2B5EF4-FFF2-40B4-BE49-F238E27FC236}">
                <a16:creationId xmlns:a16="http://schemas.microsoft.com/office/drawing/2014/main" xmlns="" id="{7EEC7B16-F103-3CE3-A476-9B8FF2931D2F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xmlns="" val="hdr"/>
              </p:ext>
            </p:extLst>
          </p:nvPr>
        </p:nvSpPr>
        <p:spPr>
          <a:xfrm>
            <a:off x="11083925" y="0"/>
            <a:ext cx="11414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s-AR" sz="10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Documento: Personal</a:t>
            </a:r>
          </a:p>
        </p:txBody>
      </p:sp>
    </p:spTree>
    <p:extLst>
      <p:ext uri="{BB962C8B-B14F-4D97-AF65-F5344CB8AC3E}">
        <p14:creationId xmlns:p14="http://schemas.microsoft.com/office/powerpoint/2010/main" val="4961592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43" r:id="rId1"/>
  </p:sldLayoutIdLst>
  <p:hf hdr="0" ftr="0" dt="0"/>
  <p:txStyles>
    <p:titleStyle>
      <a:lvl1pPr algn="l" defTabSz="1187798" rtl="0" eaLnBrk="1" latinLnBrk="0" hangingPunct="1">
        <a:lnSpc>
          <a:spcPct val="90000"/>
        </a:lnSpc>
        <a:spcBef>
          <a:spcPct val="0"/>
        </a:spcBef>
        <a:buNone/>
        <a:defRPr sz="5716" kern="1200">
          <a:solidFill>
            <a:schemeClr val="tx1"/>
          </a:solidFill>
          <a:latin typeface="Arial"/>
          <a:ea typeface="+mj-ea"/>
          <a:cs typeface="+mj-cs"/>
        </a:defRPr>
      </a:lvl1pPr>
    </p:titleStyle>
    <p:bodyStyle>
      <a:lvl1pPr marL="296950" indent="-296950" algn="l" defTabSz="1187798" rtl="0" eaLnBrk="1" latinLnBrk="0" hangingPunct="1">
        <a:lnSpc>
          <a:spcPct val="90000"/>
        </a:lnSpc>
        <a:spcBef>
          <a:spcPts val="1299"/>
        </a:spcBef>
        <a:buFont typeface="Arial" panose="020B0604020202020204" pitchFamily="34" charset="0"/>
        <a:buChar char="•"/>
        <a:defRPr sz="3636" kern="1200">
          <a:solidFill>
            <a:schemeClr val="tx1"/>
          </a:solidFill>
          <a:latin typeface="Arial"/>
          <a:ea typeface="+mn-ea"/>
          <a:cs typeface="+mn-cs"/>
        </a:defRPr>
      </a:lvl1pPr>
      <a:lvl2pPr marL="890849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8" kern="1200">
          <a:solidFill>
            <a:schemeClr val="tx1"/>
          </a:solidFill>
          <a:latin typeface="Arial"/>
          <a:ea typeface="+mn-ea"/>
          <a:cs typeface="+mn-cs"/>
        </a:defRPr>
      </a:lvl2pPr>
      <a:lvl3pPr marL="1484748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8" kern="1200">
          <a:solidFill>
            <a:schemeClr val="tx1"/>
          </a:solidFill>
          <a:latin typeface="Arial"/>
          <a:ea typeface="+mn-ea"/>
          <a:cs typeface="+mn-cs"/>
        </a:defRPr>
      </a:lvl3pPr>
      <a:lvl4pPr marL="2078648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Arial"/>
          <a:ea typeface="+mn-ea"/>
          <a:cs typeface="+mn-cs"/>
        </a:defRPr>
      </a:lvl4pPr>
      <a:lvl5pPr marL="26725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Arial"/>
          <a:ea typeface="+mn-ea"/>
          <a:cs typeface="+mn-cs"/>
        </a:defRPr>
      </a:lvl5pPr>
      <a:lvl6pPr marL="32664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Arial"/>
          <a:ea typeface="+mn-ea"/>
          <a:cs typeface="+mn-cs"/>
        </a:defRPr>
      </a:lvl6pPr>
      <a:lvl7pPr marL="3860346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Arial"/>
          <a:ea typeface="+mn-ea"/>
          <a:cs typeface="+mn-cs"/>
        </a:defRPr>
      </a:lvl7pPr>
      <a:lvl8pPr marL="4454245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Arial"/>
          <a:ea typeface="+mn-ea"/>
          <a:cs typeface="+mn-cs"/>
        </a:defRPr>
      </a:lvl8pPr>
      <a:lvl9pPr marL="5048144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Arial"/>
          <a:ea typeface="+mn-ea"/>
          <a:cs typeface="+mn-cs"/>
        </a:defRPr>
      </a:lvl9pPr>
    </p:bodyStyle>
    <p:otherStyle>
      <a:defPPr>
        <a:defRPr lang="en-US"/>
      </a:defPPr>
      <a:lvl1pPr marL="0" algn="l" defTabSz="1187798" rtl="0" eaLnBrk="1" latinLnBrk="0" hangingPunct="1">
        <a:defRPr sz="2338" kern="1200">
          <a:solidFill>
            <a:schemeClr val="tx1"/>
          </a:solidFill>
          <a:latin typeface="Arial"/>
          <a:ea typeface="+mn-ea"/>
          <a:cs typeface="+mn-cs"/>
        </a:defRPr>
      </a:lvl1pPr>
      <a:lvl2pPr marL="593900" algn="l" defTabSz="1187798" rtl="0" eaLnBrk="1" latinLnBrk="0" hangingPunct="1">
        <a:defRPr sz="2338" kern="1200">
          <a:solidFill>
            <a:schemeClr val="tx1"/>
          </a:solidFill>
          <a:latin typeface="Arial"/>
          <a:ea typeface="+mn-ea"/>
          <a:cs typeface="+mn-cs"/>
        </a:defRPr>
      </a:lvl2pPr>
      <a:lvl3pPr marL="1187798" algn="l" defTabSz="1187798" rtl="0" eaLnBrk="1" latinLnBrk="0" hangingPunct="1">
        <a:defRPr sz="2338" kern="1200">
          <a:solidFill>
            <a:schemeClr val="tx1"/>
          </a:solidFill>
          <a:latin typeface="Arial"/>
          <a:ea typeface="+mn-ea"/>
          <a:cs typeface="+mn-cs"/>
        </a:defRPr>
      </a:lvl3pPr>
      <a:lvl4pPr marL="1781699" algn="l" defTabSz="1187798" rtl="0" eaLnBrk="1" latinLnBrk="0" hangingPunct="1">
        <a:defRPr sz="2338" kern="1200">
          <a:solidFill>
            <a:schemeClr val="tx1"/>
          </a:solidFill>
          <a:latin typeface="Arial"/>
          <a:ea typeface="+mn-ea"/>
          <a:cs typeface="+mn-cs"/>
        </a:defRPr>
      </a:lvl4pPr>
      <a:lvl5pPr marL="2375598" algn="l" defTabSz="1187798" rtl="0" eaLnBrk="1" latinLnBrk="0" hangingPunct="1">
        <a:defRPr sz="2338" kern="1200">
          <a:solidFill>
            <a:schemeClr val="tx1"/>
          </a:solidFill>
          <a:latin typeface="Arial"/>
          <a:ea typeface="+mn-ea"/>
          <a:cs typeface="+mn-cs"/>
        </a:defRPr>
      </a:lvl5pPr>
      <a:lvl6pPr marL="2969497" algn="l" defTabSz="1187798" rtl="0" eaLnBrk="1" latinLnBrk="0" hangingPunct="1">
        <a:defRPr sz="2338" kern="1200">
          <a:solidFill>
            <a:schemeClr val="tx1"/>
          </a:solidFill>
          <a:latin typeface="Arial"/>
          <a:ea typeface="+mn-ea"/>
          <a:cs typeface="+mn-cs"/>
        </a:defRPr>
      </a:lvl6pPr>
      <a:lvl7pPr marL="3563396" algn="l" defTabSz="1187798" rtl="0" eaLnBrk="1" latinLnBrk="0" hangingPunct="1">
        <a:defRPr sz="2338" kern="1200">
          <a:solidFill>
            <a:schemeClr val="tx1"/>
          </a:solidFill>
          <a:latin typeface="Arial"/>
          <a:ea typeface="+mn-ea"/>
          <a:cs typeface="+mn-cs"/>
        </a:defRPr>
      </a:lvl7pPr>
      <a:lvl8pPr marL="4157297" algn="l" defTabSz="1187798" rtl="0" eaLnBrk="1" latinLnBrk="0" hangingPunct="1">
        <a:defRPr sz="2338" kern="1200">
          <a:solidFill>
            <a:schemeClr val="tx1"/>
          </a:solidFill>
          <a:latin typeface="Arial"/>
          <a:ea typeface="+mn-ea"/>
          <a:cs typeface="+mn-cs"/>
        </a:defRPr>
      </a:lvl8pPr>
      <a:lvl9pPr marL="4751195" algn="l" defTabSz="1187798" rtl="0" eaLnBrk="1" latinLnBrk="0" hangingPunct="1">
        <a:defRPr sz="2338" kern="1200">
          <a:solidFill>
            <a:schemeClr val="tx1"/>
          </a:solidFill>
          <a:latin typeface="Arial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 xmlns="">
        <p15:guide id="1" orient="horz" pos="2161">
          <p15:clr>
            <a:srgbClr val="F26B43"/>
          </p15:clr>
        </p15:guide>
        <p15:guide id="2" pos="3842">
          <p15:clr>
            <a:srgbClr val="F26B43"/>
          </p15:clr>
        </p15:guide>
        <p15:guide id="3" pos="458">
          <p15:clr>
            <a:srgbClr val="F26B43"/>
          </p15:clr>
        </p15:guide>
        <p15:guide id="4" pos="7225">
          <p15:clr>
            <a:srgbClr val="F26B43"/>
          </p15:clr>
        </p15:guide>
        <p15:guide id="5" orient="horz" pos="4100">
          <p15:clr>
            <a:srgbClr val="F26B43"/>
          </p15:clr>
        </p15:guide>
      </p15:sldGuideLst>
    </p:ext>
  </p:extLst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6785A3D6-1271-D247-9E96-1B376F4BE7BE}"/>
              </a:ext>
            </a:extLst>
          </p:cNvPr>
          <p:cNvSpPr txBox="1"/>
          <p:nvPr userDrawn="1"/>
        </p:nvSpPr>
        <p:spPr>
          <a:xfrm>
            <a:off x="1095467" y="6356939"/>
            <a:ext cx="350396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solidFill>
                  <a:srgbClr val="1D1D1B"/>
                </a:solidFill>
                <a:latin typeface="Arial" pitchFamily="34" charset="0"/>
                <a:cs typeface="Arial" panose="020B0604020202020204" pitchFamily="34" charset="0"/>
              </a:rPr>
              <a:t>Huawei Proprietary - Restricted Distribution</a:t>
            </a:r>
            <a:endParaRPr lang="en-US" sz="900" dirty="0">
              <a:solidFill>
                <a:srgbClr val="1D1D1B"/>
              </a:solidFill>
              <a:latin typeface="Arial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EABEE2EE-BF4D-7A4A-B3C6-9E47668CCD98}"/>
              </a:ext>
            </a:extLst>
          </p:cNvPr>
          <p:cNvSpPr txBox="1"/>
          <p:nvPr userDrawn="1"/>
        </p:nvSpPr>
        <p:spPr>
          <a:xfrm>
            <a:off x="734131" y="6402806"/>
            <a:ext cx="499729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890849">
              <a:defRPr/>
            </a:pPr>
            <a:fld id="{C3837181-38C6-AD4F-B8BA-B444770388BB}" type="slidenum">
              <a:rPr lang="en-US" sz="900" smtClean="0">
                <a:solidFill>
                  <a:srgbClr val="1D1D1B"/>
                </a:solidFill>
                <a:latin typeface="Arial" pitchFamily="34" charset="0"/>
                <a:cs typeface="Arial" panose="020B0604020202020204" pitchFamily="34" charset="0"/>
              </a:rPr>
              <a:pPr defTabSz="890849">
                <a:defRPr/>
              </a:pPr>
              <a:t>‹Nº›</a:t>
            </a:fld>
            <a:endParaRPr lang="en-US" sz="900" dirty="0">
              <a:solidFill>
                <a:srgbClr val="1D1D1B"/>
              </a:solidFill>
              <a:latin typeface="Arial" pitchFamily="34" charset="0"/>
              <a:cs typeface="Arial" panose="020B0604020202020204" pitchFamily="34" charset="0"/>
            </a:endParaRPr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xmlns="" id="{92D9040A-3082-2F49-987E-B51574332EF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6176" y="6323416"/>
            <a:ext cx="1270800" cy="275024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xmlns="" id="{9AF2D4CE-D8EF-7804-5261-3FFF0F3C2011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xmlns="" val="hdr"/>
              </p:ext>
            </p:extLst>
          </p:nvPr>
        </p:nvSpPr>
        <p:spPr>
          <a:xfrm>
            <a:off x="11083925" y="0"/>
            <a:ext cx="11414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s-AR" sz="10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Documento: Personal</a:t>
            </a:r>
          </a:p>
        </p:txBody>
      </p:sp>
    </p:spTree>
    <p:extLst>
      <p:ext uri="{BB962C8B-B14F-4D97-AF65-F5344CB8AC3E}">
        <p14:creationId xmlns:p14="http://schemas.microsoft.com/office/powerpoint/2010/main" val="379087781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txStyles>
    <p:titleStyle>
      <a:lvl1pPr algn="l" defTabSz="1187798" rtl="0" eaLnBrk="1" latinLnBrk="0" hangingPunct="1">
        <a:lnSpc>
          <a:spcPct val="90000"/>
        </a:lnSpc>
        <a:spcBef>
          <a:spcPct val="0"/>
        </a:spcBef>
        <a:buNone/>
        <a:defRPr sz="5716" kern="1200">
          <a:solidFill>
            <a:schemeClr val="tx1"/>
          </a:solidFill>
          <a:latin typeface="Arial"/>
          <a:ea typeface="+mj-ea"/>
          <a:cs typeface="+mj-cs"/>
        </a:defRPr>
      </a:lvl1pPr>
    </p:titleStyle>
    <p:bodyStyle>
      <a:lvl1pPr marL="296950" indent="-296950" algn="l" defTabSz="1187798" rtl="0" eaLnBrk="1" latinLnBrk="0" hangingPunct="1">
        <a:lnSpc>
          <a:spcPct val="90000"/>
        </a:lnSpc>
        <a:spcBef>
          <a:spcPts val="1299"/>
        </a:spcBef>
        <a:buFont typeface="Arial" panose="020B0604020202020204" pitchFamily="34" charset="0"/>
        <a:buChar char="•"/>
        <a:defRPr sz="3636" kern="1200">
          <a:solidFill>
            <a:schemeClr val="tx1"/>
          </a:solidFill>
          <a:latin typeface="Arial"/>
          <a:ea typeface="+mn-ea"/>
          <a:cs typeface="+mn-cs"/>
        </a:defRPr>
      </a:lvl1pPr>
      <a:lvl2pPr marL="890849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8" kern="1200">
          <a:solidFill>
            <a:schemeClr val="tx1"/>
          </a:solidFill>
          <a:latin typeface="Arial"/>
          <a:ea typeface="+mn-ea"/>
          <a:cs typeface="+mn-cs"/>
        </a:defRPr>
      </a:lvl2pPr>
      <a:lvl3pPr marL="1484748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8" kern="1200">
          <a:solidFill>
            <a:schemeClr val="tx1"/>
          </a:solidFill>
          <a:latin typeface="Arial"/>
          <a:ea typeface="+mn-ea"/>
          <a:cs typeface="+mn-cs"/>
        </a:defRPr>
      </a:lvl3pPr>
      <a:lvl4pPr marL="2078648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Arial"/>
          <a:ea typeface="+mn-ea"/>
          <a:cs typeface="+mn-cs"/>
        </a:defRPr>
      </a:lvl4pPr>
      <a:lvl5pPr marL="26725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Arial"/>
          <a:ea typeface="+mn-ea"/>
          <a:cs typeface="+mn-cs"/>
        </a:defRPr>
      </a:lvl5pPr>
      <a:lvl6pPr marL="32664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Arial"/>
          <a:ea typeface="+mn-ea"/>
          <a:cs typeface="+mn-cs"/>
        </a:defRPr>
      </a:lvl6pPr>
      <a:lvl7pPr marL="3860346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Arial"/>
          <a:ea typeface="+mn-ea"/>
          <a:cs typeface="+mn-cs"/>
        </a:defRPr>
      </a:lvl7pPr>
      <a:lvl8pPr marL="4454245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Arial"/>
          <a:ea typeface="+mn-ea"/>
          <a:cs typeface="+mn-cs"/>
        </a:defRPr>
      </a:lvl8pPr>
      <a:lvl9pPr marL="5048144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Arial"/>
          <a:ea typeface="+mn-ea"/>
          <a:cs typeface="+mn-cs"/>
        </a:defRPr>
      </a:lvl9pPr>
    </p:bodyStyle>
    <p:otherStyle>
      <a:defPPr>
        <a:defRPr lang="en-US"/>
      </a:defPPr>
      <a:lvl1pPr marL="0" algn="l" defTabSz="1187798" rtl="0" eaLnBrk="1" latinLnBrk="0" hangingPunct="1">
        <a:defRPr sz="2338" kern="1200">
          <a:solidFill>
            <a:schemeClr val="tx1"/>
          </a:solidFill>
          <a:latin typeface="Arial"/>
          <a:ea typeface="+mn-ea"/>
          <a:cs typeface="+mn-cs"/>
        </a:defRPr>
      </a:lvl1pPr>
      <a:lvl2pPr marL="593900" algn="l" defTabSz="1187798" rtl="0" eaLnBrk="1" latinLnBrk="0" hangingPunct="1">
        <a:defRPr sz="2338" kern="1200">
          <a:solidFill>
            <a:schemeClr val="tx1"/>
          </a:solidFill>
          <a:latin typeface="Arial"/>
          <a:ea typeface="+mn-ea"/>
          <a:cs typeface="+mn-cs"/>
        </a:defRPr>
      </a:lvl2pPr>
      <a:lvl3pPr marL="1187798" algn="l" defTabSz="1187798" rtl="0" eaLnBrk="1" latinLnBrk="0" hangingPunct="1">
        <a:defRPr sz="2338" kern="1200">
          <a:solidFill>
            <a:schemeClr val="tx1"/>
          </a:solidFill>
          <a:latin typeface="Arial"/>
          <a:ea typeface="+mn-ea"/>
          <a:cs typeface="+mn-cs"/>
        </a:defRPr>
      </a:lvl3pPr>
      <a:lvl4pPr marL="1781699" algn="l" defTabSz="1187798" rtl="0" eaLnBrk="1" latinLnBrk="0" hangingPunct="1">
        <a:defRPr sz="2338" kern="1200">
          <a:solidFill>
            <a:schemeClr val="tx1"/>
          </a:solidFill>
          <a:latin typeface="Arial"/>
          <a:ea typeface="+mn-ea"/>
          <a:cs typeface="+mn-cs"/>
        </a:defRPr>
      </a:lvl4pPr>
      <a:lvl5pPr marL="2375598" algn="l" defTabSz="1187798" rtl="0" eaLnBrk="1" latinLnBrk="0" hangingPunct="1">
        <a:defRPr sz="2338" kern="1200">
          <a:solidFill>
            <a:schemeClr val="tx1"/>
          </a:solidFill>
          <a:latin typeface="Arial"/>
          <a:ea typeface="+mn-ea"/>
          <a:cs typeface="+mn-cs"/>
        </a:defRPr>
      </a:lvl5pPr>
      <a:lvl6pPr marL="2969497" algn="l" defTabSz="1187798" rtl="0" eaLnBrk="1" latinLnBrk="0" hangingPunct="1">
        <a:defRPr sz="2338" kern="1200">
          <a:solidFill>
            <a:schemeClr val="tx1"/>
          </a:solidFill>
          <a:latin typeface="Arial"/>
          <a:ea typeface="+mn-ea"/>
          <a:cs typeface="+mn-cs"/>
        </a:defRPr>
      </a:lvl6pPr>
      <a:lvl7pPr marL="3563396" algn="l" defTabSz="1187798" rtl="0" eaLnBrk="1" latinLnBrk="0" hangingPunct="1">
        <a:defRPr sz="2338" kern="1200">
          <a:solidFill>
            <a:schemeClr val="tx1"/>
          </a:solidFill>
          <a:latin typeface="Arial"/>
          <a:ea typeface="+mn-ea"/>
          <a:cs typeface="+mn-cs"/>
        </a:defRPr>
      </a:lvl7pPr>
      <a:lvl8pPr marL="4157297" algn="l" defTabSz="1187798" rtl="0" eaLnBrk="1" latinLnBrk="0" hangingPunct="1">
        <a:defRPr sz="2338" kern="1200">
          <a:solidFill>
            <a:schemeClr val="tx1"/>
          </a:solidFill>
          <a:latin typeface="Arial"/>
          <a:ea typeface="+mn-ea"/>
          <a:cs typeface="+mn-cs"/>
        </a:defRPr>
      </a:lvl8pPr>
      <a:lvl9pPr marL="4751195" algn="l" defTabSz="1187798" rtl="0" eaLnBrk="1" latinLnBrk="0" hangingPunct="1">
        <a:defRPr sz="2338" kern="1200">
          <a:solidFill>
            <a:schemeClr val="tx1"/>
          </a:solidFill>
          <a:latin typeface="Arial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 xmlns=""/>
    </p:ext>
  </p:extLst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6785A3D6-1271-D247-9E96-1B376F4BE7BE}"/>
              </a:ext>
            </a:extLst>
          </p:cNvPr>
          <p:cNvSpPr txBox="1"/>
          <p:nvPr userDrawn="1"/>
        </p:nvSpPr>
        <p:spPr>
          <a:xfrm>
            <a:off x="1095469" y="6356939"/>
            <a:ext cx="146346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3746"/>
            <a:r>
              <a:rPr lang="en-US" sz="900" dirty="0">
                <a:solidFill>
                  <a:srgbClr val="1D1D1B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Huawei Confidential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EABEE2EE-BF4D-7A4A-B3C6-9E47668CCD98}"/>
              </a:ext>
            </a:extLst>
          </p:cNvPr>
          <p:cNvSpPr txBox="1"/>
          <p:nvPr userDrawn="1"/>
        </p:nvSpPr>
        <p:spPr>
          <a:xfrm>
            <a:off x="734133" y="6402810"/>
            <a:ext cx="499729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890137">
              <a:defRPr/>
            </a:pPr>
            <a:fld id="{C3837181-38C6-AD4F-B8BA-B444770388BB}" type="slidenum">
              <a:rPr lang="en-US" sz="900" smtClean="0">
                <a:solidFill>
                  <a:srgbClr val="1D1D1B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pPr defTabSz="890137">
                <a:defRPr/>
              </a:pPr>
              <a:t>‹Nº›</a:t>
            </a:fld>
            <a:endParaRPr lang="en-US" sz="900" dirty="0">
              <a:solidFill>
                <a:srgbClr val="1D1D1B"/>
              </a:solidFill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xmlns="" id="{92D9040A-3082-2F49-987E-B51574332EF5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96176" y="6323416"/>
            <a:ext cx="1270800" cy="275024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xmlns="" id="{B44043C6-6593-8925-16FB-8F3DFED72B3F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xmlns="" val="hdr"/>
              </p:ext>
            </p:extLst>
          </p:nvPr>
        </p:nvSpPr>
        <p:spPr>
          <a:xfrm>
            <a:off x="11083925" y="0"/>
            <a:ext cx="11414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s-AR" sz="10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Documento: Personal</a:t>
            </a:r>
          </a:p>
        </p:txBody>
      </p:sp>
    </p:spTree>
    <p:extLst>
      <p:ext uri="{BB962C8B-B14F-4D97-AF65-F5344CB8AC3E}">
        <p14:creationId xmlns:p14="http://schemas.microsoft.com/office/powerpoint/2010/main" val="13798360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51" r:id="rId1"/>
    <p:sldLayoutId id="2147484152" r:id="rId2"/>
    <p:sldLayoutId id="2147484153" r:id="rId3"/>
    <p:sldLayoutId id="2147484154" r:id="rId4"/>
  </p:sldLayoutIdLst>
  <p:hf sldNum="0" hdr="0" ftr="0" dt="0"/>
  <p:txStyles>
    <p:titleStyle>
      <a:lvl1pPr algn="l" defTabSz="1186848" rtl="0" eaLnBrk="1" latinLnBrk="0" hangingPunct="1">
        <a:lnSpc>
          <a:spcPct val="90000"/>
        </a:lnSpc>
        <a:spcBef>
          <a:spcPct val="0"/>
        </a:spcBef>
        <a:buNone/>
        <a:defRPr sz="571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712" indent="-296712" algn="l" defTabSz="1186848" rtl="0" eaLnBrk="1" latinLnBrk="0" hangingPunct="1">
        <a:lnSpc>
          <a:spcPct val="90000"/>
        </a:lnSpc>
        <a:spcBef>
          <a:spcPts val="1297"/>
        </a:spcBef>
        <a:buFont typeface="Arial" panose="020B0604020202020204" pitchFamily="34" charset="0"/>
        <a:buChar char="•"/>
        <a:defRPr sz="3634" kern="1200">
          <a:solidFill>
            <a:schemeClr val="tx1"/>
          </a:solidFill>
          <a:latin typeface="+mn-lt"/>
          <a:ea typeface="+mn-ea"/>
          <a:cs typeface="+mn-cs"/>
        </a:defRPr>
      </a:lvl1pPr>
      <a:lvl2pPr marL="890137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6" kern="1200">
          <a:solidFill>
            <a:schemeClr val="tx1"/>
          </a:solidFill>
          <a:latin typeface="+mn-lt"/>
          <a:ea typeface="+mn-ea"/>
          <a:cs typeface="+mn-cs"/>
        </a:defRPr>
      </a:lvl2pPr>
      <a:lvl3pPr marL="1483560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6" kern="1200">
          <a:solidFill>
            <a:schemeClr val="tx1"/>
          </a:solidFill>
          <a:latin typeface="+mn-lt"/>
          <a:ea typeface="+mn-ea"/>
          <a:cs typeface="+mn-cs"/>
        </a:defRPr>
      </a:lvl3pPr>
      <a:lvl4pPr marL="2076986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6" kern="1200">
          <a:solidFill>
            <a:schemeClr val="tx1"/>
          </a:solidFill>
          <a:latin typeface="+mn-lt"/>
          <a:ea typeface="+mn-ea"/>
          <a:cs typeface="+mn-cs"/>
        </a:defRPr>
      </a:lvl4pPr>
      <a:lvl5pPr marL="2670409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6" kern="1200">
          <a:solidFill>
            <a:schemeClr val="tx1"/>
          </a:solidFill>
          <a:latin typeface="+mn-lt"/>
          <a:ea typeface="+mn-ea"/>
          <a:cs typeface="+mn-cs"/>
        </a:defRPr>
      </a:lvl5pPr>
      <a:lvl6pPr marL="3263834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6" kern="1200">
          <a:solidFill>
            <a:schemeClr val="tx1"/>
          </a:solidFill>
          <a:latin typeface="+mn-lt"/>
          <a:ea typeface="+mn-ea"/>
          <a:cs typeface="+mn-cs"/>
        </a:defRPr>
      </a:lvl6pPr>
      <a:lvl7pPr marL="3857258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6" kern="1200">
          <a:solidFill>
            <a:schemeClr val="tx1"/>
          </a:solidFill>
          <a:latin typeface="+mn-lt"/>
          <a:ea typeface="+mn-ea"/>
          <a:cs typeface="+mn-cs"/>
        </a:defRPr>
      </a:lvl7pPr>
      <a:lvl8pPr marL="4450682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6" kern="1200">
          <a:solidFill>
            <a:schemeClr val="tx1"/>
          </a:solidFill>
          <a:latin typeface="+mn-lt"/>
          <a:ea typeface="+mn-ea"/>
          <a:cs typeface="+mn-cs"/>
        </a:defRPr>
      </a:lvl8pPr>
      <a:lvl9pPr marL="5044107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1pPr>
      <a:lvl2pPr marL="593425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2pPr>
      <a:lvl3pPr marL="1186848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3pPr>
      <a:lvl4pPr marL="1780274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4pPr>
      <a:lvl5pPr marL="2373698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5pPr>
      <a:lvl6pPr marL="2967122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6pPr>
      <a:lvl7pPr marL="3560546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7pPr>
      <a:lvl8pPr marL="4153972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8pPr>
      <a:lvl9pPr marL="4747395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 xmlns="">
        <p15:guide id="1" orient="horz" pos="2161">
          <p15:clr>
            <a:srgbClr val="F26B43"/>
          </p15:clr>
        </p15:guide>
        <p15:guide id="2" pos="3842">
          <p15:clr>
            <a:srgbClr val="F26B43"/>
          </p15:clr>
        </p15:guide>
        <p15:guide id="3" pos="458">
          <p15:clr>
            <a:srgbClr val="F26B43"/>
          </p15:clr>
        </p15:guide>
        <p15:guide id="4" pos="7225">
          <p15:clr>
            <a:srgbClr val="F26B43"/>
          </p15:clr>
        </p15:guide>
        <p15:guide id="5" orient="horz" pos="4100">
          <p15:clr>
            <a:srgbClr val="F26B43"/>
          </p15:clr>
        </p15:guide>
      </p15:sldGuideLst>
    </p:ext>
  </p:extLst>
</p:sldMaster>
</file>

<file path=ppt/slideMasters/slideMaster1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1095467" y="6356939"/>
            <a:ext cx="1463467" cy="242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/>
            <a:r>
              <a:rPr lang="en-US" sz="975" dirty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Huawei Confidential</a:t>
            </a:r>
          </a:p>
        </p:txBody>
      </p:sp>
      <p:sp>
        <p:nvSpPr>
          <p:cNvPr id="4" name="TextBox 3"/>
          <p:cNvSpPr txBox="1"/>
          <p:nvPr userDrawn="1"/>
        </p:nvSpPr>
        <p:spPr>
          <a:xfrm>
            <a:off x="734131" y="6402806"/>
            <a:ext cx="499729" cy="1502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890905">
              <a:defRPr/>
            </a:pPr>
            <a:fld id="{C3837181-38C6-AD4F-B8BA-B444770388BB}" type="slidenum">
              <a:rPr lang="en-US" sz="975" smtClean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defTabSz="890905">
                <a:defRPr/>
              </a:pPr>
              <a:t>‹Nº›</a:t>
            </a:fld>
            <a:endParaRPr lang="en-US" sz="975" dirty="0">
              <a:solidFill>
                <a:srgbClr val="1D1D1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1" name="图片 4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5999" y="6319870"/>
            <a:ext cx="1269075" cy="271153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xmlns="" id="{DEC6639E-F5AD-AF69-8896-F3F523ABE157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xmlns="" val="hdr"/>
              </p:ext>
            </p:extLst>
          </p:nvPr>
        </p:nvSpPr>
        <p:spPr>
          <a:xfrm>
            <a:off x="11083925" y="0"/>
            <a:ext cx="11414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s-AR" sz="10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Documento: Personal</a:t>
            </a:r>
          </a:p>
        </p:txBody>
      </p:sp>
    </p:spTree>
    <p:extLst>
      <p:ext uri="{BB962C8B-B14F-4D97-AF65-F5344CB8AC3E}">
        <p14:creationId xmlns:p14="http://schemas.microsoft.com/office/powerpoint/2010/main" val="9491199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59" r:id="rId1"/>
  </p:sldLayoutIdLst>
  <p:hf hdr="0" ftr="0" dt="0"/>
  <p:txStyles>
    <p:titleStyle>
      <a:lvl1pPr algn="l" defTabSz="1188085" rtl="0" eaLnBrk="1" latinLnBrk="0" hangingPunct="1">
        <a:lnSpc>
          <a:spcPct val="90000"/>
        </a:lnSpc>
        <a:spcBef>
          <a:spcPct val="0"/>
        </a:spcBef>
        <a:buNone/>
        <a:defRPr sz="571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7180" indent="-297180" algn="l" defTabSz="1188085" rtl="0" eaLnBrk="1" latinLnBrk="0" hangingPunct="1">
        <a:lnSpc>
          <a:spcPct val="90000"/>
        </a:lnSpc>
        <a:spcBef>
          <a:spcPts val="1300"/>
        </a:spcBef>
        <a:buFont typeface="Arial" panose="020B0604020202020204" pitchFamily="34" charset="0"/>
        <a:buChar char="•"/>
        <a:defRPr sz="3635" kern="1200">
          <a:solidFill>
            <a:schemeClr val="tx1"/>
          </a:solidFill>
          <a:latin typeface="+mn-lt"/>
          <a:ea typeface="+mn-ea"/>
          <a:cs typeface="+mn-cs"/>
        </a:defRPr>
      </a:lvl1pPr>
      <a:lvl2pPr marL="89090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20" kern="1200">
          <a:solidFill>
            <a:schemeClr val="tx1"/>
          </a:solidFill>
          <a:latin typeface="+mn-lt"/>
          <a:ea typeface="+mn-ea"/>
          <a:cs typeface="+mn-cs"/>
        </a:defRPr>
      </a:lvl2pPr>
      <a:lvl3pPr marL="148463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207835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67271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86016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45452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504825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1pPr>
      <a:lvl2pPr marL="59372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2pPr>
      <a:lvl3pPr marL="118808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3pPr>
      <a:lvl4pPr marL="178181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37553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296926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56362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15734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475107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6785A3D6-1271-D247-9E96-1B376F4BE7BE}"/>
              </a:ext>
            </a:extLst>
          </p:cNvPr>
          <p:cNvSpPr txBox="1"/>
          <p:nvPr userDrawn="1"/>
        </p:nvSpPr>
        <p:spPr>
          <a:xfrm>
            <a:off x="1095468" y="6356939"/>
            <a:ext cx="350396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12"/>
            <a:r>
              <a:rPr lang="en-US" altLang="zh-CN" sz="900" dirty="0">
                <a:solidFill>
                  <a:srgbClr val="1D1D1B"/>
                </a:solidFill>
                <a:latin typeface="Arial" pitchFamily="34" charset="0"/>
                <a:cs typeface="Arial" panose="020B0604020202020204" pitchFamily="34" charset="0"/>
              </a:rPr>
              <a:t>Huawei Proprietary - Restricted Distribution</a:t>
            </a:r>
            <a:endParaRPr lang="en-US" sz="900" dirty="0">
              <a:solidFill>
                <a:srgbClr val="1D1D1B"/>
              </a:solidFill>
              <a:latin typeface="Arial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EABEE2EE-BF4D-7A4A-B3C6-9E47668CCD98}"/>
              </a:ext>
            </a:extLst>
          </p:cNvPr>
          <p:cNvSpPr txBox="1"/>
          <p:nvPr userDrawn="1"/>
        </p:nvSpPr>
        <p:spPr>
          <a:xfrm>
            <a:off x="734132" y="6402808"/>
            <a:ext cx="499729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890493">
              <a:defRPr/>
            </a:pPr>
            <a:fld id="{C3837181-38C6-AD4F-B8BA-B444770388BB}" type="slidenum">
              <a:rPr lang="en-US" sz="900">
                <a:solidFill>
                  <a:srgbClr val="1D1D1B"/>
                </a:solidFill>
                <a:latin typeface="Arial" pitchFamily="34" charset="0"/>
                <a:cs typeface="Arial" panose="020B0604020202020204" pitchFamily="34" charset="0"/>
              </a:rPr>
              <a:pPr defTabSz="890493">
                <a:defRPr/>
              </a:pPr>
              <a:t>‹Nº›</a:t>
            </a:fld>
            <a:endParaRPr lang="en-US" sz="900" dirty="0">
              <a:solidFill>
                <a:srgbClr val="1D1D1B"/>
              </a:solidFill>
              <a:latin typeface="Arial" pitchFamily="34" charset="0"/>
              <a:cs typeface="Arial" panose="020B0604020202020204" pitchFamily="34" charset="0"/>
            </a:endParaRPr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xmlns="" id="{92D9040A-3082-2F49-987E-B51574332EF5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6176" y="6323416"/>
            <a:ext cx="1270800" cy="275024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xmlns="" id="{621E7D9F-2AB1-F4F8-6736-27326198C2CB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xmlns="" val="hdr"/>
              </p:ext>
            </p:extLst>
          </p:nvPr>
        </p:nvSpPr>
        <p:spPr>
          <a:xfrm>
            <a:off x="11083925" y="0"/>
            <a:ext cx="11414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s-AR" sz="10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Documento: Personal</a:t>
            </a:r>
          </a:p>
        </p:txBody>
      </p:sp>
    </p:spTree>
    <p:extLst>
      <p:ext uri="{BB962C8B-B14F-4D97-AF65-F5344CB8AC3E}">
        <p14:creationId xmlns:p14="http://schemas.microsoft.com/office/powerpoint/2010/main" val="37899757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68" r:id="rId1"/>
    <p:sldLayoutId id="2147484169" r:id="rId2"/>
    <p:sldLayoutId id="2147484170" r:id="rId3"/>
    <p:sldLayoutId id="2147484171" r:id="rId4"/>
    <p:sldLayoutId id="2147484172" r:id="rId5"/>
    <p:sldLayoutId id="2147484173" r:id="rId6"/>
    <p:sldLayoutId id="2147484174" r:id="rId7"/>
    <p:sldLayoutId id="2147484175" r:id="rId8"/>
  </p:sldLayoutIdLst>
  <p:hf hdr="0" ftr="0" dt="0"/>
  <p:txStyles>
    <p:titleStyle>
      <a:lvl1pPr algn="l" defTabSz="1187323" rtl="0" eaLnBrk="1" latinLnBrk="0" hangingPunct="1">
        <a:lnSpc>
          <a:spcPct val="90000"/>
        </a:lnSpc>
        <a:spcBef>
          <a:spcPct val="0"/>
        </a:spcBef>
        <a:buNone/>
        <a:defRPr sz="5714" kern="1200">
          <a:solidFill>
            <a:schemeClr val="tx1"/>
          </a:solidFill>
          <a:latin typeface="Arial"/>
          <a:ea typeface="+mj-ea"/>
          <a:cs typeface="+mj-cs"/>
        </a:defRPr>
      </a:lvl1pPr>
    </p:titleStyle>
    <p:bodyStyle>
      <a:lvl1pPr marL="296831" indent="-296831" algn="l" defTabSz="1187323" rtl="0" eaLnBrk="1" latinLnBrk="0" hangingPunct="1">
        <a:lnSpc>
          <a:spcPct val="90000"/>
        </a:lnSpc>
        <a:spcBef>
          <a:spcPts val="1298"/>
        </a:spcBef>
        <a:buFont typeface="Arial" panose="020B0604020202020204" pitchFamily="34" charset="0"/>
        <a:buChar char="•"/>
        <a:defRPr sz="3635" kern="1200">
          <a:solidFill>
            <a:schemeClr val="tx1"/>
          </a:solidFill>
          <a:latin typeface="Arial"/>
          <a:ea typeface="+mn-ea"/>
          <a:cs typeface="+mn-cs"/>
        </a:defRPr>
      </a:lvl1pPr>
      <a:lvl2pPr marL="890493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7" kern="1200">
          <a:solidFill>
            <a:schemeClr val="tx1"/>
          </a:solidFill>
          <a:latin typeface="Arial"/>
          <a:ea typeface="+mn-ea"/>
          <a:cs typeface="+mn-cs"/>
        </a:defRPr>
      </a:lvl2pPr>
      <a:lvl3pPr marL="1484154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7" kern="1200">
          <a:solidFill>
            <a:schemeClr val="tx1"/>
          </a:solidFill>
          <a:latin typeface="Arial"/>
          <a:ea typeface="+mn-ea"/>
          <a:cs typeface="+mn-cs"/>
        </a:defRPr>
      </a:lvl3pPr>
      <a:lvl4pPr marL="2077817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Arial"/>
          <a:ea typeface="+mn-ea"/>
          <a:cs typeface="+mn-cs"/>
        </a:defRPr>
      </a:lvl4pPr>
      <a:lvl5pPr marL="2671478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Arial"/>
          <a:ea typeface="+mn-ea"/>
          <a:cs typeface="+mn-cs"/>
        </a:defRPr>
      </a:lvl5pPr>
      <a:lvl6pPr marL="3265140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Arial"/>
          <a:ea typeface="+mn-ea"/>
          <a:cs typeface="+mn-cs"/>
        </a:defRPr>
      </a:lvl6pPr>
      <a:lvl7pPr marL="3858802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Arial"/>
          <a:ea typeface="+mn-ea"/>
          <a:cs typeface="+mn-cs"/>
        </a:defRPr>
      </a:lvl7pPr>
      <a:lvl8pPr marL="4452463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Arial"/>
          <a:ea typeface="+mn-ea"/>
          <a:cs typeface="+mn-cs"/>
        </a:defRPr>
      </a:lvl8pPr>
      <a:lvl9pPr marL="5046125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Arial"/>
          <a:ea typeface="+mn-ea"/>
          <a:cs typeface="+mn-cs"/>
        </a:defRPr>
      </a:lvl9pPr>
    </p:bodyStyle>
    <p:otherStyle>
      <a:defPPr>
        <a:defRPr lang="en-US"/>
      </a:defPPr>
      <a:lvl1pPr marL="0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1pPr>
      <a:lvl2pPr marL="593662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2pPr>
      <a:lvl3pPr marL="1187323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3pPr>
      <a:lvl4pPr marL="1780986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4pPr>
      <a:lvl5pPr marL="2374648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5pPr>
      <a:lvl6pPr marL="2968309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6pPr>
      <a:lvl7pPr marL="3561971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7pPr>
      <a:lvl8pPr marL="4155634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8pPr>
      <a:lvl9pPr marL="4749295" algn="l" defTabSz="1187323" rtl="0" eaLnBrk="1" latinLnBrk="0" hangingPunct="1">
        <a:defRPr sz="2337" kern="1200">
          <a:solidFill>
            <a:schemeClr val="tx1"/>
          </a:solidFill>
          <a:latin typeface="Arial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 xmlns=""/>
    </p:ext>
  </p:extLst>
</p:sldMaster>
</file>

<file path=ppt/slideMasters/slideMaster2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6785A3D6-1271-D247-9E96-1B376F4BE7BE}"/>
              </a:ext>
            </a:extLst>
          </p:cNvPr>
          <p:cNvSpPr txBox="1"/>
          <p:nvPr userDrawn="1"/>
        </p:nvSpPr>
        <p:spPr>
          <a:xfrm>
            <a:off x="1095469" y="6356939"/>
            <a:ext cx="350396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3746"/>
            <a:r>
              <a:rPr lang="en-US" altLang="zh-CN" sz="900" dirty="0">
                <a:solidFill>
                  <a:srgbClr val="1D1D1B"/>
                </a:solidFill>
                <a:latin typeface="Arial" pitchFamily="34" charset="0"/>
                <a:cs typeface="Arial" panose="020B0604020202020204" pitchFamily="34" charset="0"/>
              </a:rPr>
              <a:t>Huawei Proprietary - Restricted Distribution</a:t>
            </a:r>
            <a:endParaRPr lang="en-US" sz="900" dirty="0">
              <a:solidFill>
                <a:srgbClr val="1D1D1B"/>
              </a:solidFill>
              <a:latin typeface="Arial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EABEE2EE-BF4D-7A4A-B3C6-9E47668CCD98}"/>
              </a:ext>
            </a:extLst>
          </p:cNvPr>
          <p:cNvSpPr txBox="1"/>
          <p:nvPr userDrawn="1"/>
        </p:nvSpPr>
        <p:spPr>
          <a:xfrm>
            <a:off x="734133" y="6402810"/>
            <a:ext cx="499729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890137">
              <a:defRPr/>
            </a:pPr>
            <a:fld id="{C3837181-38C6-AD4F-B8BA-B444770388BB}" type="slidenum">
              <a:rPr lang="en-US" sz="900" smtClean="0">
                <a:solidFill>
                  <a:srgbClr val="1D1D1B"/>
                </a:solidFill>
                <a:latin typeface="Arial" pitchFamily="34" charset="0"/>
                <a:cs typeface="Arial" panose="020B0604020202020204" pitchFamily="34" charset="0"/>
              </a:rPr>
              <a:pPr defTabSz="890137">
                <a:defRPr/>
              </a:pPr>
              <a:t>‹Nº›</a:t>
            </a:fld>
            <a:endParaRPr lang="en-US" sz="900" dirty="0">
              <a:solidFill>
                <a:srgbClr val="1D1D1B"/>
              </a:solidFill>
              <a:latin typeface="Arial" pitchFamily="34" charset="0"/>
              <a:cs typeface="Arial" panose="020B0604020202020204" pitchFamily="34" charset="0"/>
            </a:endParaRPr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xmlns="" id="{92D9040A-3082-2F49-987E-B51574332EF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6176" y="6323416"/>
            <a:ext cx="1270800" cy="275024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xmlns="" id="{4C9ADB58-2C97-5488-5525-A567AEC95E14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xmlns="" val="hdr"/>
              </p:ext>
            </p:extLst>
          </p:nvPr>
        </p:nvSpPr>
        <p:spPr>
          <a:xfrm>
            <a:off x="11083925" y="0"/>
            <a:ext cx="11414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s-AR" sz="10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Documento: Personal</a:t>
            </a:r>
          </a:p>
        </p:txBody>
      </p:sp>
    </p:spTree>
    <p:extLst>
      <p:ext uri="{BB962C8B-B14F-4D97-AF65-F5344CB8AC3E}">
        <p14:creationId xmlns:p14="http://schemas.microsoft.com/office/powerpoint/2010/main" val="146791877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txStyles>
    <p:titleStyle>
      <a:lvl1pPr algn="l" defTabSz="1186848" rtl="0" eaLnBrk="1" latinLnBrk="0" hangingPunct="1">
        <a:lnSpc>
          <a:spcPct val="90000"/>
        </a:lnSpc>
        <a:spcBef>
          <a:spcPct val="0"/>
        </a:spcBef>
        <a:buNone/>
        <a:defRPr sz="5712" kern="1200">
          <a:solidFill>
            <a:schemeClr val="tx1"/>
          </a:solidFill>
          <a:latin typeface="Arial"/>
          <a:ea typeface="+mj-ea"/>
          <a:cs typeface="+mj-cs"/>
        </a:defRPr>
      </a:lvl1pPr>
    </p:titleStyle>
    <p:bodyStyle>
      <a:lvl1pPr marL="296712" indent="-296712" algn="l" defTabSz="1186848" rtl="0" eaLnBrk="1" latinLnBrk="0" hangingPunct="1">
        <a:lnSpc>
          <a:spcPct val="90000"/>
        </a:lnSpc>
        <a:spcBef>
          <a:spcPts val="1297"/>
        </a:spcBef>
        <a:buFont typeface="Arial" panose="020B0604020202020204" pitchFamily="34" charset="0"/>
        <a:buChar char="•"/>
        <a:defRPr sz="3634" kern="1200">
          <a:solidFill>
            <a:schemeClr val="tx1"/>
          </a:solidFill>
          <a:latin typeface="Arial"/>
          <a:ea typeface="+mn-ea"/>
          <a:cs typeface="+mn-cs"/>
        </a:defRPr>
      </a:lvl1pPr>
      <a:lvl2pPr marL="890137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6" kern="1200">
          <a:solidFill>
            <a:schemeClr val="tx1"/>
          </a:solidFill>
          <a:latin typeface="Arial"/>
          <a:ea typeface="+mn-ea"/>
          <a:cs typeface="+mn-cs"/>
        </a:defRPr>
      </a:lvl2pPr>
      <a:lvl3pPr marL="1483560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6" kern="1200">
          <a:solidFill>
            <a:schemeClr val="tx1"/>
          </a:solidFill>
          <a:latin typeface="Arial"/>
          <a:ea typeface="+mn-ea"/>
          <a:cs typeface="+mn-cs"/>
        </a:defRPr>
      </a:lvl3pPr>
      <a:lvl4pPr marL="2076986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6" kern="1200">
          <a:solidFill>
            <a:schemeClr val="tx1"/>
          </a:solidFill>
          <a:latin typeface="Arial"/>
          <a:ea typeface="+mn-ea"/>
          <a:cs typeface="+mn-cs"/>
        </a:defRPr>
      </a:lvl4pPr>
      <a:lvl5pPr marL="2670409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6" kern="1200">
          <a:solidFill>
            <a:schemeClr val="tx1"/>
          </a:solidFill>
          <a:latin typeface="Arial"/>
          <a:ea typeface="+mn-ea"/>
          <a:cs typeface="+mn-cs"/>
        </a:defRPr>
      </a:lvl5pPr>
      <a:lvl6pPr marL="3263834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6" kern="1200">
          <a:solidFill>
            <a:schemeClr val="tx1"/>
          </a:solidFill>
          <a:latin typeface="Arial"/>
          <a:ea typeface="+mn-ea"/>
          <a:cs typeface="+mn-cs"/>
        </a:defRPr>
      </a:lvl6pPr>
      <a:lvl7pPr marL="3857258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6" kern="1200">
          <a:solidFill>
            <a:schemeClr val="tx1"/>
          </a:solidFill>
          <a:latin typeface="Arial"/>
          <a:ea typeface="+mn-ea"/>
          <a:cs typeface="+mn-cs"/>
        </a:defRPr>
      </a:lvl7pPr>
      <a:lvl8pPr marL="4450682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6" kern="1200">
          <a:solidFill>
            <a:schemeClr val="tx1"/>
          </a:solidFill>
          <a:latin typeface="Arial"/>
          <a:ea typeface="+mn-ea"/>
          <a:cs typeface="+mn-cs"/>
        </a:defRPr>
      </a:lvl8pPr>
      <a:lvl9pPr marL="5044107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6" kern="1200">
          <a:solidFill>
            <a:schemeClr val="tx1"/>
          </a:solidFill>
          <a:latin typeface="Arial"/>
          <a:ea typeface="+mn-ea"/>
          <a:cs typeface="+mn-cs"/>
        </a:defRPr>
      </a:lvl9pPr>
    </p:bodyStyle>
    <p:otherStyle>
      <a:defPPr>
        <a:defRPr lang="en-US"/>
      </a:defPPr>
      <a:lvl1pPr marL="0" algn="l" defTabSz="1186848" rtl="0" eaLnBrk="1" latinLnBrk="0" hangingPunct="1">
        <a:defRPr sz="2336" kern="1200">
          <a:solidFill>
            <a:schemeClr val="tx1"/>
          </a:solidFill>
          <a:latin typeface="Arial"/>
          <a:ea typeface="+mn-ea"/>
          <a:cs typeface="+mn-cs"/>
        </a:defRPr>
      </a:lvl1pPr>
      <a:lvl2pPr marL="593425" algn="l" defTabSz="1186848" rtl="0" eaLnBrk="1" latinLnBrk="0" hangingPunct="1">
        <a:defRPr sz="2336" kern="1200">
          <a:solidFill>
            <a:schemeClr val="tx1"/>
          </a:solidFill>
          <a:latin typeface="Arial"/>
          <a:ea typeface="+mn-ea"/>
          <a:cs typeface="+mn-cs"/>
        </a:defRPr>
      </a:lvl2pPr>
      <a:lvl3pPr marL="1186848" algn="l" defTabSz="1186848" rtl="0" eaLnBrk="1" latinLnBrk="0" hangingPunct="1">
        <a:defRPr sz="2336" kern="1200">
          <a:solidFill>
            <a:schemeClr val="tx1"/>
          </a:solidFill>
          <a:latin typeface="Arial"/>
          <a:ea typeface="+mn-ea"/>
          <a:cs typeface="+mn-cs"/>
        </a:defRPr>
      </a:lvl3pPr>
      <a:lvl4pPr marL="1780274" algn="l" defTabSz="1186848" rtl="0" eaLnBrk="1" latinLnBrk="0" hangingPunct="1">
        <a:defRPr sz="2336" kern="1200">
          <a:solidFill>
            <a:schemeClr val="tx1"/>
          </a:solidFill>
          <a:latin typeface="Arial"/>
          <a:ea typeface="+mn-ea"/>
          <a:cs typeface="+mn-cs"/>
        </a:defRPr>
      </a:lvl4pPr>
      <a:lvl5pPr marL="2373698" algn="l" defTabSz="1186848" rtl="0" eaLnBrk="1" latinLnBrk="0" hangingPunct="1">
        <a:defRPr sz="2336" kern="1200">
          <a:solidFill>
            <a:schemeClr val="tx1"/>
          </a:solidFill>
          <a:latin typeface="Arial"/>
          <a:ea typeface="+mn-ea"/>
          <a:cs typeface="+mn-cs"/>
        </a:defRPr>
      </a:lvl5pPr>
      <a:lvl6pPr marL="2967122" algn="l" defTabSz="1186848" rtl="0" eaLnBrk="1" latinLnBrk="0" hangingPunct="1">
        <a:defRPr sz="2336" kern="1200">
          <a:solidFill>
            <a:schemeClr val="tx1"/>
          </a:solidFill>
          <a:latin typeface="Arial"/>
          <a:ea typeface="+mn-ea"/>
          <a:cs typeface="+mn-cs"/>
        </a:defRPr>
      </a:lvl6pPr>
      <a:lvl7pPr marL="3560546" algn="l" defTabSz="1186848" rtl="0" eaLnBrk="1" latinLnBrk="0" hangingPunct="1">
        <a:defRPr sz="2336" kern="1200">
          <a:solidFill>
            <a:schemeClr val="tx1"/>
          </a:solidFill>
          <a:latin typeface="Arial"/>
          <a:ea typeface="+mn-ea"/>
          <a:cs typeface="+mn-cs"/>
        </a:defRPr>
      </a:lvl7pPr>
      <a:lvl8pPr marL="4153972" algn="l" defTabSz="1186848" rtl="0" eaLnBrk="1" latinLnBrk="0" hangingPunct="1">
        <a:defRPr sz="2336" kern="1200">
          <a:solidFill>
            <a:schemeClr val="tx1"/>
          </a:solidFill>
          <a:latin typeface="Arial"/>
          <a:ea typeface="+mn-ea"/>
          <a:cs typeface="+mn-cs"/>
        </a:defRPr>
      </a:lvl8pPr>
      <a:lvl9pPr marL="4747395" algn="l" defTabSz="1186848" rtl="0" eaLnBrk="1" latinLnBrk="0" hangingPunct="1">
        <a:defRPr sz="2336" kern="1200">
          <a:solidFill>
            <a:schemeClr val="tx1"/>
          </a:solidFill>
          <a:latin typeface="Arial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 xmlns=""/>
    </p:ext>
  </p:extLst>
</p:sldMaster>
</file>

<file path=ppt/slideMasters/slideMaster2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图片 7"/>
          <p:cNvPicPr>
            <a:picLocks noChangeAspect="1"/>
          </p:cNvPicPr>
          <p:nvPr userDrawn="1"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1588" y="1589"/>
            <a:ext cx="12193588" cy="6854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147" name="标题占位符 1"/>
          <p:cNvSpPr>
            <a:spLocks noGrp="1"/>
          </p:cNvSpPr>
          <p:nvPr>
            <p:ph type="title"/>
          </p:nvPr>
        </p:nvSpPr>
        <p:spPr bwMode="auto">
          <a:xfrm>
            <a:off x="609680" y="274638"/>
            <a:ext cx="10977404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21944" tIns="60972" rIns="121944" bIns="60972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6148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609680" y="1600201"/>
            <a:ext cx="10977404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21944" tIns="60972" rIns="121944" bIns="6097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679" y="6356351"/>
            <a:ext cx="2846759" cy="366713"/>
          </a:xfrm>
          <a:prstGeom prst="rect">
            <a:avLst/>
          </a:prstGeom>
        </p:spPr>
        <p:txBody>
          <a:bodyPr vert="horz" lIns="121944" tIns="60972" rIns="121944" bIns="60972" rtlCol="0" anchor="ctr"/>
          <a:lstStyle>
            <a:lvl1pPr algn="l">
              <a:defRPr sz="16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zh-CN" altLang="en-US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7731" y="6356351"/>
            <a:ext cx="3861303" cy="366713"/>
          </a:xfrm>
          <a:prstGeom prst="rect">
            <a:avLst/>
          </a:prstGeom>
        </p:spPr>
        <p:txBody>
          <a:bodyPr vert="horz" lIns="121944" tIns="60972" rIns="121944" bIns="60972" rtlCol="0" anchor="ctr"/>
          <a:lstStyle>
            <a:lvl1pPr algn="ctr">
              <a:defRPr sz="16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zh-CN" altLang="en-US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6152" name="Rectangle 86"/>
          <p:cNvSpPr>
            <a:spLocks noChangeArrowheads="1"/>
          </p:cNvSpPr>
          <p:nvPr userDrawn="1"/>
        </p:nvSpPr>
        <p:spPr bwMode="auto">
          <a:xfrm>
            <a:off x="11844292" y="6348414"/>
            <a:ext cx="327068" cy="42703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defTabSz="987425">
              <a:lnSpc>
                <a:spcPct val="85000"/>
              </a:lnSpc>
              <a:defRPr/>
            </a:pPr>
            <a:endParaRPr lang="de-DE" altLang="zh-CN" sz="1300" dirty="0">
              <a:solidFill>
                <a:prstClr val="black"/>
              </a:solidFill>
              <a:latin typeface="Arial" panose="020B0604020202020204" pitchFamily="34" charset="0"/>
              <a:ea typeface="MS PGothic" pitchFamily="34" charset="-128"/>
            </a:endParaRPr>
          </a:p>
          <a:p>
            <a:pPr defTabSz="987425">
              <a:lnSpc>
                <a:spcPct val="85000"/>
              </a:lnSpc>
              <a:defRPr/>
            </a:pPr>
            <a:fld id="{5EF0CD69-34B8-498B-B185-8D66CC901867}" type="slidenum">
              <a:rPr lang="de-DE" altLang="zh-CN" sz="900">
                <a:solidFill>
                  <a:srgbClr val="7F7F7F"/>
                </a:solidFill>
                <a:latin typeface="Arial" pitchFamily="34" charset="0"/>
                <a:ea typeface="MS PGothic" pitchFamily="34" charset="-128"/>
                <a:cs typeface="Arial" pitchFamily="34" charset="0"/>
              </a:rPr>
              <a:pPr defTabSz="987425">
                <a:lnSpc>
                  <a:spcPct val="85000"/>
                </a:lnSpc>
                <a:defRPr/>
              </a:pPr>
              <a:t>‹Nº›</a:t>
            </a:fld>
            <a:endParaRPr lang="en-GB" altLang="zh-CN" sz="900" dirty="0">
              <a:solidFill>
                <a:srgbClr val="7F7F7F"/>
              </a:solidFill>
              <a:latin typeface="Arial" pitchFamily="34" charset="0"/>
              <a:ea typeface="MS PGothic" pitchFamily="34" charset="-128"/>
              <a:cs typeface="Arial" pitchFamily="34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0780" y="44451"/>
            <a:ext cx="1235983" cy="341692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xmlns="" id="{F0EB32A8-798F-A195-E34A-115527F896CB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xmlns="" val="hdr"/>
              </p:ext>
            </p:extLst>
          </p:nvPr>
        </p:nvSpPr>
        <p:spPr>
          <a:xfrm>
            <a:off x="11083925" y="0"/>
            <a:ext cx="11414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s-AR" sz="10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Documento: Personal</a:t>
            </a:r>
          </a:p>
        </p:txBody>
      </p:sp>
    </p:spTree>
    <p:extLst>
      <p:ext uri="{BB962C8B-B14F-4D97-AF65-F5344CB8AC3E}">
        <p14:creationId xmlns:p14="http://schemas.microsoft.com/office/powerpoint/2010/main" val="13562366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21" r:id="rId1"/>
    <p:sldLayoutId id="2147484222" r:id="rId2"/>
    <p:sldLayoutId id="2147484223" r:id="rId3"/>
    <p:sldLayoutId id="2147484224" r:id="rId4"/>
    <p:sldLayoutId id="2147484225" r:id="rId5"/>
    <p:sldLayoutId id="2147484226" r:id="rId6"/>
    <p:sldLayoutId id="2147484227" r:id="rId7"/>
  </p:sldLayoutIdLst>
  <p:hf hdr="0" dt="0"/>
  <p:txStyles>
    <p:titleStyle>
      <a:lvl1pPr algn="ctr" defTabSz="1219200" rtl="0" eaLnBrk="0" fontAlgn="base" hangingPunct="0">
        <a:spcBef>
          <a:spcPct val="0"/>
        </a:spcBef>
        <a:spcAft>
          <a:spcPct val="0"/>
        </a:spcAft>
        <a:defRPr sz="58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defTabSz="1219200" rtl="0" eaLnBrk="0" fontAlgn="base" hangingPunct="0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2pPr>
      <a:lvl3pPr algn="ctr" defTabSz="1219200" rtl="0" eaLnBrk="0" fontAlgn="base" hangingPunct="0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3pPr>
      <a:lvl4pPr algn="ctr" defTabSz="1219200" rtl="0" eaLnBrk="0" fontAlgn="base" hangingPunct="0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4pPr>
      <a:lvl5pPr algn="ctr" defTabSz="1219200" rtl="0" eaLnBrk="0" fontAlgn="base" hangingPunct="0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5pPr>
      <a:lvl6pPr marL="457200" algn="ctr" defTabSz="1219200" rtl="0" fontAlgn="base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6pPr>
      <a:lvl7pPr marL="914400" algn="ctr" defTabSz="1219200" rtl="0" fontAlgn="base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7pPr>
      <a:lvl8pPr marL="1371600" algn="ctr" defTabSz="1219200" rtl="0" fontAlgn="base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8pPr>
      <a:lvl9pPr marL="1828800" algn="ctr" defTabSz="1219200" rtl="0" fontAlgn="base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9pPr>
    </p:titleStyle>
    <p:bodyStyle>
      <a:lvl1pPr marL="457200" indent="-457200" algn="l" defTabSz="1219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4200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defTabSz="1219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defTabSz="1219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1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defTabSz="1219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6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defTabSz="1219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6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itchFamily="34" charset="0"/>
        <a:buChar char="•"/>
        <a:defRPr sz="2699" kern="1200">
          <a:solidFill>
            <a:schemeClr val="tx1"/>
          </a:solidFill>
          <a:latin typeface="+mn-lt"/>
          <a:ea typeface="+mn-ea"/>
          <a:cs typeface="+mn-cs"/>
        </a:defRPr>
      </a:lvl6pPr>
      <a:lvl7pPr marL="3962399" indent="-304800" algn="l" defTabSz="1219200" rtl="0" eaLnBrk="1" latinLnBrk="0" hangingPunct="1">
        <a:spcBef>
          <a:spcPct val="20000"/>
        </a:spcBef>
        <a:buFont typeface="Arial" pitchFamily="34" charset="0"/>
        <a:buChar char="•"/>
        <a:defRPr sz="2699" kern="1200">
          <a:solidFill>
            <a:schemeClr val="tx1"/>
          </a:solidFill>
          <a:latin typeface="+mn-lt"/>
          <a:ea typeface="+mn-ea"/>
          <a:cs typeface="+mn-cs"/>
        </a:defRPr>
      </a:lvl7pPr>
      <a:lvl8pPr marL="4571999" indent="-304800" algn="l" defTabSz="1219200" rtl="0" eaLnBrk="1" latinLnBrk="0" hangingPunct="1">
        <a:spcBef>
          <a:spcPct val="20000"/>
        </a:spcBef>
        <a:buFont typeface="Arial" pitchFamily="34" charset="0"/>
        <a:buChar char="•"/>
        <a:defRPr sz="2699" kern="1200">
          <a:solidFill>
            <a:schemeClr val="tx1"/>
          </a:solidFill>
          <a:latin typeface="+mn-lt"/>
          <a:ea typeface="+mn-ea"/>
          <a:cs typeface="+mn-cs"/>
        </a:defRPr>
      </a:lvl8pPr>
      <a:lvl9pPr marL="5181599" indent="-304800" algn="l" defTabSz="1219200" rtl="0" eaLnBrk="1" latinLnBrk="0" hangingPunct="1">
        <a:spcBef>
          <a:spcPct val="20000"/>
        </a:spcBef>
        <a:buFont typeface="Arial" pitchFamily="34" charset="0"/>
        <a:buChar char="•"/>
        <a:defRPr sz="26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199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799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18.png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jpeg"/><Relationship Id="rId3" Type="http://schemas.openxmlformats.org/officeDocument/2006/relationships/image" Target="../media/image20.jpeg"/><Relationship Id="rId7" Type="http://schemas.openxmlformats.org/officeDocument/2006/relationships/image" Target="../media/image24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3.jpeg"/><Relationship Id="rId11" Type="http://schemas.openxmlformats.org/officeDocument/2006/relationships/image" Target="../media/image28.jpeg"/><Relationship Id="rId5" Type="http://schemas.openxmlformats.org/officeDocument/2006/relationships/image" Target="../media/image22.png"/><Relationship Id="rId10" Type="http://schemas.openxmlformats.org/officeDocument/2006/relationships/image" Target="../media/image27.jpeg"/><Relationship Id="rId4" Type="http://schemas.openxmlformats.org/officeDocument/2006/relationships/image" Target="../media/image21.png"/><Relationship Id="rId9" Type="http://schemas.openxmlformats.org/officeDocument/2006/relationships/image" Target="../media/image26.jpe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jpeg"/><Relationship Id="rId3" Type="http://schemas.openxmlformats.org/officeDocument/2006/relationships/image" Target="../media/image29.jpeg"/><Relationship Id="rId7" Type="http://schemas.openxmlformats.org/officeDocument/2006/relationships/image" Target="../media/image33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32.jpeg"/><Relationship Id="rId11" Type="http://schemas.openxmlformats.org/officeDocument/2006/relationships/image" Target="../media/image37.jpeg"/><Relationship Id="rId5" Type="http://schemas.openxmlformats.org/officeDocument/2006/relationships/image" Target="../media/image31.jpeg"/><Relationship Id="rId10" Type="http://schemas.openxmlformats.org/officeDocument/2006/relationships/image" Target="../media/image36.jpeg"/><Relationship Id="rId4" Type="http://schemas.openxmlformats.org/officeDocument/2006/relationships/image" Target="../media/image30.png"/><Relationship Id="rId9" Type="http://schemas.openxmlformats.org/officeDocument/2006/relationships/image" Target="../media/image35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41.png"/><Relationship Id="rId5" Type="http://schemas.openxmlformats.org/officeDocument/2006/relationships/image" Target="../media/image40.jpeg"/><Relationship Id="rId4" Type="http://schemas.openxmlformats.org/officeDocument/2006/relationships/image" Target="../media/image39.jpe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tags" Target="../tags/tag18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20" Type="http://schemas.openxmlformats.org/officeDocument/2006/relationships/notesSlide" Target="../notesSlides/notesSlide1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10" Type="http://schemas.openxmlformats.org/officeDocument/2006/relationships/tags" Target="../tags/tag10.xml"/><Relationship Id="rId19" Type="http://schemas.openxmlformats.org/officeDocument/2006/relationships/slideLayout" Target="../slideLayouts/slideLayout9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Anécdotas y curiosidades de Steve Jobs | Computer Hoy">
            <a:extLst>
              <a:ext uri="{FF2B5EF4-FFF2-40B4-BE49-F238E27FC236}">
                <a16:creationId xmlns:a16="http://schemas.microsoft.com/office/drawing/2014/main" xmlns="" id="{5A41B9F9-79AF-0218-3AF4-2518695298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72877"/>
            <a:ext cx="1215866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xmlns="" id="{A1423E35-F54B-82D4-553B-2BD040CBA789}"/>
              </a:ext>
            </a:extLst>
          </p:cNvPr>
          <p:cNvSpPr txBox="1"/>
          <p:nvPr/>
        </p:nvSpPr>
        <p:spPr>
          <a:xfrm>
            <a:off x="7830031" y="2715820"/>
            <a:ext cx="41148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2000" b="0" i="0">
                <a:solidFill>
                  <a:schemeClr val="tx2"/>
                </a:solidFill>
                <a:effectLst/>
                <a:latin typeface="Roboto Medium" panose="02000000000000000000" pitchFamily="2" charset="0"/>
                <a:ea typeface="Roboto Medium" panose="02000000000000000000" pitchFamily="2" charset="0"/>
              </a:defRPr>
            </a:lvl1pPr>
          </a:lstStyle>
          <a:p>
            <a:r>
              <a:rPr lang="es-ES" sz="1800" dirty="0"/>
              <a:t>"La tecnología se convierte en arte cuando desaparece. Cuando se vuelve tan intuitiva y fácil de usar que se convierte en una extensión natural de nosotros mismos".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xmlns="" id="{C15BDC00-707E-A50E-F4B2-BCF92C81CB26}"/>
              </a:ext>
            </a:extLst>
          </p:cNvPr>
          <p:cNvSpPr txBox="1"/>
          <p:nvPr/>
        </p:nvSpPr>
        <p:spPr>
          <a:xfrm>
            <a:off x="10341824" y="5196006"/>
            <a:ext cx="21742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b="0" i="0" dirty="0">
                <a:solidFill>
                  <a:schemeClr val="tx2"/>
                </a:solidFill>
                <a:effectLst/>
                <a:latin typeface="Roboto Black" panose="02000000000000000000" pitchFamily="2" charset="0"/>
                <a:ea typeface="Roboto Black" panose="02000000000000000000" pitchFamily="2" charset="0"/>
              </a:rPr>
              <a:t>Por Steve Jobs</a:t>
            </a:r>
            <a:endParaRPr lang="es-ES" dirty="0">
              <a:solidFill>
                <a:schemeClr val="tx2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xmlns="" id="{9F9C7F63-86E7-4187-D966-619DCF601172}"/>
              </a:ext>
            </a:extLst>
          </p:cNvPr>
          <p:cNvSpPr txBox="1"/>
          <p:nvPr/>
        </p:nvSpPr>
        <p:spPr>
          <a:xfrm>
            <a:off x="5854416" y="327967"/>
            <a:ext cx="483416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2400" b="0" i="0">
                <a:solidFill>
                  <a:srgbClr val="374151"/>
                </a:solidFill>
                <a:effectLst/>
                <a:latin typeface="Roboto Thin" panose="02000000000000000000" pitchFamily="2" charset="0"/>
                <a:ea typeface="Roboto Thin" panose="02000000000000000000" pitchFamily="2" charset="0"/>
              </a:defRPr>
            </a:lvl1pPr>
          </a:lstStyle>
          <a:p>
            <a:r>
              <a:rPr lang="es-ES" sz="1800" dirty="0">
                <a:solidFill>
                  <a:schemeClr val="tx2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"La tecnología es simplemente una herramienta, que en manos equivocadas puede ser perjudicial, pero en las manos correctas puede ser transformadora".</a:t>
            </a:r>
          </a:p>
        </p:txBody>
      </p:sp>
    </p:spTree>
    <p:extLst>
      <p:ext uri="{BB962C8B-B14F-4D97-AF65-F5344CB8AC3E}">
        <p14:creationId xmlns:p14="http://schemas.microsoft.com/office/powerpoint/2010/main" val="39710832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Veritacom - ¿Qué es la Industria 4.0? y en qué me puede ayudar">
            <a:extLst>
              <a:ext uri="{FF2B5EF4-FFF2-40B4-BE49-F238E27FC236}">
                <a16:creationId xmlns:a16="http://schemas.microsoft.com/office/drawing/2014/main" xmlns="" id="{AD9A96C1-79AC-A78A-275A-3BBC6A2D8B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609" y="1225910"/>
            <a:ext cx="12198372" cy="48790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xmlns="" id="{652FD36C-DF39-7460-AC5A-BAD79903ECAD}"/>
              </a:ext>
            </a:extLst>
          </p:cNvPr>
          <p:cNvSpPr/>
          <p:nvPr/>
        </p:nvSpPr>
        <p:spPr>
          <a:xfrm>
            <a:off x="1" y="130924"/>
            <a:ext cx="4749800" cy="852427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rtlCol="0" anchor="ctr">
            <a:noAutofit/>
          </a:bodyPr>
          <a:lstStyle/>
          <a:p>
            <a:pPr algn="ctr" defTabSz="1218458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s-ES" sz="2800" dirty="0">
                <a:solidFill>
                  <a:srgbClr val="0062AC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Evolución de las tecnologías</a:t>
            </a:r>
          </a:p>
        </p:txBody>
      </p:sp>
      <p:cxnSp>
        <p:nvCxnSpPr>
          <p:cNvPr id="6" name="直接连接符 49">
            <a:extLst>
              <a:ext uri="{FF2B5EF4-FFF2-40B4-BE49-F238E27FC236}">
                <a16:creationId xmlns:a16="http://schemas.microsoft.com/office/drawing/2014/main" xmlns="" id="{741E4247-9D85-670F-7A15-7A75A756D64F}"/>
              </a:ext>
            </a:extLst>
          </p:cNvPr>
          <p:cNvCxnSpPr>
            <a:cxnSpLocks/>
          </p:cNvCxnSpPr>
          <p:nvPr/>
        </p:nvCxnSpPr>
        <p:spPr>
          <a:xfrm>
            <a:off x="136396" y="828411"/>
            <a:ext cx="5007104" cy="0"/>
          </a:xfrm>
          <a:prstGeom prst="line">
            <a:avLst/>
          </a:prstGeom>
          <a:ln w="19050">
            <a:solidFill>
              <a:srgbClr val="57575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48392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Ya podes inscribirte para el próximo año en la Universidad de Buenos Aires  – La Chacrita Online">
            <a:extLst>
              <a:ext uri="{FF2B5EF4-FFF2-40B4-BE49-F238E27FC236}">
                <a16:creationId xmlns:a16="http://schemas.microsoft.com/office/drawing/2014/main" xmlns="" id="{46D3C7CD-860B-F2F2-2ADC-E6AFB2200E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72647" y="6420106"/>
            <a:ext cx="1006795" cy="3469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矩形 7">
            <a:extLst>
              <a:ext uri="{FF2B5EF4-FFF2-40B4-BE49-F238E27FC236}">
                <a16:creationId xmlns:a16="http://schemas.microsoft.com/office/drawing/2014/main" xmlns="" id="{17081206-BF20-9408-001C-93AF84A775BC}"/>
              </a:ext>
            </a:extLst>
          </p:cNvPr>
          <p:cNvSpPr/>
          <p:nvPr/>
        </p:nvSpPr>
        <p:spPr>
          <a:xfrm>
            <a:off x="117321" y="6585123"/>
            <a:ext cx="1324928" cy="169796"/>
          </a:xfrm>
          <a:prstGeom prst="rect">
            <a:avLst/>
          </a:prstGeom>
        </p:spPr>
        <p:txBody>
          <a:bodyPr wrap="none">
            <a:noAutofit/>
          </a:bodyPr>
          <a:lstStyle/>
          <a:p>
            <a:pPr defTabSz="1218458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s-ES" sz="800" dirty="0">
                <a:solidFill>
                  <a:srgbClr val="1D1D1A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13 | Sistemas Digitales.</a:t>
            </a:r>
            <a:endParaRPr kumimoji="1" lang="en-US" sz="800" dirty="0">
              <a:solidFill>
                <a:srgbClr val="1D1D1A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pic>
        <p:nvPicPr>
          <p:cNvPr id="3074" name="Picture 2" descr="Industria 4.0 - Cluster IDiA, innovación colaborativa entre empresas ...">
            <a:extLst>
              <a:ext uri="{FF2B5EF4-FFF2-40B4-BE49-F238E27FC236}">
                <a16:creationId xmlns:a16="http://schemas.microsoft.com/office/drawing/2014/main" xmlns="" id="{B107FC9F-41F5-ABED-630B-5BB83FC7D2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6763" cy="6923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" name="直接连接符 49">
            <a:extLst>
              <a:ext uri="{FF2B5EF4-FFF2-40B4-BE49-F238E27FC236}">
                <a16:creationId xmlns:a16="http://schemas.microsoft.com/office/drawing/2014/main" xmlns="" id="{A94AA69F-74E4-7194-A72A-16FE6BBC8752}"/>
              </a:ext>
            </a:extLst>
          </p:cNvPr>
          <p:cNvCxnSpPr>
            <a:cxnSpLocks/>
          </p:cNvCxnSpPr>
          <p:nvPr/>
        </p:nvCxnSpPr>
        <p:spPr>
          <a:xfrm>
            <a:off x="442905" y="567004"/>
            <a:ext cx="5655476" cy="0"/>
          </a:xfrm>
          <a:prstGeom prst="line">
            <a:avLst/>
          </a:prstGeom>
          <a:ln w="19050">
            <a:solidFill>
              <a:srgbClr val="57575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uadroTexto 2">
            <a:extLst>
              <a:ext uri="{FF2B5EF4-FFF2-40B4-BE49-F238E27FC236}">
                <a16:creationId xmlns:a16="http://schemas.microsoft.com/office/drawing/2014/main" xmlns="" id="{4EAB653A-0E2E-BBE0-BD07-9D476690EF99}"/>
              </a:ext>
            </a:extLst>
          </p:cNvPr>
          <p:cNvSpPr txBox="1"/>
          <p:nvPr/>
        </p:nvSpPr>
        <p:spPr>
          <a:xfrm>
            <a:off x="-22420" y="6371974"/>
            <a:ext cx="86299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AR" sz="1600" b="1" dirty="0">
                <a:solidFill>
                  <a:srgbClr val="C0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1760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xmlns="" id="{D2644B2B-0EAF-68B9-99BF-415FFA18AF7B}"/>
              </a:ext>
            </a:extLst>
          </p:cNvPr>
          <p:cNvSpPr txBox="1"/>
          <p:nvPr/>
        </p:nvSpPr>
        <p:spPr>
          <a:xfrm>
            <a:off x="2934146" y="6343282"/>
            <a:ext cx="6857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AR" sz="1600" b="1" dirty="0">
                <a:solidFill>
                  <a:srgbClr val="C0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1840</a:t>
            </a:r>
            <a:endParaRPr lang="es-AR" sz="1600" dirty="0">
              <a:solidFill>
                <a:srgbClr val="C00000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xmlns="" id="{FAF1B9CB-423A-C435-8380-7A4FA371AAA5}"/>
              </a:ext>
            </a:extLst>
          </p:cNvPr>
          <p:cNvSpPr txBox="1"/>
          <p:nvPr/>
        </p:nvSpPr>
        <p:spPr>
          <a:xfrm>
            <a:off x="5877242" y="6331564"/>
            <a:ext cx="67679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AR" sz="1600" b="1" dirty="0">
                <a:solidFill>
                  <a:srgbClr val="C0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1914</a:t>
            </a:r>
            <a:endParaRPr lang="es-AR" sz="1600" dirty="0">
              <a:solidFill>
                <a:srgbClr val="C00000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xmlns="" id="{13B98DFE-4DB3-50BC-4829-9548E63E9697}"/>
              </a:ext>
            </a:extLst>
          </p:cNvPr>
          <p:cNvSpPr txBox="1"/>
          <p:nvPr/>
        </p:nvSpPr>
        <p:spPr>
          <a:xfrm>
            <a:off x="8098976" y="6357655"/>
            <a:ext cx="67679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AR" sz="1600" b="1">
                <a:solidFill>
                  <a:srgbClr val="C0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1990</a:t>
            </a:r>
            <a:endParaRPr lang="es-AR" sz="1600" dirty="0">
              <a:solidFill>
                <a:srgbClr val="C00000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xmlns="" id="{42010FA7-C1DE-1700-E8C7-718B9C355E78}"/>
              </a:ext>
            </a:extLst>
          </p:cNvPr>
          <p:cNvSpPr txBox="1"/>
          <p:nvPr/>
        </p:nvSpPr>
        <p:spPr>
          <a:xfrm>
            <a:off x="2953682" y="6601030"/>
            <a:ext cx="104152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400" dirty="0">
                <a:solidFill>
                  <a:srgbClr val="C0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80 años</a:t>
            </a:r>
            <a:endParaRPr lang="es-AR" sz="1400" dirty="0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xmlns="" id="{C6BCCD74-0195-6D12-261E-15D1B202884D}"/>
              </a:ext>
            </a:extLst>
          </p:cNvPr>
          <p:cNvSpPr txBox="1"/>
          <p:nvPr/>
        </p:nvSpPr>
        <p:spPr>
          <a:xfrm>
            <a:off x="5885074" y="6559769"/>
            <a:ext cx="83274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400" dirty="0">
                <a:solidFill>
                  <a:srgbClr val="C0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74 años</a:t>
            </a:r>
            <a:endParaRPr lang="es-AR" sz="1400" dirty="0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xmlns="" id="{C08F6D2F-3FEB-365D-D41B-7336A132C36F}"/>
              </a:ext>
            </a:extLst>
          </p:cNvPr>
          <p:cNvSpPr txBox="1"/>
          <p:nvPr/>
        </p:nvSpPr>
        <p:spPr>
          <a:xfrm>
            <a:off x="8098538" y="6546363"/>
            <a:ext cx="83274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400" dirty="0">
                <a:solidFill>
                  <a:srgbClr val="C0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55 años</a:t>
            </a:r>
            <a:endParaRPr lang="es-AR" sz="1400" dirty="0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xmlns="" id="{95E17990-81F2-0854-0BFD-98DE6DD3EC46}"/>
              </a:ext>
            </a:extLst>
          </p:cNvPr>
          <p:cNvSpPr txBox="1"/>
          <p:nvPr/>
        </p:nvSpPr>
        <p:spPr>
          <a:xfrm>
            <a:off x="9798984" y="6343282"/>
            <a:ext cx="67679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AR" sz="1600" b="1" dirty="0">
                <a:solidFill>
                  <a:srgbClr val="C0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2023</a:t>
            </a:r>
            <a:endParaRPr lang="es-AR" sz="1600" dirty="0">
              <a:solidFill>
                <a:srgbClr val="C00000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xmlns="" id="{7B81E495-B35D-C01D-D71F-5609A4667600}"/>
              </a:ext>
            </a:extLst>
          </p:cNvPr>
          <p:cNvSpPr txBox="1"/>
          <p:nvPr/>
        </p:nvSpPr>
        <p:spPr>
          <a:xfrm>
            <a:off x="10375051" y="6343487"/>
            <a:ext cx="83274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400" dirty="0">
                <a:solidFill>
                  <a:srgbClr val="C0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33 años</a:t>
            </a:r>
            <a:endParaRPr lang="es-AR" sz="1400" dirty="0"/>
          </a:p>
        </p:txBody>
      </p:sp>
    </p:spTree>
    <p:extLst>
      <p:ext uri="{BB962C8B-B14F-4D97-AF65-F5344CB8AC3E}">
        <p14:creationId xmlns:p14="http://schemas.microsoft.com/office/powerpoint/2010/main" val="26328008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/>
      <p:bldP spid="15" grpId="0"/>
      <p:bldP spid="1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4">
            <a:extLst>
              <a:ext uri="{FF2B5EF4-FFF2-40B4-BE49-F238E27FC236}">
                <a16:creationId xmlns:a16="http://schemas.microsoft.com/office/drawing/2014/main" xmlns="" id="{95B6210F-EE5A-95DA-B75E-2618E9F149CE}"/>
              </a:ext>
            </a:extLst>
          </p:cNvPr>
          <p:cNvSpPr/>
          <p:nvPr/>
        </p:nvSpPr>
        <p:spPr>
          <a:xfrm>
            <a:off x="0" y="0"/>
            <a:ext cx="7117237" cy="852427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rtlCol="0" anchor="ctr">
            <a:noAutofit/>
          </a:bodyPr>
          <a:lstStyle/>
          <a:p>
            <a:pPr defTabSz="1218458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s-ES" sz="2400" dirty="0">
                <a:solidFill>
                  <a:srgbClr val="0062AC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Velocidad de la Transformación Digital</a:t>
            </a:r>
          </a:p>
        </p:txBody>
      </p:sp>
      <p:pic>
        <p:nvPicPr>
          <p:cNvPr id="7" name="Picture 2" descr="Conoce las 10 grandes empresas que quebraron o pasaron al olvido por dejar  de ser innovadoras">
            <a:extLst>
              <a:ext uri="{FF2B5EF4-FFF2-40B4-BE49-F238E27FC236}">
                <a16:creationId xmlns:a16="http://schemas.microsoft.com/office/drawing/2014/main" xmlns="" id="{456901F4-3715-E0AD-E723-3D8E76FCDE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732" y="2307664"/>
            <a:ext cx="3983591" cy="22426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xmlns="" id="{3EC49FA0-820C-CA70-094A-710C29B04C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14755" y="1747672"/>
            <a:ext cx="6956274" cy="3362656"/>
          </a:xfrm>
          <a:prstGeom prst="rect">
            <a:avLst/>
          </a:prstGeom>
        </p:spPr>
      </p:pic>
      <p:cxnSp>
        <p:nvCxnSpPr>
          <p:cNvPr id="10" name="直接连接符 49">
            <a:extLst>
              <a:ext uri="{FF2B5EF4-FFF2-40B4-BE49-F238E27FC236}">
                <a16:creationId xmlns:a16="http://schemas.microsoft.com/office/drawing/2014/main" xmlns="" id="{4D2A7A25-81C8-9B80-A3F9-EB6672450217}"/>
              </a:ext>
            </a:extLst>
          </p:cNvPr>
          <p:cNvCxnSpPr>
            <a:cxnSpLocks/>
          </p:cNvCxnSpPr>
          <p:nvPr/>
        </p:nvCxnSpPr>
        <p:spPr>
          <a:xfrm>
            <a:off x="117321" y="700376"/>
            <a:ext cx="6330613" cy="0"/>
          </a:xfrm>
          <a:prstGeom prst="line">
            <a:avLst/>
          </a:prstGeom>
          <a:ln w="19050">
            <a:solidFill>
              <a:srgbClr val="57575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97688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How the Biggest Tech Companies Have Changed in Size Over 23 Years">
            <a:hlinkClick r:id="" action="ppaction://media"/>
            <a:extLst>
              <a:ext uri="{FF2B5EF4-FFF2-40B4-BE49-F238E27FC236}">
                <a16:creationId xmlns:a16="http://schemas.microsoft.com/office/drawing/2014/main" xmlns="" id="{34E3C39B-A4CC-EC83-2B9F-E0786A914771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828800" y="0"/>
            <a:ext cx="8385243" cy="6939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17239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1439" fill="hold"/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xmlns="" id="{520B04DA-4055-349A-D80B-E67164148E87}"/>
              </a:ext>
            </a:extLst>
          </p:cNvPr>
          <p:cNvSpPr txBox="1"/>
          <p:nvPr/>
        </p:nvSpPr>
        <p:spPr>
          <a:xfrm>
            <a:off x="1950249" y="2860278"/>
            <a:ext cx="7930351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2400" i="1" dirty="0">
                <a:solidFill>
                  <a:srgbClr val="374151"/>
                </a:solidFill>
                <a:latin typeface="Roboto Thin" panose="02000000000000000000" pitchFamily="2" charset="0"/>
                <a:ea typeface="Roboto Thin" panose="02000000000000000000" pitchFamily="2" charset="0"/>
              </a:rPr>
              <a:t>Son desarrollos y tecnologías que aprovechan el poder de la digitalización y las tecnologías de la información para impulsar la cuarta revolución industrial. </a:t>
            </a:r>
            <a:br>
              <a:rPr lang="es-ES" sz="2400" i="1" dirty="0">
                <a:solidFill>
                  <a:srgbClr val="374151"/>
                </a:solidFill>
                <a:latin typeface="Roboto Thin" panose="02000000000000000000" pitchFamily="2" charset="0"/>
                <a:ea typeface="Roboto Thin" panose="02000000000000000000" pitchFamily="2" charset="0"/>
              </a:rPr>
            </a:br>
            <a:r>
              <a:rPr lang="es-ES" sz="2400" i="1" dirty="0">
                <a:solidFill>
                  <a:srgbClr val="374151"/>
                </a:solidFill>
                <a:latin typeface="Roboto Thin" panose="02000000000000000000" pitchFamily="2" charset="0"/>
                <a:ea typeface="Roboto Thin" panose="02000000000000000000" pitchFamily="2" charset="0"/>
              </a:rPr>
              <a:t>Estas tendencias se agrupan en tres grandes categorías: </a:t>
            </a:r>
            <a:br>
              <a:rPr lang="es-ES" sz="2400" i="1" dirty="0">
                <a:solidFill>
                  <a:srgbClr val="374151"/>
                </a:solidFill>
                <a:latin typeface="Roboto Thin" panose="02000000000000000000" pitchFamily="2" charset="0"/>
                <a:ea typeface="Roboto Thin" panose="02000000000000000000" pitchFamily="2" charset="0"/>
              </a:rPr>
            </a:br>
            <a:r>
              <a:rPr lang="es-ES" sz="2400" b="1" i="1" dirty="0">
                <a:solidFill>
                  <a:srgbClr val="374151"/>
                </a:solidFill>
                <a:latin typeface="Roboto Thin" panose="02000000000000000000" pitchFamily="2" charset="0"/>
                <a:ea typeface="Roboto Thin" panose="02000000000000000000" pitchFamily="2" charset="0"/>
              </a:rPr>
              <a:t>Físicas, Digitales y Biológicas</a:t>
            </a:r>
            <a:r>
              <a:rPr lang="es-ES" sz="2400" i="1" dirty="0">
                <a:solidFill>
                  <a:srgbClr val="374151"/>
                </a:solidFill>
                <a:latin typeface="Roboto Thin" panose="02000000000000000000" pitchFamily="2" charset="0"/>
                <a:ea typeface="Roboto Thin" panose="02000000000000000000" pitchFamily="2" charset="0"/>
              </a:rPr>
              <a:t>, </a:t>
            </a:r>
            <a:br>
              <a:rPr lang="es-ES" sz="2400" i="1" dirty="0">
                <a:solidFill>
                  <a:srgbClr val="374151"/>
                </a:solidFill>
                <a:latin typeface="Roboto Thin" panose="02000000000000000000" pitchFamily="2" charset="0"/>
                <a:ea typeface="Roboto Thin" panose="02000000000000000000" pitchFamily="2" charset="0"/>
              </a:rPr>
            </a:br>
            <a:r>
              <a:rPr lang="es-ES" sz="2400" i="1" dirty="0">
                <a:solidFill>
                  <a:srgbClr val="374151"/>
                </a:solidFill>
                <a:latin typeface="Roboto Thin" panose="02000000000000000000" pitchFamily="2" charset="0"/>
                <a:ea typeface="Roboto Thin" panose="02000000000000000000" pitchFamily="2" charset="0"/>
              </a:rPr>
              <a:t>y están muy interrelacionadas entre sí.</a:t>
            </a:r>
          </a:p>
        </p:txBody>
      </p:sp>
      <p:sp>
        <p:nvSpPr>
          <p:cNvPr id="6" name="矩形 4">
            <a:extLst>
              <a:ext uri="{FF2B5EF4-FFF2-40B4-BE49-F238E27FC236}">
                <a16:creationId xmlns:a16="http://schemas.microsoft.com/office/drawing/2014/main" xmlns="" id="{95B6210F-EE5A-95DA-B75E-2618E9F149CE}"/>
              </a:ext>
            </a:extLst>
          </p:cNvPr>
          <p:cNvSpPr/>
          <p:nvPr/>
        </p:nvSpPr>
        <p:spPr>
          <a:xfrm>
            <a:off x="1357582" y="263469"/>
            <a:ext cx="8639161" cy="852427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rtlCol="0" anchor="ctr">
            <a:noAutofit/>
          </a:bodyPr>
          <a:lstStyle/>
          <a:p>
            <a:pPr algn="ctr" defTabSz="1218458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s-ES" sz="2800" dirty="0">
                <a:solidFill>
                  <a:srgbClr val="0062AC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¿Cuáles son las </a:t>
            </a:r>
            <a:r>
              <a:rPr kumimoji="1" lang="es-ES" sz="2800" dirty="0" err="1">
                <a:solidFill>
                  <a:srgbClr val="0062AC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Megatendencias</a:t>
            </a:r>
            <a:r>
              <a:rPr kumimoji="1" lang="es-ES" sz="2800" dirty="0">
                <a:solidFill>
                  <a:srgbClr val="0062AC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?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xmlns="" id="{4EC017B6-CD7D-BA4A-BF3C-FC783EA9217F}"/>
              </a:ext>
            </a:extLst>
          </p:cNvPr>
          <p:cNvSpPr txBox="1"/>
          <p:nvPr/>
        </p:nvSpPr>
        <p:spPr>
          <a:xfrm>
            <a:off x="779785" y="1699572"/>
            <a:ext cx="1112228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400" b="1" dirty="0">
                <a:solidFill>
                  <a:srgbClr val="374151"/>
                </a:solidFill>
                <a:latin typeface="Roboto Thin" panose="02000000000000000000" pitchFamily="2" charset="0"/>
                <a:ea typeface="Roboto Thin" panose="02000000000000000000" pitchFamily="2" charset="0"/>
              </a:rPr>
              <a:t>Según Klaus Schwab en su libro “La cuarta revolución industrial”, expresa que existen tres impulsores que cambiarán la industria en los próximos años.</a:t>
            </a:r>
          </a:p>
        </p:txBody>
      </p:sp>
      <p:pic>
        <p:nvPicPr>
          <p:cNvPr id="4" name="Picture 14" descr="Gobierno y transformacion digital – OLATI">
            <a:extLst>
              <a:ext uri="{FF2B5EF4-FFF2-40B4-BE49-F238E27FC236}">
                <a16:creationId xmlns:a16="http://schemas.microsoft.com/office/drawing/2014/main" xmlns="" id="{5D8B9C87-951D-E8CA-E1E2-A9458CE1D7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955" y="150874"/>
            <a:ext cx="1882588" cy="11295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137201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7">
            <a:extLst>
              <a:ext uri="{FF2B5EF4-FFF2-40B4-BE49-F238E27FC236}">
                <a16:creationId xmlns:a16="http://schemas.microsoft.com/office/drawing/2014/main" xmlns="" id="{17081206-BF20-9408-001C-93AF84A775BC}"/>
              </a:ext>
            </a:extLst>
          </p:cNvPr>
          <p:cNvSpPr/>
          <p:nvPr/>
        </p:nvSpPr>
        <p:spPr>
          <a:xfrm>
            <a:off x="117321" y="6585123"/>
            <a:ext cx="1324928" cy="169796"/>
          </a:xfrm>
          <a:prstGeom prst="rect">
            <a:avLst/>
          </a:prstGeom>
        </p:spPr>
        <p:txBody>
          <a:bodyPr wrap="none">
            <a:noAutofit/>
          </a:bodyPr>
          <a:lstStyle/>
          <a:p>
            <a:pPr defTabSz="1218458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s-ES" sz="800" dirty="0">
                <a:solidFill>
                  <a:srgbClr val="1D1D1A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16 | Sistemas Digitales.</a:t>
            </a:r>
            <a:endParaRPr kumimoji="1" lang="en-US" sz="800" dirty="0">
              <a:solidFill>
                <a:srgbClr val="1D1D1A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6" name="矩形 4">
            <a:extLst>
              <a:ext uri="{FF2B5EF4-FFF2-40B4-BE49-F238E27FC236}">
                <a16:creationId xmlns:a16="http://schemas.microsoft.com/office/drawing/2014/main" xmlns="" id="{95B6210F-EE5A-95DA-B75E-2618E9F149CE}"/>
              </a:ext>
            </a:extLst>
          </p:cNvPr>
          <p:cNvSpPr/>
          <p:nvPr/>
        </p:nvSpPr>
        <p:spPr>
          <a:xfrm>
            <a:off x="1603115" y="0"/>
            <a:ext cx="8639161" cy="852427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rtlCol="0" anchor="ctr">
            <a:noAutofit/>
          </a:bodyPr>
          <a:lstStyle/>
          <a:p>
            <a:pPr algn="ctr" defTabSz="1218458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s-ES" sz="2400" dirty="0">
                <a:solidFill>
                  <a:srgbClr val="0062AC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¿Cuál es el impulsor Físico?</a:t>
            </a:r>
          </a:p>
        </p:txBody>
      </p:sp>
      <p:pic>
        <p:nvPicPr>
          <p:cNvPr id="9218" name="Picture 2" descr="¿También habrá camiones autónomos para todos?">
            <a:extLst>
              <a:ext uri="{FF2B5EF4-FFF2-40B4-BE49-F238E27FC236}">
                <a16:creationId xmlns:a16="http://schemas.microsoft.com/office/drawing/2014/main" xmlns="" id="{EE09249D-CB85-92F5-B5C0-19B2CA68A6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3069" y="1172676"/>
            <a:ext cx="3092795" cy="17033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矩形 36">
            <a:extLst>
              <a:ext uri="{FF2B5EF4-FFF2-40B4-BE49-F238E27FC236}">
                <a16:creationId xmlns:a16="http://schemas.microsoft.com/office/drawing/2014/main" xmlns="" id="{0C4C03A6-6904-4799-B7C7-F88F37F95CA3}"/>
              </a:ext>
            </a:extLst>
          </p:cNvPr>
          <p:cNvSpPr/>
          <p:nvPr/>
        </p:nvSpPr>
        <p:spPr>
          <a:xfrm>
            <a:off x="4944280" y="732228"/>
            <a:ext cx="2308201" cy="240397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 defTabSz="914400">
              <a:defRPr/>
            </a:pPr>
            <a:r>
              <a:rPr lang="es-AR" b="1" dirty="0">
                <a:solidFill>
                  <a:srgbClr val="0070C0"/>
                </a:solidFill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  <a:sym typeface="微软雅黑" panose="020B0503020204020204" pitchFamily="34" charset="-122"/>
              </a:rPr>
              <a:t>Vehículos autónomos</a:t>
            </a:r>
          </a:p>
        </p:txBody>
      </p:sp>
      <p:cxnSp>
        <p:nvCxnSpPr>
          <p:cNvPr id="18" name="直接连接符 42">
            <a:extLst>
              <a:ext uri="{FF2B5EF4-FFF2-40B4-BE49-F238E27FC236}">
                <a16:creationId xmlns:a16="http://schemas.microsoft.com/office/drawing/2014/main" xmlns="" id="{D6C742CA-87BA-582B-1FAC-C0F57CDAC416}"/>
              </a:ext>
            </a:extLst>
          </p:cNvPr>
          <p:cNvCxnSpPr>
            <a:cxnSpLocks/>
          </p:cNvCxnSpPr>
          <p:nvPr/>
        </p:nvCxnSpPr>
        <p:spPr>
          <a:xfrm>
            <a:off x="3871672" y="1909148"/>
            <a:ext cx="0" cy="4305782"/>
          </a:xfrm>
          <a:prstGeom prst="line">
            <a:avLst/>
          </a:prstGeom>
          <a:noFill/>
          <a:ln w="19050" cap="flat" cmpd="sng" algn="ctr">
            <a:solidFill>
              <a:srgbClr val="666666">
                <a:lumMod val="20000"/>
                <a:lumOff val="80000"/>
              </a:srgbClr>
            </a:solidFill>
            <a:prstDash val="solid"/>
            <a:miter lim="800000"/>
          </a:ln>
          <a:effectLst/>
        </p:spPr>
      </p:cxnSp>
      <p:pic>
        <p:nvPicPr>
          <p:cNvPr id="27" name="Imagen 26" descr="Coche aparcado en la calle&#10;&#10;Descripción generada automáticamente">
            <a:extLst>
              <a:ext uri="{FF2B5EF4-FFF2-40B4-BE49-F238E27FC236}">
                <a16:creationId xmlns:a16="http://schemas.microsoft.com/office/drawing/2014/main" xmlns="" id="{740027A7-4FF1-44AE-B8B2-5E98A5E4806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386" y="1149862"/>
            <a:ext cx="2969823" cy="1748972"/>
          </a:xfrm>
          <a:prstGeom prst="rect">
            <a:avLst/>
          </a:prstGeom>
        </p:spPr>
      </p:pic>
      <p:pic>
        <p:nvPicPr>
          <p:cNvPr id="30" name="Imagen 29" descr="Camioneta blanca en la carretera&#10;&#10;Descripción generada automáticamente">
            <a:extLst>
              <a:ext uri="{FF2B5EF4-FFF2-40B4-BE49-F238E27FC236}">
                <a16:creationId xmlns:a16="http://schemas.microsoft.com/office/drawing/2014/main" xmlns="" id="{1CDB7425-3AA5-4067-55AC-E7AB2222558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3361" y="3125054"/>
            <a:ext cx="3082504" cy="1608928"/>
          </a:xfrm>
          <a:prstGeom prst="rect">
            <a:avLst/>
          </a:prstGeom>
        </p:spPr>
      </p:pic>
      <p:pic>
        <p:nvPicPr>
          <p:cNvPr id="2050" name="Picture 2" descr="Drone | 48 x Segundo">
            <a:extLst>
              <a:ext uri="{FF2B5EF4-FFF2-40B4-BE49-F238E27FC236}">
                <a16:creationId xmlns:a16="http://schemas.microsoft.com/office/drawing/2014/main" xmlns="" id="{07DD5B08-2462-9661-8D4E-8E7DFD4B1B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30740" y="1136656"/>
            <a:ext cx="2902401" cy="17489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Waymo: el coche autónomo de Google está cada vez más cerca">
            <a:extLst>
              <a:ext uri="{FF2B5EF4-FFF2-40B4-BE49-F238E27FC236}">
                <a16:creationId xmlns:a16="http://schemas.microsoft.com/office/drawing/2014/main" xmlns="" id="{6C8C7D0E-05B5-5884-3204-4D575E1E57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435" y="3124231"/>
            <a:ext cx="2969821" cy="1669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O Mundo dos Drones - Conheça as Melhores Marcas e Modelos">
            <a:extLst>
              <a:ext uri="{FF2B5EF4-FFF2-40B4-BE49-F238E27FC236}">
                <a16:creationId xmlns:a16="http://schemas.microsoft.com/office/drawing/2014/main" xmlns="" id="{B35958C1-BAEF-81DB-EA41-994EDDC2F0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30739" y="3125055"/>
            <a:ext cx="2902401" cy="16089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>
            <a:extLst>
              <a:ext uri="{FF2B5EF4-FFF2-40B4-BE49-F238E27FC236}">
                <a16:creationId xmlns:a16="http://schemas.microsoft.com/office/drawing/2014/main" xmlns="" id="{611D24EA-E955-BF69-45C2-400F58E459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386" y="5037131"/>
            <a:ext cx="2992870" cy="18017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 descr="Vehículo de guiado automático de manipulación - DTA - para cargas pesadas">
            <a:extLst>
              <a:ext uri="{FF2B5EF4-FFF2-40B4-BE49-F238E27FC236}">
                <a16:creationId xmlns:a16="http://schemas.microsoft.com/office/drawing/2014/main" xmlns="" id="{6FC6895B-CA32-E117-7FBB-ED4A16D040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0311" y="4983016"/>
            <a:ext cx="3082505" cy="18495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0" name="Picture 12" descr="Drones y agricultura – EXCONAIR">
            <a:extLst>
              <a:ext uri="{FF2B5EF4-FFF2-40B4-BE49-F238E27FC236}">
                <a16:creationId xmlns:a16="http://schemas.microsoft.com/office/drawing/2014/main" xmlns="" id="{038D7921-E093-2455-B629-237C964A25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30740" y="5005456"/>
            <a:ext cx="2902402" cy="17494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" name="直接连接符 42">
            <a:extLst>
              <a:ext uri="{FF2B5EF4-FFF2-40B4-BE49-F238E27FC236}">
                <a16:creationId xmlns:a16="http://schemas.microsoft.com/office/drawing/2014/main" xmlns="" id="{8E2E73C5-FB56-6382-4E31-4467DF5044A1}"/>
              </a:ext>
            </a:extLst>
          </p:cNvPr>
          <p:cNvCxnSpPr>
            <a:cxnSpLocks/>
          </p:cNvCxnSpPr>
          <p:nvPr/>
        </p:nvCxnSpPr>
        <p:spPr>
          <a:xfrm>
            <a:off x="8004402" y="1909148"/>
            <a:ext cx="0" cy="4305782"/>
          </a:xfrm>
          <a:prstGeom prst="line">
            <a:avLst/>
          </a:prstGeom>
          <a:noFill/>
          <a:ln w="19050" cap="flat" cmpd="sng" algn="ctr">
            <a:solidFill>
              <a:srgbClr val="666666">
                <a:lumMod val="20000"/>
                <a:lumOff val="80000"/>
              </a:srgbClr>
            </a:solidFill>
            <a:prstDash val="solid"/>
            <a:miter lim="800000"/>
          </a:ln>
          <a:effectLst/>
        </p:spPr>
      </p:cxnSp>
    </p:spTree>
    <p:extLst>
      <p:ext uri="{BB962C8B-B14F-4D97-AF65-F5344CB8AC3E}">
        <p14:creationId xmlns:p14="http://schemas.microsoft.com/office/powerpoint/2010/main" val="3560736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7">
            <a:extLst>
              <a:ext uri="{FF2B5EF4-FFF2-40B4-BE49-F238E27FC236}">
                <a16:creationId xmlns:a16="http://schemas.microsoft.com/office/drawing/2014/main" xmlns="" id="{17081206-BF20-9408-001C-93AF84A775BC}"/>
              </a:ext>
            </a:extLst>
          </p:cNvPr>
          <p:cNvSpPr/>
          <p:nvPr/>
        </p:nvSpPr>
        <p:spPr>
          <a:xfrm>
            <a:off x="117321" y="6585123"/>
            <a:ext cx="1324928" cy="169796"/>
          </a:xfrm>
          <a:prstGeom prst="rect">
            <a:avLst/>
          </a:prstGeom>
        </p:spPr>
        <p:txBody>
          <a:bodyPr wrap="none">
            <a:noAutofit/>
          </a:bodyPr>
          <a:lstStyle/>
          <a:p>
            <a:pPr defTabSz="1218458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s-ES" sz="800" dirty="0">
                <a:solidFill>
                  <a:srgbClr val="1D1D1A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16 | Sistemas Digitales.</a:t>
            </a:r>
            <a:endParaRPr kumimoji="1" lang="en-US" sz="800" dirty="0">
              <a:solidFill>
                <a:srgbClr val="1D1D1A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6" name="矩形 4">
            <a:extLst>
              <a:ext uri="{FF2B5EF4-FFF2-40B4-BE49-F238E27FC236}">
                <a16:creationId xmlns:a16="http://schemas.microsoft.com/office/drawing/2014/main" xmlns="" id="{95B6210F-EE5A-95DA-B75E-2618E9F149CE}"/>
              </a:ext>
            </a:extLst>
          </p:cNvPr>
          <p:cNvSpPr/>
          <p:nvPr/>
        </p:nvSpPr>
        <p:spPr>
          <a:xfrm>
            <a:off x="1603115" y="0"/>
            <a:ext cx="8639161" cy="852427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rtlCol="0" anchor="ctr">
            <a:noAutofit/>
          </a:bodyPr>
          <a:lstStyle/>
          <a:p>
            <a:pPr algn="ctr" defTabSz="1218458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s-ES" sz="2400" dirty="0">
                <a:solidFill>
                  <a:srgbClr val="0062AC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¿Cuál es el impulsor Físico?</a:t>
            </a:r>
          </a:p>
        </p:txBody>
      </p:sp>
      <p:cxnSp>
        <p:nvCxnSpPr>
          <p:cNvPr id="18" name="直接连接符 42">
            <a:extLst>
              <a:ext uri="{FF2B5EF4-FFF2-40B4-BE49-F238E27FC236}">
                <a16:creationId xmlns:a16="http://schemas.microsoft.com/office/drawing/2014/main" xmlns="" id="{D6C742CA-87BA-582B-1FAC-C0F57CDAC416}"/>
              </a:ext>
            </a:extLst>
          </p:cNvPr>
          <p:cNvCxnSpPr>
            <a:cxnSpLocks/>
          </p:cNvCxnSpPr>
          <p:nvPr/>
        </p:nvCxnSpPr>
        <p:spPr>
          <a:xfrm>
            <a:off x="3544413" y="1736203"/>
            <a:ext cx="0" cy="4305782"/>
          </a:xfrm>
          <a:prstGeom prst="line">
            <a:avLst/>
          </a:prstGeom>
          <a:noFill/>
          <a:ln w="19050" cap="flat" cmpd="sng" algn="ctr">
            <a:solidFill>
              <a:srgbClr val="666666">
                <a:lumMod val="20000"/>
                <a:lumOff val="80000"/>
              </a:srgbClr>
            </a:solidFill>
            <a:prstDash val="solid"/>
            <a:miter lim="800000"/>
          </a:ln>
          <a:effectLst/>
        </p:spPr>
      </p:cxnSp>
      <p:sp>
        <p:nvSpPr>
          <p:cNvPr id="20" name="矩形 59">
            <a:extLst>
              <a:ext uri="{FF2B5EF4-FFF2-40B4-BE49-F238E27FC236}">
                <a16:creationId xmlns:a16="http://schemas.microsoft.com/office/drawing/2014/main" xmlns="" id="{3A588F82-A513-C20D-E31F-E415780DE544}"/>
              </a:ext>
            </a:extLst>
          </p:cNvPr>
          <p:cNvSpPr/>
          <p:nvPr/>
        </p:nvSpPr>
        <p:spPr>
          <a:xfrm>
            <a:off x="2587102" y="886335"/>
            <a:ext cx="1615169" cy="36933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 defTabSz="914400">
              <a:defRPr/>
            </a:pPr>
            <a:r>
              <a:rPr lang="es-AR" b="1" dirty="0">
                <a:solidFill>
                  <a:srgbClr val="0070C0"/>
                </a:solidFill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  <a:sym typeface="微软雅黑" panose="020B0503020204020204" pitchFamily="34" charset="-122"/>
              </a:rPr>
              <a:t>Impresión 3D</a:t>
            </a:r>
          </a:p>
        </p:txBody>
      </p:sp>
      <p:sp>
        <p:nvSpPr>
          <p:cNvPr id="23" name="矩形 59">
            <a:extLst>
              <a:ext uri="{FF2B5EF4-FFF2-40B4-BE49-F238E27FC236}">
                <a16:creationId xmlns:a16="http://schemas.microsoft.com/office/drawing/2014/main" xmlns="" id="{5D278881-4183-14F3-3A84-B90A5DAD50CB}"/>
              </a:ext>
            </a:extLst>
          </p:cNvPr>
          <p:cNvSpPr/>
          <p:nvPr/>
        </p:nvSpPr>
        <p:spPr>
          <a:xfrm>
            <a:off x="8802076" y="886335"/>
            <a:ext cx="2052391" cy="36933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 defTabSz="914400">
              <a:defRPr/>
            </a:pPr>
            <a:r>
              <a:rPr lang="es-AR" b="1" dirty="0">
                <a:solidFill>
                  <a:srgbClr val="0070C0"/>
                </a:solidFill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  <a:sym typeface="微软雅黑" panose="020B0503020204020204" pitchFamily="34" charset="-122"/>
              </a:rPr>
              <a:t>Robótica avanzada</a:t>
            </a:r>
          </a:p>
        </p:txBody>
      </p:sp>
      <p:pic>
        <p:nvPicPr>
          <p:cNvPr id="9220" name="Picture 4" descr="Crean órganos humanos en impresoras 3D - Epidauro">
            <a:extLst>
              <a:ext uri="{FF2B5EF4-FFF2-40B4-BE49-F238E27FC236}">
                <a16:creationId xmlns:a16="http://schemas.microsoft.com/office/drawing/2014/main" xmlns="" id="{2165DEE7-CF86-AFAD-8871-83765F96D9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067" y="1402512"/>
            <a:ext cx="2705989" cy="15170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4" name="Picture 8" descr="Primer puente del mundo impreso en 3D en acero - Noticias y Opiniones GRUPO  INDEX">
            <a:extLst>
              <a:ext uri="{FF2B5EF4-FFF2-40B4-BE49-F238E27FC236}">
                <a16:creationId xmlns:a16="http://schemas.microsoft.com/office/drawing/2014/main" xmlns="" id="{CB0AC3C4-1B14-BB4F-163A-F4065A44A1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21485" y="4912458"/>
            <a:ext cx="2799311" cy="16726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3" name="直接连接符 42">
            <a:extLst>
              <a:ext uri="{FF2B5EF4-FFF2-40B4-BE49-F238E27FC236}">
                <a16:creationId xmlns:a16="http://schemas.microsoft.com/office/drawing/2014/main" xmlns="" id="{005A29EF-DCB1-34BB-0C75-A90FF8F28EBB}"/>
              </a:ext>
            </a:extLst>
          </p:cNvPr>
          <p:cNvCxnSpPr>
            <a:cxnSpLocks/>
          </p:cNvCxnSpPr>
          <p:nvPr/>
        </p:nvCxnSpPr>
        <p:spPr>
          <a:xfrm>
            <a:off x="7608364" y="1736203"/>
            <a:ext cx="0" cy="4305782"/>
          </a:xfrm>
          <a:prstGeom prst="line">
            <a:avLst/>
          </a:prstGeom>
          <a:noFill/>
          <a:ln w="19050" cap="flat" cmpd="sng" algn="ctr">
            <a:solidFill>
              <a:srgbClr val="666666">
                <a:lumMod val="20000"/>
                <a:lumOff val="80000"/>
              </a:srgbClr>
            </a:solidFill>
            <a:prstDash val="solid"/>
            <a:miter lim="800000"/>
          </a:ln>
          <a:effectLst/>
        </p:spPr>
      </p:cxnSp>
      <p:pic>
        <p:nvPicPr>
          <p:cNvPr id="9226" name="Picture 10" descr="Conoce cómo funciona la cirugía robótica">
            <a:extLst>
              <a:ext uri="{FF2B5EF4-FFF2-40B4-BE49-F238E27FC236}">
                <a16:creationId xmlns:a16="http://schemas.microsoft.com/office/drawing/2014/main" xmlns="" id="{0741A819-FD30-D151-AD05-6ABD8B1396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4840" y="1317566"/>
            <a:ext cx="2922128" cy="18015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8" name="Picture 12" descr="El robot Curiosity encuentra evidencias de agua líquida en Marte">
            <a:extLst>
              <a:ext uri="{FF2B5EF4-FFF2-40B4-BE49-F238E27FC236}">
                <a16:creationId xmlns:a16="http://schemas.microsoft.com/office/drawing/2014/main" xmlns="" id="{BA35C55B-E19D-5B79-C16B-FDA13E8DA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19981" y="3215995"/>
            <a:ext cx="2897535" cy="16298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30" name="Picture 14" descr="Video Ranking: los 10 robots más avanzados en la actualidad">
            <a:extLst>
              <a:ext uri="{FF2B5EF4-FFF2-40B4-BE49-F238E27FC236}">
                <a16:creationId xmlns:a16="http://schemas.microsoft.com/office/drawing/2014/main" xmlns="" id="{AAD0EB9E-5448-7DD9-6DD3-50E66580C3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7345" y="4986738"/>
            <a:ext cx="2920171" cy="15170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La primera casa impresa en 3D de España está en Valencia | Las Provincias">
            <a:extLst>
              <a:ext uri="{FF2B5EF4-FFF2-40B4-BE49-F238E27FC236}">
                <a16:creationId xmlns:a16="http://schemas.microsoft.com/office/drawing/2014/main" xmlns="" id="{4F6CE6BF-95EB-66FD-9E64-2164698915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30930" y="1380345"/>
            <a:ext cx="2782036" cy="17550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8" name="Picture 2" descr="Impresión 3D para componentes biocompatibles y esterilizables - Revista MP">
            <a:extLst>
              <a:ext uri="{FF2B5EF4-FFF2-40B4-BE49-F238E27FC236}">
                <a16:creationId xmlns:a16="http://schemas.microsoft.com/office/drawing/2014/main" xmlns="" id="{A4E203B2-0C64-E701-FE93-73E05878C5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067" y="4376459"/>
            <a:ext cx="2920172" cy="24624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4" name="Picture 8" descr="4.700+ Impresion 3d Vídeos de stock y películas libres de derechos - iStock  | Impresora 3d, Tecnologia, Impresion digital">
            <a:extLst>
              <a:ext uri="{FF2B5EF4-FFF2-40B4-BE49-F238E27FC236}">
                <a16:creationId xmlns:a16="http://schemas.microsoft.com/office/drawing/2014/main" xmlns="" id="{1031C141-A4CF-E121-6C50-DDA09C7FE3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772" y="3061091"/>
            <a:ext cx="2757074" cy="15508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6" name="Picture 10" descr="Así es la primera casa que se está construyendo en Alemania con una impresora  3D — idealista/news">
            <a:extLst>
              <a:ext uri="{FF2B5EF4-FFF2-40B4-BE49-F238E27FC236}">
                <a16:creationId xmlns:a16="http://schemas.microsoft.com/office/drawing/2014/main" xmlns="" id="{5EA60B28-BFF0-2291-4525-360172E7D7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30682" y="3302594"/>
            <a:ext cx="2790114" cy="14426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937955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0" grpId="0"/>
      <p:bldP spid="2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xmlns="" id="{520B04DA-4055-349A-D80B-E67164148E87}"/>
              </a:ext>
            </a:extLst>
          </p:cNvPr>
          <p:cNvSpPr txBox="1"/>
          <p:nvPr/>
        </p:nvSpPr>
        <p:spPr>
          <a:xfrm>
            <a:off x="668867" y="1075740"/>
            <a:ext cx="11065933" cy="54476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s-ES" b="1" dirty="0">
                <a:solidFill>
                  <a:srgbClr val="374151"/>
                </a:solidFill>
                <a:latin typeface="Roboto Thin" panose="02000000000000000000" pitchFamily="2" charset="0"/>
                <a:ea typeface="Roboto Thin" panose="02000000000000000000" pitchFamily="2" charset="0"/>
              </a:rPr>
              <a:t>Cloud Computing: </a:t>
            </a:r>
            <a:r>
              <a:rPr lang="es-ES" dirty="0">
                <a:solidFill>
                  <a:srgbClr val="374151"/>
                </a:solidFill>
                <a:latin typeface="Roboto Thin" panose="02000000000000000000" pitchFamily="2" charset="0"/>
                <a:ea typeface="Roboto Thin" panose="02000000000000000000" pitchFamily="2" charset="0"/>
              </a:rPr>
              <a:t>Servicios de computación a través de Internet. Usuarios consumen recursos y servicios sin requerir infraestructuras propias.</a:t>
            </a:r>
          </a:p>
          <a:p>
            <a:pPr marL="285750" indent="-285750" algn="l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s-ES" b="1" dirty="0">
                <a:solidFill>
                  <a:srgbClr val="374151"/>
                </a:solidFill>
                <a:latin typeface="Roboto Thin" panose="02000000000000000000" pitchFamily="2" charset="0"/>
                <a:ea typeface="Roboto Thin" panose="02000000000000000000" pitchFamily="2" charset="0"/>
              </a:rPr>
              <a:t>Internet de las cosas (</a:t>
            </a:r>
            <a:r>
              <a:rPr lang="es-ES" b="1" dirty="0" err="1">
                <a:solidFill>
                  <a:srgbClr val="374151"/>
                </a:solidFill>
                <a:latin typeface="Roboto Thin" panose="02000000000000000000" pitchFamily="2" charset="0"/>
                <a:ea typeface="Roboto Thin" panose="02000000000000000000" pitchFamily="2" charset="0"/>
              </a:rPr>
              <a:t>IoT</a:t>
            </a:r>
            <a:r>
              <a:rPr lang="es-ES" b="1" dirty="0">
                <a:solidFill>
                  <a:srgbClr val="374151"/>
                </a:solidFill>
                <a:latin typeface="Roboto Thin" panose="02000000000000000000" pitchFamily="2" charset="0"/>
                <a:ea typeface="Roboto Thin" panose="02000000000000000000" pitchFamily="2" charset="0"/>
              </a:rPr>
              <a:t>): </a:t>
            </a:r>
            <a:r>
              <a:rPr lang="es-ES" dirty="0">
                <a:solidFill>
                  <a:srgbClr val="374151"/>
                </a:solidFill>
                <a:latin typeface="Roboto Thin" panose="02000000000000000000" pitchFamily="2" charset="0"/>
                <a:ea typeface="Roboto Thin" panose="02000000000000000000" pitchFamily="2" charset="0"/>
              </a:rPr>
              <a:t>Dispositivos físicos interconectados para monitorear y controlar activos y actividades.</a:t>
            </a:r>
          </a:p>
          <a:p>
            <a:pPr marL="285750" indent="-285750" algn="l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s-ES" b="1" dirty="0">
                <a:solidFill>
                  <a:srgbClr val="374151"/>
                </a:solidFill>
                <a:latin typeface="Roboto Thin" panose="02000000000000000000" pitchFamily="2" charset="0"/>
                <a:ea typeface="Roboto Thin" panose="02000000000000000000" pitchFamily="2" charset="0"/>
              </a:rPr>
              <a:t>Big Data: </a:t>
            </a:r>
            <a:r>
              <a:rPr lang="es-ES" dirty="0">
                <a:solidFill>
                  <a:srgbClr val="374151"/>
                </a:solidFill>
                <a:latin typeface="Roboto Thin" panose="02000000000000000000" pitchFamily="2" charset="0"/>
                <a:ea typeface="Roboto Thin" panose="02000000000000000000" pitchFamily="2" charset="0"/>
              </a:rPr>
              <a:t>Refiere a grandes conjuntos de datos complejos que requieren herramientas especializadas para su procesamiento y análisis, revelando patrones y conocimientos relevantes sobre comportamientos y consumos de los usuarios.</a:t>
            </a:r>
          </a:p>
          <a:p>
            <a:pPr marL="285750" indent="-285750" algn="l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s-ES" b="1" dirty="0" err="1">
                <a:solidFill>
                  <a:srgbClr val="374151"/>
                </a:solidFill>
                <a:latin typeface="Roboto Thin" panose="02000000000000000000" pitchFamily="2" charset="0"/>
                <a:ea typeface="Roboto Thin" panose="02000000000000000000" pitchFamily="2" charset="0"/>
              </a:rPr>
              <a:t>Blockchain</a:t>
            </a:r>
            <a:r>
              <a:rPr lang="es-ES" b="1" dirty="0">
                <a:solidFill>
                  <a:srgbClr val="374151"/>
                </a:solidFill>
                <a:latin typeface="Roboto Thin" panose="02000000000000000000" pitchFamily="2" charset="0"/>
                <a:ea typeface="Roboto Thin" panose="02000000000000000000" pitchFamily="2" charset="0"/>
              </a:rPr>
              <a:t>: </a:t>
            </a:r>
            <a:r>
              <a:rPr lang="es-ES" dirty="0">
                <a:solidFill>
                  <a:srgbClr val="374151"/>
                </a:solidFill>
                <a:latin typeface="Roboto Thin" panose="02000000000000000000" pitchFamily="2" charset="0"/>
                <a:ea typeface="Roboto Thin" panose="02000000000000000000" pitchFamily="2" charset="0"/>
              </a:rPr>
              <a:t>Protocolo seguro que permite verifica transacciones sin autoridad central, utilizado en aplicaciones financieras como Bitcoin, certificados, títulos de propiedad y procesos médicos entre otros.</a:t>
            </a:r>
          </a:p>
          <a:p>
            <a:pPr marL="285750" indent="-285750" algn="l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s-ES" b="1" dirty="0">
                <a:solidFill>
                  <a:srgbClr val="374151"/>
                </a:solidFill>
                <a:latin typeface="Roboto Thin" panose="02000000000000000000" pitchFamily="2" charset="0"/>
                <a:ea typeface="Roboto Thin" panose="02000000000000000000" pitchFamily="2" charset="0"/>
              </a:rPr>
              <a:t>Realidad Aumentada: </a:t>
            </a:r>
            <a:r>
              <a:rPr lang="es-ES" dirty="0">
                <a:solidFill>
                  <a:srgbClr val="374151"/>
                </a:solidFill>
                <a:latin typeface="Roboto Thin" panose="02000000000000000000" pitchFamily="2" charset="0"/>
                <a:ea typeface="Roboto Thin" panose="02000000000000000000" pitchFamily="2" charset="0"/>
              </a:rPr>
              <a:t>Combina elementos del mundo real con elementos virtuales para mejorar la percepción de la realidad.</a:t>
            </a:r>
          </a:p>
          <a:p>
            <a:pPr marL="285750" indent="-285750" algn="l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s-ES" b="1" dirty="0">
                <a:solidFill>
                  <a:srgbClr val="374151"/>
                </a:solidFill>
                <a:latin typeface="Roboto Thin" panose="02000000000000000000" pitchFamily="2" charset="0"/>
                <a:ea typeface="Roboto Thin" panose="02000000000000000000" pitchFamily="2" charset="0"/>
              </a:rPr>
              <a:t>Realidad Virtual: </a:t>
            </a:r>
            <a:r>
              <a:rPr lang="es-ES" dirty="0">
                <a:solidFill>
                  <a:srgbClr val="374151"/>
                </a:solidFill>
                <a:latin typeface="Roboto Thin" panose="02000000000000000000" pitchFamily="2" charset="0"/>
                <a:ea typeface="Roboto Thin" panose="02000000000000000000" pitchFamily="2" charset="0"/>
              </a:rPr>
              <a:t>Simulación computarizada inmersiva que recrea un entorno tridimensional donde los usuarios pueden sumergirse y explorar.</a:t>
            </a:r>
          </a:p>
          <a:p>
            <a:pPr marL="285750" indent="-285750" algn="l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s-ES" b="1" dirty="0">
                <a:solidFill>
                  <a:srgbClr val="374151"/>
                </a:solidFill>
                <a:latin typeface="Roboto Thin" panose="02000000000000000000" pitchFamily="2" charset="0"/>
                <a:ea typeface="Roboto Thin" panose="02000000000000000000" pitchFamily="2" charset="0"/>
              </a:rPr>
              <a:t>Plataformas tecnológicas: </a:t>
            </a:r>
            <a:r>
              <a:rPr lang="es-ES" dirty="0">
                <a:solidFill>
                  <a:srgbClr val="374151"/>
                </a:solidFill>
                <a:latin typeface="Roboto Thin" panose="02000000000000000000" pitchFamily="2" charset="0"/>
                <a:ea typeface="Roboto Thin" panose="02000000000000000000" pitchFamily="2" charset="0"/>
              </a:rPr>
              <a:t>Facilitan la conexión de personas, activos y datos, y crean nuevas formas de consumo de bienes y servicios. Ejemplos Uber, Spotify, Netflix, han transformado la forma en que las personas acceden a servicios.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xmlns="" id="{229C2142-C0AE-AAE5-038A-923C92A48714}"/>
              </a:ext>
            </a:extLst>
          </p:cNvPr>
          <p:cNvSpPr txBox="1"/>
          <p:nvPr/>
        </p:nvSpPr>
        <p:spPr>
          <a:xfrm>
            <a:off x="2863850" y="334615"/>
            <a:ext cx="6100232" cy="523220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rtlCol="0" anchor="ctr">
            <a:noAutofit/>
          </a:bodyPr>
          <a:lstStyle>
            <a:defPPr>
              <a:defRPr lang="en-US"/>
            </a:defPPr>
            <a:lvl1pPr algn="ctr" defTabSz="1218458" fontAlgn="base">
              <a:spcBef>
                <a:spcPct val="0"/>
              </a:spcBef>
              <a:spcAft>
                <a:spcPct val="0"/>
              </a:spcAft>
              <a:defRPr kumimoji="1" sz="2800">
                <a:solidFill>
                  <a:srgbClr val="1D1D1A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s-ES" dirty="0">
                <a:solidFill>
                  <a:srgbClr val="0062AC"/>
                </a:solidFill>
              </a:rPr>
              <a:t>¿Cuál es el impulsor Digital?</a:t>
            </a:r>
          </a:p>
        </p:txBody>
      </p:sp>
    </p:spTree>
    <p:extLst>
      <p:ext uri="{BB962C8B-B14F-4D97-AF65-F5344CB8AC3E}">
        <p14:creationId xmlns:p14="http://schemas.microsoft.com/office/powerpoint/2010/main" val="8004136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xmlns="" id="{520B04DA-4055-349A-D80B-E67164148E87}"/>
              </a:ext>
            </a:extLst>
          </p:cNvPr>
          <p:cNvSpPr txBox="1"/>
          <p:nvPr/>
        </p:nvSpPr>
        <p:spPr>
          <a:xfrm>
            <a:off x="2013214" y="5136049"/>
            <a:ext cx="967501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s-ES" sz="2000" b="1" dirty="0">
              <a:solidFill>
                <a:srgbClr val="37415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xmlns="" id="{BE454F36-2D1C-0F1B-FDF8-704B0929574D}"/>
              </a:ext>
            </a:extLst>
          </p:cNvPr>
          <p:cNvSpPr txBox="1"/>
          <p:nvPr/>
        </p:nvSpPr>
        <p:spPr>
          <a:xfrm>
            <a:off x="2863850" y="551414"/>
            <a:ext cx="6100232" cy="523220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rtlCol="0" anchor="ctr">
            <a:noAutofit/>
          </a:bodyPr>
          <a:lstStyle>
            <a:defPPr>
              <a:defRPr lang="en-US"/>
            </a:defPPr>
            <a:lvl1pPr algn="ctr" defTabSz="1218458" fontAlgn="base">
              <a:spcBef>
                <a:spcPct val="0"/>
              </a:spcBef>
              <a:spcAft>
                <a:spcPct val="0"/>
              </a:spcAft>
              <a:defRPr kumimoji="1" sz="2800">
                <a:solidFill>
                  <a:srgbClr val="1D1D1A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s-ES" dirty="0">
                <a:solidFill>
                  <a:srgbClr val="0062AC"/>
                </a:solidFill>
              </a:rPr>
              <a:t>¿Cuál es el impulsor Biológica?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xmlns="" id="{B04518AC-2284-D800-68E4-BEA9DCEA76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8530" y="1172291"/>
            <a:ext cx="11688233" cy="5262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AR" altLang="es-AR" sz="1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Roboto Thin" panose="02000000000000000000" pitchFamily="2" charset="0"/>
              <a:ea typeface="Roboto Thin" panose="02000000000000000000" pitchFamily="2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s-AR" altLang="es-AR" sz="1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Roboto Thin" panose="02000000000000000000" pitchFamily="2" charset="0"/>
                <a:ea typeface="Roboto Thin" panose="02000000000000000000" pitchFamily="2" charset="0"/>
              </a:rPr>
              <a:t>Innovaciones en Genética: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s-AR" altLang="es-AR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Roboto Thin" panose="02000000000000000000" pitchFamily="2" charset="0"/>
                <a:ea typeface="Roboto Thin" panose="02000000000000000000" pitchFamily="2" charset="0"/>
              </a:rPr>
              <a:t>Reducción del costo y facilidad de secuenciación genética ADN.</a:t>
            </a:r>
            <a:br>
              <a:rPr kumimoji="0" lang="es-AR" altLang="es-AR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Roboto Thin" panose="02000000000000000000" pitchFamily="2" charset="0"/>
                <a:ea typeface="Roboto Thin" panose="02000000000000000000" pitchFamily="2" charset="0"/>
              </a:rPr>
            </a:br>
            <a:r>
              <a:rPr kumimoji="0" lang="es-AR" altLang="es-AR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Roboto Thin" panose="02000000000000000000" pitchFamily="2" charset="0"/>
                <a:ea typeface="Roboto Thin" panose="02000000000000000000" pitchFamily="2" charset="0"/>
              </a:rPr>
              <a:t>Proyecto Genoma Humano tomó más de diez años y 2.700 millones de </a:t>
            </a:r>
            <a:r>
              <a:rPr kumimoji="0" lang="es-AR" altLang="es-AR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Roboto Thin" panose="02000000000000000000" pitchFamily="2" charset="0"/>
                <a:ea typeface="Roboto Thin" panose="02000000000000000000" pitchFamily="2" charset="0"/>
              </a:rPr>
              <a:t>dólares.Hoy</a:t>
            </a:r>
            <a:r>
              <a:rPr kumimoji="0" lang="es-AR" altLang="es-AR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Roboto Thin" panose="02000000000000000000" pitchFamily="2" charset="0"/>
                <a:ea typeface="Roboto Thin" panose="02000000000000000000" pitchFamily="2" charset="0"/>
              </a:rPr>
              <a:t>, un genoma se secuencia en pocas horas y por menos de 1.000 dólares.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s-AR" altLang="es-AR" sz="1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Roboto Thin" panose="02000000000000000000" pitchFamily="2" charset="0"/>
              <a:ea typeface="Roboto Thin" panose="02000000000000000000" pitchFamily="2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s-AR" altLang="es-AR" sz="1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Roboto Thin" panose="02000000000000000000" pitchFamily="2" charset="0"/>
                <a:ea typeface="Roboto Thin" panose="02000000000000000000" pitchFamily="2" charset="0"/>
              </a:rPr>
              <a:t>Biología sintética: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s-AR" altLang="es-AR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Roboto Thin" panose="02000000000000000000" pitchFamily="2" charset="0"/>
                <a:ea typeface="Roboto Thin" panose="02000000000000000000" pitchFamily="2" charset="0"/>
              </a:rPr>
              <a:t>Permite la personalización de organismos mediante la configuración del ADN.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s-AR" altLang="es-AR" sz="1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Roboto Thin" panose="02000000000000000000" pitchFamily="2" charset="0"/>
              <a:ea typeface="Roboto Thin" panose="02000000000000000000" pitchFamily="2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s-AR" altLang="es-AR" sz="1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Roboto Thin" panose="02000000000000000000" pitchFamily="2" charset="0"/>
                <a:ea typeface="Roboto Thin" panose="02000000000000000000" pitchFamily="2" charset="0"/>
              </a:rPr>
              <a:t>Revolución en medicina personalizada: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s-AR" altLang="es-AR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Roboto Thin" panose="02000000000000000000" pitchFamily="2" charset="0"/>
                <a:ea typeface="Roboto Thin" panose="02000000000000000000" pitchFamily="2" charset="0"/>
              </a:rPr>
              <a:t>Mejora en el tratamiento del cáncer al determinar la constitución genética de un tumor.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s-AR" altLang="es-AR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Roboto Thin" panose="02000000000000000000" pitchFamily="2" charset="0"/>
                <a:ea typeface="Roboto Thin" panose="02000000000000000000" pitchFamily="2" charset="0"/>
              </a:rPr>
              <a:t>Medicina más precisa y terapias dirigidas.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s-AR" altLang="es-AR" sz="1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Roboto Thin" panose="02000000000000000000" pitchFamily="2" charset="0"/>
              <a:ea typeface="Roboto Thin" panose="02000000000000000000" pitchFamily="2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s-AR" altLang="es-AR" sz="1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Roboto Thin" panose="02000000000000000000" pitchFamily="2" charset="0"/>
                <a:ea typeface="Roboto Thin" panose="02000000000000000000" pitchFamily="2" charset="0"/>
              </a:rPr>
              <a:t>Ingeniería genética: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s-AR" altLang="es-AR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Roboto Thin" panose="02000000000000000000" pitchFamily="2" charset="0"/>
                <a:ea typeface="Roboto Thin" panose="02000000000000000000" pitchFamily="2" charset="0"/>
              </a:rPr>
              <a:t>Más precisa, eficaz y fácil de usar.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s-AR" altLang="es-AR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Roboto Thin" panose="02000000000000000000" pitchFamily="2" charset="0"/>
                <a:ea typeface="Roboto Thin" panose="02000000000000000000" pitchFamily="2" charset="0"/>
              </a:rPr>
              <a:t>Limitaciones jurídicas, regulatorias y éticas.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s-AR" altLang="es-AR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Roboto Thin" panose="02000000000000000000" pitchFamily="2" charset="0"/>
                <a:ea typeface="Roboto Thin" panose="02000000000000000000" pitchFamily="2" charset="0"/>
              </a:rPr>
              <a:t>Modificación de animales y creación de cultivos resistentes.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s-AR" altLang="es-AR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Roboto Thin" panose="02000000000000000000" pitchFamily="2" charset="0"/>
                <a:ea typeface="Roboto Thin" panose="02000000000000000000" pitchFamily="2" charset="0"/>
              </a:rPr>
              <a:t>Diseño de animales para producir productos farmacéuticos y órganos de trasplante.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s-AR" altLang="es-A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Roboto Thin" panose="02000000000000000000" pitchFamily="2" charset="0"/>
              <a:ea typeface="Roboto Thin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93008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4" descr="La Cuarta Revolución Industrial en el Perú para las PYMES | DIARIO DEL  EXPORTADOR">
            <a:extLst>
              <a:ext uri="{FF2B5EF4-FFF2-40B4-BE49-F238E27FC236}">
                <a16:creationId xmlns:a16="http://schemas.microsoft.com/office/drawing/2014/main" xmlns="" id="{83DA3E7C-7A50-4731-177C-BCF6BC7897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60470" y="2657201"/>
            <a:ext cx="6681047" cy="38362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2" name="Picture 2" descr="La Industria 5.0 eleva la competitividad de las pymes - Automatización en  la Industria 4.0">
            <a:extLst>
              <a:ext uri="{FF2B5EF4-FFF2-40B4-BE49-F238E27FC236}">
                <a16:creationId xmlns:a16="http://schemas.microsoft.com/office/drawing/2014/main" xmlns="" id="{16FB3AB0-892B-C798-8029-4B33B1D405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82561" y="1482"/>
            <a:ext cx="2785385" cy="15916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xmlns="" id="{3C0955AF-072B-5A85-0587-C7811E486EB5}"/>
              </a:ext>
            </a:extLst>
          </p:cNvPr>
          <p:cNvSpPr txBox="1"/>
          <p:nvPr/>
        </p:nvSpPr>
        <p:spPr>
          <a:xfrm>
            <a:off x="4582984" y="3191194"/>
            <a:ext cx="6985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sz="4800" baseline="-25000" dirty="0"/>
              <a:t>+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xmlns="" id="{4D60BB30-BCA7-6962-5B6A-32A273C6D4E5}"/>
              </a:ext>
            </a:extLst>
          </p:cNvPr>
          <p:cNvSpPr txBox="1"/>
          <p:nvPr/>
        </p:nvSpPr>
        <p:spPr>
          <a:xfrm>
            <a:off x="7611648" y="2002366"/>
            <a:ext cx="6985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sz="4800" baseline="-25000" dirty="0"/>
              <a:t>=</a:t>
            </a:r>
          </a:p>
        </p:txBody>
      </p:sp>
      <p:grpSp>
        <p:nvGrpSpPr>
          <p:cNvPr id="18" name="Grupo 17">
            <a:extLst>
              <a:ext uri="{FF2B5EF4-FFF2-40B4-BE49-F238E27FC236}">
                <a16:creationId xmlns:a16="http://schemas.microsoft.com/office/drawing/2014/main" xmlns="" id="{ABBE3185-EE56-3B9E-1A24-BBB727EEC824}"/>
              </a:ext>
            </a:extLst>
          </p:cNvPr>
          <p:cNvGrpSpPr/>
          <p:nvPr/>
        </p:nvGrpSpPr>
        <p:grpSpPr>
          <a:xfrm>
            <a:off x="8793632" y="290930"/>
            <a:ext cx="3205163" cy="1943535"/>
            <a:chOff x="7792634" y="2083097"/>
            <a:chExt cx="4306888" cy="2712939"/>
          </a:xfrm>
        </p:grpSpPr>
        <p:pic>
          <p:nvPicPr>
            <p:cNvPr id="5130" name="Picture 10" descr="Qubix | Cloud Planning Business Case Builder">
              <a:extLst>
                <a:ext uri="{FF2B5EF4-FFF2-40B4-BE49-F238E27FC236}">
                  <a16:creationId xmlns:a16="http://schemas.microsoft.com/office/drawing/2014/main" xmlns="" id="{B260179E-CC45-C378-AC95-77EAE61509B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792634" y="2083097"/>
              <a:ext cx="4306888" cy="269180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4" name="CuadroTexto 13">
              <a:extLst>
                <a:ext uri="{FF2B5EF4-FFF2-40B4-BE49-F238E27FC236}">
                  <a16:creationId xmlns:a16="http://schemas.microsoft.com/office/drawing/2014/main" xmlns="" id="{C81F3BDE-F681-F03D-6624-068B1D5BD5C5}"/>
                </a:ext>
              </a:extLst>
            </p:cNvPr>
            <p:cNvSpPr txBox="1"/>
            <p:nvPr/>
          </p:nvSpPr>
          <p:spPr>
            <a:xfrm>
              <a:off x="9895408" y="4280493"/>
              <a:ext cx="2073449" cy="5155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s-AR" b="1" dirty="0">
                  <a:solidFill>
                    <a:srgbClr val="188BCA"/>
                  </a:solidFill>
                  <a:latin typeface="+mj-lt"/>
                  <a:ea typeface="Roboto" panose="02000000000000000000" pitchFamily="2" charset="0"/>
                </a:rPr>
                <a:t>Industria 5.0</a:t>
              </a:r>
            </a:p>
          </p:txBody>
        </p:sp>
      </p:grpSp>
      <p:sp>
        <p:nvSpPr>
          <p:cNvPr id="16" name="CuadroTexto 15">
            <a:extLst>
              <a:ext uri="{FF2B5EF4-FFF2-40B4-BE49-F238E27FC236}">
                <a16:creationId xmlns:a16="http://schemas.microsoft.com/office/drawing/2014/main" xmlns="" id="{844E2A06-7283-E228-745F-992F3749DA54}"/>
              </a:ext>
            </a:extLst>
          </p:cNvPr>
          <p:cNvSpPr txBox="1"/>
          <p:nvPr/>
        </p:nvSpPr>
        <p:spPr>
          <a:xfrm>
            <a:off x="8956186" y="2505669"/>
            <a:ext cx="304260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 dirty="0">
                <a:solidFill>
                  <a:schemeClr val="bg1">
                    <a:lumMod val="90000"/>
                    <a:lumOff val="10000"/>
                  </a:schemeClr>
                </a:solidFill>
                <a:latin typeface="Open Sans" panose="020B0606030504020204" pitchFamily="34" charset="0"/>
              </a:rPr>
              <a:t>C</a:t>
            </a:r>
            <a:r>
              <a:rPr lang="es-ES" sz="1600" b="0" i="0" dirty="0">
                <a:solidFill>
                  <a:schemeClr val="bg1">
                    <a:lumMod val="90000"/>
                    <a:lumOff val="10000"/>
                  </a:schemeClr>
                </a:solidFill>
                <a:effectLst/>
                <a:latin typeface="Open Sans" panose="020B0606030504020204" pitchFamily="34" charset="0"/>
              </a:rPr>
              <a:t>olaboración entre la IA y humanos para mejorar la productividad y la eficiencia. </a:t>
            </a:r>
            <a:endParaRPr lang="es-AR" sz="1600" dirty="0">
              <a:solidFill>
                <a:schemeClr val="bg1">
                  <a:lumMod val="90000"/>
                  <a:lumOff val="10000"/>
                </a:schemeClr>
              </a:solidFill>
            </a:endParaRPr>
          </a:p>
        </p:txBody>
      </p:sp>
      <p:grpSp>
        <p:nvGrpSpPr>
          <p:cNvPr id="17" name="Grupo 16">
            <a:extLst>
              <a:ext uri="{FF2B5EF4-FFF2-40B4-BE49-F238E27FC236}">
                <a16:creationId xmlns:a16="http://schemas.microsoft.com/office/drawing/2014/main" xmlns="" id="{27CCC3ED-0305-AB58-1AC5-0D84421CDC3A}"/>
              </a:ext>
            </a:extLst>
          </p:cNvPr>
          <p:cNvGrpSpPr/>
          <p:nvPr/>
        </p:nvGrpSpPr>
        <p:grpSpPr>
          <a:xfrm>
            <a:off x="5798364" y="2160407"/>
            <a:ext cx="1537023" cy="2145272"/>
            <a:chOff x="5034428" y="3052393"/>
            <a:chExt cx="1155700" cy="1559651"/>
          </a:xfrm>
        </p:grpSpPr>
        <p:sp>
          <p:nvSpPr>
            <p:cNvPr id="6" name="CuadroTexto 5">
              <a:extLst>
                <a:ext uri="{FF2B5EF4-FFF2-40B4-BE49-F238E27FC236}">
                  <a16:creationId xmlns:a16="http://schemas.microsoft.com/office/drawing/2014/main" xmlns="" id="{83F04D1B-71F1-A347-BA29-74704039841C}"/>
                </a:ext>
              </a:extLst>
            </p:cNvPr>
            <p:cNvSpPr txBox="1"/>
            <p:nvPr/>
          </p:nvSpPr>
          <p:spPr>
            <a:xfrm>
              <a:off x="5162711" y="4211934"/>
              <a:ext cx="102741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s-AR" sz="2000" dirty="0">
                  <a:solidFill>
                    <a:schemeClr val="bg1">
                      <a:lumMod val="90000"/>
                      <a:lumOff val="10000"/>
                    </a:schemeClr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IA y ML</a:t>
              </a:r>
            </a:p>
          </p:txBody>
        </p:sp>
        <p:pic>
          <p:nvPicPr>
            <p:cNvPr id="10" name="Imagen 9" descr="Una caricatura de una persona&#10;&#10;Descripción generada automáticamente con confianza baja">
              <a:extLst>
                <a:ext uri="{FF2B5EF4-FFF2-40B4-BE49-F238E27FC236}">
                  <a16:creationId xmlns:a16="http://schemas.microsoft.com/office/drawing/2014/main" xmlns="" id="{B8AB1BC1-C92E-0F31-1063-23B0EA6F775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034428" y="3052393"/>
              <a:ext cx="1051253" cy="109875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922426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19">
            <a:extLst>
              <a:ext uri="{FF2B5EF4-FFF2-40B4-BE49-F238E27FC236}">
                <a16:creationId xmlns:a16="http://schemas.microsoft.com/office/drawing/2014/main" xmlns="" id="{92E741E5-104F-1001-87BD-4ED70B756CA1}"/>
              </a:ext>
            </a:extLst>
          </p:cNvPr>
          <p:cNvGrpSpPr/>
          <p:nvPr/>
        </p:nvGrpSpPr>
        <p:grpSpPr>
          <a:xfrm>
            <a:off x="494208" y="1087277"/>
            <a:ext cx="3373115" cy="351654"/>
            <a:chOff x="3776724" y="2401006"/>
            <a:chExt cx="5339049" cy="542681"/>
          </a:xfrm>
        </p:grpSpPr>
        <p:sp>
          <p:nvSpPr>
            <p:cNvPr id="10" name="MH_Entry_1">
              <a:hlinkClick r:id="" action="ppaction://noaction"/>
              <a:extLst>
                <a:ext uri="{FF2B5EF4-FFF2-40B4-BE49-F238E27FC236}">
                  <a16:creationId xmlns:a16="http://schemas.microsoft.com/office/drawing/2014/main" xmlns="" id="{406897C9-BBFE-B8EE-54C7-47B40CF12F19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4003578" y="2401006"/>
              <a:ext cx="5112195" cy="542681"/>
            </a:xfrm>
            <a:custGeom>
              <a:avLst/>
              <a:gdLst>
                <a:gd name="connsiteX0" fmla="*/ 0 w 4234772"/>
                <a:gd name="connsiteY0" fmla="*/ 0 h 539998"/>
                <a:gd name="connsiteX1" fmla="*/ 4234772 w 4234772"/>
                <a:gd name="connsiteY1" fmla="*/ 0 h 539998"/>
                <a:gd name="connsiteX2" fmla="*/ 4234772 w 4234772"/>
                <a:gd name="connsiteY2" fmla="*/ 539998 h 539998"/>
                <a:gd name="connsiteX3" fmla="*/ 0 w 4234772"/>
                <a:gd name="connsiteY3" fmla="*/ 539998 h 539998"/>
                <a:gd name="connsiteX4" fmla="*/ 0 w 4234772"/>
                <a:gd name="connsiteY4" fmla="*/ 0 h 539998"/>
                <a:gd name="connsiteX0" fmla="*/ 4234772 w 4326212"/>
                <a:gd name="connsiteY0" fmla="*/ 539998 h 631438"/>
                <a:gd name="connsiteX1" fmla="*/ 0 w 4326212"/>
                <a:gd name="connsiteY1" fmla="*/ 539998 h 631438"/>
                <a:gd name="connsiteX2" fmla="*/ 0 w 4326212"/>
                <a:gd name="connsiteY2" fmla="*/ 0 h 631438"/>
                <a:gd name="connsiteX3" fmla="*/ 4234772 w 4326212"/>
                <a:gd name="connsiteY3" fmla="*/ 0 h 631438"/>
                <a:gd name="connsiteX4" fmla="*/ 4326212 w 4326212"/>
                <a:gd name="connsiteY4" fmla="*/ 631438 h 631438"/>
                <a:gd name="connsiteX0" fmla="*/ 4234772 w 4234772"/>
                <a:gd name="connsiteY0" fmla="*/ 539998 h 539998"/>
                <a:gd name="connsiteX1" fmla="*/ 0 w 4234772"/>
                <a:gd name="connsiteY1" fmla="*/ 539998 h 539998"/>
                <a:gd name="connsiteX2" fmla="*/ 0 w 4234772"/>
                <a:gd name="connsiteY2" fmla="*/ 0 h 539998"/>
                <a:gd name="connsiteX3" fmla="*/ 4234772 w 4234772"/>
                <a:gd name="connsiteY3" fmla="*/ 0 h 5399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4772" h="539998">
                  <a:moveTo>
                    <a:pt x="4234772" y="539998"/>
                  </a:moveTo>
                  <a:lnTo>
                    <a:pt x="0" y="539998"/>
                  </a:lnTo>
                  <a:lnTo>
                    <a:pt x="0" y="0"/>
                  </a:lnTo>
                  <a:lnTo>
                    <a:pt x="4234772" y="0"/>
                  </a:lnTo>
                </a:path>
              </a:pathLst>
            </a:custGeom>
            <a:noFill/>
            <a:ln w="3175">
              <a:solidFill>
                <a:srgbClr val="5B9BD5">
                  <a:lumMod val="60000"/>
                  <a:lumOff val="40000"/>
                </a:srgbClr>
              </a:solidFill>
            </a:ln>
          </p:spPr>
          <p:txBody>
            <a:bodyPr wrap="square" lIns="395701" tIns="0" rIns="0" bIns="0" rtlCol="0" anchor="ctr" anchorCtr="0">
              <a:normAutofit/>
            </a:bodyPr>
            <a:lstStyle/>
            <a:p>
              <a:pPr defTabSz="913760">
                <a:lnSpc>
                  <a:spcPct val="120000"/>
                </a:lnSpc>
              </a:pPr>
              <a:r>
                <a:rPr lang="es-ES" altLang="zh-CN" sz="1400" kern="0" dirty="0">
                  <a:latin typeface="Roboto" panose="02000000000000000000" pitchFamily="2" charset="0"/>
                  <a:ea typeface="微软雅黑" panose="020B0503020204020204" pitchFamily="34" charset="-122"/>
                  <a:sym typeface="Arial" panose="020B0604020202020204" pitchFamily="34" charset="0"/>
                </a:rPr>
                <a:t>Capacidad de resolver problemas</a:t>
              </a:r>
              <a:endParaRPr lang="en-US" altLang="zh-CN" sz="1400" kern="0" dirty="0">
                <a:latin typeface="Roboto" panose="02000000000000000000" pitchFamily="2" charset="0"/>
                <a:ea typeface="Roboto" panose="02000000000000000000" pitchFamily="2" charset="0"/>
                <a:sym typeface="Arial" panose="020B0604020202020204" pitchFamily="34" charset="0"/>
              </a:endParaRPr>
            </a:p>
          </p:txBody>
        </p:sp>
        <p:sp>
          <p:nvSpPr>
            <p:cNvPr id="11" name="MH_Number_1">
              <a:hlinkClick r:id="" action="ppaction://noaction"/>
              <a:extLst>
                <a:ext uri="{FF2B5EF4-FFF2-40B4-BE49-F238E27FC236}">
                  <a16:creationId xmlns:a16="http://schemas.microsoft.com/office/drawing/2014/main" xmlns="" id="{7DEF7F8F-88A9-C3FC-3096-1BBE45F6BC8F}"/>
                </a:ext>
              </a:extLst>
            </p:cNvPr>
            <p:cNvSpPr>
              <a:spLocks/>
            </p:cNvSpPr>
            <p:nvPr>
              <p:custDataLst>
                <p:tags r:id="rId18"/>
              </p:custDataLst>
            </p:nvPr>
          </p:nvSpPr>
          <p:spPr bwMode="auto">
            <a:xfrm>
              <a:off x="3776724" y="2401006"/>
              <a:ext cx="556091" cy="542681"/>
            </a:xfrm>
            <a:prstGeom prst="ellipse">
              <a:avLst/>
            </a:prstGeom>
            <a:solidFill>
              <a:srgbClr val="5B9BD5"/>
            </a:solidFill>
            <a:ln w="9525">
              <a:solidFill>
                <a:srgbClr val="5B9BD5"/>
              </a:solidFill>
              <a:miter lim="800000"/>
              <a:headEnd/>
              <a:tailEnd/>
            </a:ln>
          </p:spPr>
          <p:txBody>
            <a:bodyPr wrap="square" lIns="0" tIns="0" rIns="0" bIns="0" anchor="ctr">
              <a:noAutofit/>
            </a:bodyPr>
            <a:lstStyle/>
            <a:p>
              <a:pPr algn="ctr" defTabSz="913760">
                <a:lnSpc>
                  <a:spcPct val="120000"/>
                </a:lnSpc>
                <a:spcBef>
                  <a:spcPct val="0"/>
                </a:spcBef>
                <a:defRPr/>
              </a:pPr>
              <a:r>
                <a:rPr lang="en-US" altLang="zh-CN" sz="1400" kern="0" dirty="0">
                  <a:solidFill>
                    <a:srgbClr val="FFFFFF"/>
                  </a:solidFill>
                  <a:latin typeface="Roboto" panose="02000000000000000000" pitchFamily="2" charset="0"/>
                  <a:ea typeface="Roboto" panose="02000000000000000000" pitchFamily="2" charset="0"/>
                  <a:cs typeface="Times New Roman" panose="02020603050405020304" pitchFamily="18" charset="0"/>
                  <a:sym typeface="Arial" panose="020B0604020202020204" pitchFamily="34" charset="0"/>
                </a:rPr>
                <a:t>1</a:t>
              </a:r>
              <a:endParaRPr lang="zh-CN" altLang="en-US" sz="1400" kern="0" dirty="0">
                <a:solidFill>
                  <a:srgbClr val="FFFFFF"/>
                </a:solidFill>
                <a:latin typeface="Roboto" panose="02000000000000000000" pitchFamily="2" charset="0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endParaRPr>
            </a:p>
          </p:txBody>
        </p:sp>
      </p:grpSp>
      <p:grpSp>
        <p:nvGrpSpPr>
          <p:cNvPr id="12" name="组合 19">
            <a:extLst>
              <a:ext uri="{FF2B5EF4-FFF2-40B4-BE49-F238E27FC236}">
                <a16:creationId xmlns:a16="http://schemas.microsoft.com/office/drawing/2014/main" xmlns="" id="{46A91091-D20A-75FE-E3F8-9766F9DFDFC8}"/>
              </a:ext>
            </a:extLst>
          </p:cNvPr>
          <p:cNvGrpSpPr/>
          <p:nvPr/>
        </p:nvGrpSpPr>
        <p:grpSpPr>
          <a:xfrm>
            <a:off x="494208" y="2433858"/>
            <a:ext cx="3373115" cy="351654"/>
            <a:chOff x="3776724" y="2401006"/>
            <a:chExt cx="5339049" cy="542681"/>
          </a:xfrm>
        </p:grpSpPr>
        <p:sp>
          <p:nvSpPr>
            <p:cNvPr id="13" name="MH_Entry_1">
              <a:hlinkClick r:id="" action="ppaction://noaction"/>
              <a:extLst>
                <a:ext uri="{FF2B5EF4-FFF2-40B4-BE49-F238E27FC236}">
                  <a16:creationId xmlns:a16="http://schemas.microsoft.com/office/drawing/2014/main" xmlns="" id="{4E6AA204-2A63-EEC6-30C2-4C14E070C7D3}"/>
                </a:ext>
              </a:extLst>
            </p:cNvPr>
            <p:cNvSpPr txBox="1"/>
            <p:nvPr>
              <p:custDataLst>
                <p:tags r:id="rId15"/>
              </p:custDataLst>
            </p:nvPr>
          </p:nvSpPr>
          <p:spPr>
            <a:xfrm>
              <a:off x="4003578" y="2401006"/>
              <a:ext cx="5112195" cy="542681"/>
            </a:xfrm>
            <a:custGeom>
              <a:avLst/>
              <a:gdLst>
                <a:gd name="connsiteX0" fmla="*/ 0 w 4234772"/>
                <a:gd name="connsiteY0" fmla="*/ 0 h 539998"/>
                <a:gd name="connsiteX1" fmla="*/ 4234772 w 4234772"/>
                <a:gd name="connsiteY1" fmla="*/ 0 h 539998"/>
                <a:gd name="connsiteX2" fmla="*/ 4234772 w 4234772"/>
                <a:gd name="connsiteY2" fmla="*/ 539998 h 539998"/>
                <a:gd name="connsiteX3" fmla="*/ 0 w 4234772"/>
                <a:gd name="connsiteY3" fmla="*/ 539998 h 539998"/>
                <a:gd name="connsiteX4" fmla="*/ 0 w 4234772"/>
                <a:gd name="connsiteY4" fmla="*/ 0 h 539998"/>
                <a:gd name="connsiteX0" fmla="*/ 4234772 w 4326212"/>
                <a:gd name="connsiteY0" fmla="*/ 539998 h 631438"/>
                <a:gd name="connsiteX1" fmla="*/ 0 w 4326212"/>
                <a:gd name="connsiteY1" fmla="*/ 539998 h 631438"/>
                <a:gd name="connsiteX2" fmla="*/ 0 w 4326212"/>
                <a:gd name="connsiteY2" fmla="*/ 0 h 631438"/>
                <a:gd name="connsiteX3" fmla="*/ 4234772 w 4326212"/>
                <a:gd name="connsiteY3" fmla="*/ 0 h 631438"/>
                <a:gd name="connsiteX4" fmla="*/ 4326212 w 4326212"/>
                <a:gd name="connsiteY4" fmla="*/ 631438 h 631438"/>
                <a:gd name="connsiteX0" fmla="*/ 4234772 w 4234772"/>
                <a:gd name="connsiteY0" fmla="*/ 539998 h 539998"/>
                <a:gd name="connsiteX1" fmla="*/ 0 w 4234772"/>
                <a:gd name="connsiteY1" fmla="*/ 539998 h 539998"/>
                <a:gd name="connsiteX2" fmla="*/ 0 w 4234772"/>
                <a:gd name="connsiteY2" fmla="*/ 0 h 539998"/>
                <a:gd name="connsiteX3" fmla="*/ 4234772 w 4234772"/>
                <a:gd name="connsiteY3" fmla="*/ 0 h 5399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4772" h="539998">
                  <a:moveTo>
                    <a:pt x="4234772" y="539998"/>
                  </a:moveTo>
                  <a:lnTo>
                    <a:pt x="0" y="539998"/>
                  </a:lnTo>
                  <a:lnTo>
                    <a:pt x="0" y="0"/>
                  </a:lnTo>
                  <a:lnTo>
                    <a:pt x="4234772" y="0"/>
                  </a:lnTo>
                </a:path>
              </a:pathLst>
            </a:custGeom>
            <a:noFill/>
            <a:ln w="3175">
              <a:solidFill>
                <a:srgbClr val="5B9BD5">
                  <a:lumMod val="60000"/>
                  <a:lumOff val="40000"/>
                </a:srgbClr>
              </a:solidFill>
            </a:ln>
          </p:spPr>
          <p:txBody>
            <a:bodyPr wrap="square" lIns="395701" tIns="0" rIns="0" bIns="0" rtlCol="0" anchor="ctr" anchorCtr="0">
              <a:normAutofit/>
            </a:bodyPr>
            <a:lstStyle/>
            <a:p>
              <a:pPr defTabSz="913760">
                <a:lnSpc>
                  <a:spcPct val="120000"/>
                </a:lnSpc>
              </a:pPr>
              <a:r>
                <a:rPr lang="es-ES" altLang="zh-CN" sz="1400" kern="0" dirty="0">
                  <a:latin typeface="Roboto" panose="02000000000000000000" pitchFamily="2" charset="0"/>
                  <a:ea typeface="微软雅黑" panose="020B0503020204020204" pitchFamily="34" charset="-122"/>
                  <a:sym typeface="Arial" panose="020B0604020202020204" pitchFamily="34" charset="0"/>
                </a:rPr>
                <a:t>Abordaje metodológico</a:t>
              </a:r>
              <a:endParaRPr lang="en-US" altLang="zh-CN" sz="1400" kern="0" dirty="0">
                <a:latin typeface="Roboto" panose="02000000000000000000" pitchFamily="2" charset="0"/>
                <a:ea typeface="Roboto" panose="02000000000000000000" pitchFamily="2" charset="0"/>
                <a:sym typeface="Arial" panose="020B0604020202020204" pitchFamily="34" charset="0"/>
              </a:endParaRPr>
            </a:p>
          </p:txBody>
        </p:sp>
        <p:sp>
          <p:nvSpPr>
            <p:cNvPr id="14" name="MH_Number_1">
              <a:hlinkClick r:id="" action="ppaction://noaction"/>
              <a:extLst>
                <a:ext uri="{FF2B5EF4-FFF2-40B4-BE49-F238E27FC236}">
                  <a16:creationId xmlns:a16="http://schemas.microsoft.com/office/drawing/2014/main" xmlns="" id="{36776AD8-91B7-5140-6093-48F76EA0673C}"/>
                </a:ext>
              </a:extLst>
            </p:cNvPr>
            <p:cNvSpPr>
              <a:spLocks/>
            </p:cNvSpPr>
            <p:nvPr>
              <p:custDataLst>
                <p:tags r:id="rId16"/>
              </p:custDataLst>
            </p:nvPr>
          </p:nvSpPr>
          <p:spPr bwMode="auto">
            <a:xfrm>
              <a:off x="3776724" y="2401006"/>
              <a:ext cx="556091" cy="542681"/>
            </a:xfrm>
            <a:prstGeom prst="ellipse">
              <a:avLst/>
            </a:prstGeom>
            <a:solidFill>
              <a:srgbClr val="5B9BD5"/>
            </a:solidFill>
            <a:ln w="9525">
              <a:solidFill>
                <a:srgbClr val="5B9BD5"/>
              </a:solidFill>
              <a:miter lim="800000"/>
              <a:headEnd/>
              <a:tailEnd/>
            </a:ln>
          </p:spPr>
          <p:txBody>
            <a:bodyPr wrap="square" lIns="0" tIns="0" rIns="0" bIns="0" anchor="ctr">
              <a:noAutofit/>
            </a:bodyPr>
            <a:lstStyle/>
            <a:p>
              <a:pPr algn="ctr" defTabSz="913760">
                <a:lnSpc>
                  <a:spcPct val="120000"/>
                </a:lnSpc>
                <a:spcBef>
                  <a:spcPct val="0"/>
                </a:spcBef>
                <a:defRPr/>
              </a:pPr>
              <a:r>
                <a:rPr lang="en-US" altLang="zh-CN" sz="1400" kern="0" dirty="0">
                  <a:solidFill>
                    <a:srgbClr val="FFFFFF"/>
                  </a:solidFill>
                  <a:latin typeface="Roboto" panose="02000000000000000000" pitchFamily="2" charset="0"/>
                  <a:ea typeface="Roboto" panose="02000000000000000000" pitchFamily="2" charset="0"/>
                  <a:cs typeface="Times New Roman" panose="02020603050405020304" pitchFamily="18" charset="0"/>
                  <a:sym typeface="Arial" panose="020B0604020202020204" pitchFamily="34" charset="0"/>
                </a:rPr>
                <a:t>2</a:t>
              </a:r>
              <a:endParaRPr lang="zh-CN" altLang="en-US" sz="1400" kern="0" dirty="0">
                <a:solidFill>
                  <a:srgbClr val="FFFFFF"/>
                </a:solidFill>
                <a:latin typeface="Roboto" panose="02000000000000000000" pitchFamily="2" charset="0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endParaRPr>
            </a:p>
          </p:txBody>
        </p:sp>
      </p:grpSp>
      <p:grpSp>
        <p:nvGrpSpPr>
          <p:cNvPr id="15" name="组合 19">
            <a:extLst>
              <a:ext uri="{FF2B5EF4-FFF2-40B4-BE49-F238E27FC236}">
                <a16:creationId xmlns:a16="http://schemas.microsoft.com/office/drawing/2014/main" xmlns="" id="{D4BF1E87-2768-46E3-BF20-6A64027E9BD9}"/>
              </a:ext>
            </a:extLst>
          </p:cNvPr>
          <p:cNvGrpSpPr/>
          <p:nvPr/>
        </p:nvGrpSpPr>
        <p:grpSpPr>
          <a:xfrm>
            <a:off x="494208" y="3908734"/>
            <a:ext cx="3373115" cy="351654"/>
            <a:chOff x="3776724" y="2401006"/>
            <a:chExt cx="5339049" cy="542681"/>
          </a:xfrm>
        </p:grpSpPr>
        <p:sp>
          <p:nvSpPr>
            <p:cNvPr id="16" name="MH_Entry_1">
              <a:hlinkClick r:id="" action="ppaction://noaction"/>
              <a:extLst>
                <a:ext uri="{FF2B5EF4-FFF2-40B4-BE49-F238E27FC236}">
                  <a16:creationId xmlns:a16="http://schemas.microsoft.com/office/drawing/2014/main" xmlns="" id="{BB1B5CFE-AE0C-6825-77CF-421CFC97B2DD}"/>
                </a:ext>
              </a:extLst>
            </p:cNvPr>
            <p:cNvSpPr txBox="1"/>
            <p:nvPr>
              <p:custDataLst>
                <p:tags r:id="rId13"/>
              </p:custDataLst>
            </p:nvPr>
          </p:nvSpPr>
          <p:spPr>
            <a:xfrm>
              <a:off x="4003578" y="2401006"/>
              <a:ext cx="5112195" cy="542681"/>
            </a:xfrm>
            <a:custGeom>
              <a:avLst/>
              <a:gdLst>
                <a:gd name="connsiteX0" fmla="*/ 0 w 4234772"/>
                <a:gd name="connsiteY0" fmla="*/ 0 h 539998"/>
                <a:gd name="connsiteX1" fmla="*/ 4234772 w 4234772"/>
                <a:gd name="connsiteY1" fmla="*/ 0 h 539998"/>
                <a:gd name="connsiteX2" fmla="*/ 4234772 w 4234772"/>
                <a:gd name="connsiteY2" fmla="*/ 539998 h 539998"/>
                <a:gd name="connsiteX3" fmla="*/ 0 w 4234772"/>
                <a:gd name="connsiteY3" fmla="*/ 539998 h 539998"/>
                <a:gd name="connsiteX4" fmla="*/ 0 w 4234772"/>
                <a:gd name="connsiteY4" fmla="*/ 0 h 539998"/>
                <a:gd name="connsiteX0" fmla="*/ 4234772 w 4326212"/>
                <a:gd name="connsiteY0" fmla="*/ 539998 h 631438"/>
                <a:gd name="connsiteX1" fmla="*/ 0 w 4326212"/>
                <a:gd name="connsiteY1" fmla="*/ 539998 h 631438"/>
                <a:gd name="connsiteX2" fmla="*/ 0 w 4326212"/>
                <a:gd name="connsiteY2" fmla="*/ 0 h 631438"/>
                <a:gd name="connsiteX3" fmla="*/ 4234772 w 4326212"/>
                <a:gd name="connsiteY3" fmla="*/ 0 h 631438"/>
                <a:gd name="connsiteX4" fmla="*/ 4326212 w 4326212"/>
                <a:gd name="connsiteY4" fmla="*/ 631438 h 631438"/>
                <a:gd name="connsiteX0" fmla="*/ 4234772 w 4234772"/>
                <a:gd name="connsiteY0" fmla="*/ 539998 h 539998"/>
                <a:gd name="connsiteX1" fmla="*/ 0 w 4234772"/>
                <a:gd name="connsiteY1" fmla="*/ 539998 h 539998"/>
                <a:gd name="connsiteX2" fmla="*/ 0 w 4234772"/>
                <a:gd name="connsiteY2" fmla="*/ 0 h 539998"/>
                <a:gd name="connsiteX3" fmla="*/ 4234772 w 4234772"/>
                <a:gd name="connsiteY3" fmla="*/ 0 h 5399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4772" h="539998">
                  <a:moveTo>
                    <a:pt x="4234772" y="539998"/>
                  </a:moveTo>
                  <a:lnTo>
                    <a:pt x="0" y="539998"/>
                  </a:lnTo>
                  <a:lnTo>
                    <a:pt x="0" y="0"/>
                  </a:lnTo>
                  <a:lnTo>
                    <a:pt x="4234772" y="0"/>
                  </a:lnTo>
                </a:path>
              </a:pathLst>
            </a:custGeom>
            <a:noFill/>
            <a:ln w="3175">
              <a:solidFill>
                <a:srgbClr val="5B9BD5">
                  <a:lumMod val="60000"/>
                  <a:lumOff val="40000"/>
                </a:srgbClr>
              </a:solidFill>
            </a:ln>
          </p:spPr>
          <p:txBody>
            <a:bodyPr wrap="square" lIns="395701" tIns="0" rIns="0" bIns="0" rtlCol="0" anchor="ctr" anchorCtr="0">
              <a:normAutofit/>
            </a:bodyPr>
            <a:lstStyle/>
            <a:p>
              <a:pPr defTabSz="913760">
                <a:lnSpc>
                  <a:spcPct val="120000"/>
                </a:lnSpc>
              </a:pPr>
              <a:r>
                <a:rPr lang="es-AR" altLang="zh-CN" sz="1400" kern="0" dirty="0">
                  <a:latin typeface="Roboto" panose="02000000000000000000" pitchFamily="2" charset="0"/>
                  <a:ea typeface="微软雅黑" panose="020B0503020204020204" pitchFamily="34" charset="-122"/>
                  <a:sym typeface="Arial" panose="020B0604020202020204" pitchFamily="34" charset="0"/>
                </a:rPr>
                <a:t>Trabajo en equipo</a:t>
              </a:r>
              <a:endParaRPr lang="en-US" altLang="zh-CN" sz="1400" kern="0" dirty="0">
                <a:latin typeface="Roboto" panose="02000000000000000000" pitchFamily="2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7" name="MH_Number_1">
              <a:hlinkClick r:id="" action="ppaction://noaction"/>
              <a:extLst>
                <a:ext uri="{FF2B5EF4-FFF2-40B4-BE49-F238E27FC236}">
                  <a16:creationId xmlns:a16="http://schemas.microsoft.com/office/drawing/2014/main" xmlns="" id="{3338CB96-8C80-339B-0442-58C70E65153F}"/>
                </a:ext>
              </a:extLst>
            </p:cNvPr>
            <p:cNvSpPr>
              <a:spLocks/>
            </p:cNvSpPr>
            <p:nvPr>
              <p:custDataLst>
                <p:tags r:id="rId14"/>
              </p:custDataLst>
            </p:nvPr>
          </p:nvSpPr>
          <p:spPr bwMode="auto">
            <a:xfrm>
              <a:off x="3776724" y="2401006"/>
              <a:ext cx="556091" cy="542681"/>
            </a:xfrm>
            <a:prstGeom prst="ellipse">
              <a:avLst/>
            </a:prstGeom>
            <a:solidFill>
              <a:srgbClr val="5B9BD5"/>
            </a:solidFill>
            <a:ln w="9525">
              <a:solidFill>
                <a:srgbClr val="5B9BD5"/>
              </a:solidFill>
              <a:miter lim="800000"/>
              <a:headEnd/>
              <a:tailEnd/>
            </a:ln>
          </p:spPr>
          <p:txBody>
            <a:bodyPr wrap="square" lIns="0" tIns="0" rIns="0" bIns="0" anchor="ctr">
              <a:noAutofit/>
            </a:bodyPr>
            <a:lstStyle/>
            <a:p>
              <a:pPr algn="ctr" defTabSz="913760">
                <a:lnSpc>
                  <a:spcPct val="120000"/>
                </a:lnSpc>
                <a:spcBef>
                  <a:spcPct val="0"/>
                </a:spcBef>
                <a:defRPr/>
              </a:pPr>
              <a:r>
                <a:rPr lang="en-US" altLang="zh-CN" sz="1400" kern="0" dirty="0">
                  <a:solidFill>
                    <a:srgbClr val="FFFFFF"/>
                  </a:solidFill>
                  <a:latin typeface="Roboto" panose="02000000000000000000" pitchFamily="2" charset="0"/>
                  <a:ea typeface="Roboto" panose="02000000000000000000" pitchFamily="2" charset="0"/>
                  <a:cs typeface="Times New Roman" panose="02020603050405020304" pitchFamily="18" charset="0"/>
                  <a:sym typeface="Arial" panose="020B0604020202020204" pitchFamily="34" charset="0"/>
                </a:rPr>
                <a:t>3</a:t>
              </a:r>
              <a:endParaRPr lang="zh-CN" altLang="en-US" sz="1400" kern="0" dirty="0">
                <a:solidFill>
                  <a:srgbClr val="FFFFFF"/>
                </a:solidFill>
                <a:latin typeface="Roboto" panose="02000000000000000000" pitchFamily="2" charset="0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endParaRPr>
            </a:p>
          </p:txBody>
        </p:sp>
      </p:grpSp>
      <p:grpSp>
        <p:nvGrpSpPr>
          <p:cNvPr id="18" name="组合 19">
            <a:extLst>
              <a:ext uri="{FF2B5EF4-FFF2-40B4-BE49-F238E27FC236}">
                <a16:creationId xmlns:a16="http://schemas.microsoft.com/office/drawing/2014/main" xmlns="" id="{71D4F2E3-A37D-AE99-3904-01688450874D}"/>
              </a:ext>
            </a:extLst>
          </p:cNvPr>
          <p:cNvGrpSpPr/>
          <p:nvPr/>
        </p:nvGrpSpPr>
        <p:grpSpPr>
          <a:xfrm>
            <a:off x="494208" y="5144821"/>
            <a:ext cx="3373115" cy="351654"/>
            <a:chOff x="3776724" y="2401006"/>
            <a:chExt cx="5339049" cy="542681"/>
          </a:xfrm>
        </p:grpSpPr>
        <p:sp>
          <p:nvSpPr>
            <p:cNvPr id="19" name="MH_Entry_1">
              <a:hlinkClick r:id="" action="ppaction://noaction"/>
              <a:extLst>
                <a:ext uri="{FF2B5EF4-FFF2-40B4-BE49-F238E27FC236}">
                  <a16:creationId xmlns:a16="http://schemas.microsoft.com/office/drawing/2014/main" xmlns="" id="{6EE2BDDC-B0C8-2148-2F56-A1673ABEDC88}"/>
                </a:ext>
              </a:extLst>
            </p:cNvPr>
            <p:cNvSpPr txBox="1"/>
            <p:nvPr>
              <p:custDataLst>
                <p:tags r:id="rId11"/>
              </p:custDataLst>
            </p:nvPr>
          </p:nvSpPr>
          <p:spPr>
            <a:xfrm>
              <a:off x="4003578" y="2401006"/>
              <a:ext cx="5112195" cy="542681"/>
            </a:xfrm>
            <a:custGeom>
              <a:avLst/>
              <a:gdLst>
                <a:gd name="connsiteX0" fmla="*/ 0 w 4234772"/>
                <a:gd name="connsiteY0" fmla="*/ 0 h 539998"/>
                <a:gd name="connsiteX1" fmla="*/ 4234772 w 4234772"/>
                <a:gd name="connsiteY1" fmla="*/ 0 h 539998"/>
                <a:gd name="connsiteX2" fmla="*/ 4234772 w 4234772"/>
                <a:gd name="connsiteY2" fmla="*/ 539998 h 539998"/>
                <a:gd name="connsiteX3" fmla="*/ 0 w 4234772"/>
                <a:gd name="connsiteY3" fmla="*/ 539998 h 539998"/>
                <a:gd name="connsiteX4" fmla="*/ 0 w 4234772"/>
                <a:gd name="connsiteY4" fmla="*/ 0 h 539998"/>
                <a:gd name="connsiteX0" fmla="*/ 4234772 w 4326212"/>
                <a:gd name="connsiteY0" fmla="*/ 539998 h 631438"/>
                <a:gd name="connsiteX1" fmla="*/ 0 w 4326212"/>
                <a:gd name="connsiteY1" fmla="*/ 539998 h 631438"/>
                <a:gd name="connsiteX2" fmla="*/ 0 w 4326212"/>
                <a:gd name="connsiteY2" fmla="*/ 0 h 631438"/>
                <a:gd name="connsiteX3" fmla="*/ 4234772 w 4326212"/>
                <a:gd name="connsiteY3" fmla="*/ 0 h 631438"/>
                <a:gd name="connsiteX4" fmla="*/ 4326212 w 4326212"/>
                <a:gd name="connsiteY4" fmla="*/ 631438 h 631438"/>
                <a:gd name="connsiteX0" fmla="*/ 4234772 w 4234772"/>
                <a:gd name="connsiteY0" fmla="*/ 539998 h 539998"/>
                <a:gd name="connsiteX1" fmla="*/ 0 w 4234772"/>
                <a:gd name="connsiteY1" fmla="*/ 539998 h 539998"/>
                <a:gd name="connsiteX2" fmla="*/ 0 w 4234772"/>
                <a:gd name="connsiteY2" fmla="*/ 0 h 539998"/>
                <a:gd name="connsiteX3" fmla="*/ 4234772 w 4234772"/>
                <a:gd name="connsiteY3" fmla="*/ 0 h 5399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4772" h="539998">
                  <a:moveTo>
                    <a:pt x="4234772" y="539998"/>
                  </a:moveTo>
                  <a:lnTo>
                    <a:pt x="0" y="539998"/>
                  </a:lnTo>
                  <a:lnTo>
                    <a:pt x="0" y="0"/>
                  </a:lnTo>
                  <a:lnTo>
                    <a:pt x="4234772" y="0"/>
                  </a:lnTo>
                </a:path>
              </a:pathLst>
            </a:custGeom>
            <a:noFill/>
            <a:ln w="3175">
              <a:solidFill>
                <a:srgbClr val="5B9BD5">
                  <a:lumMod val="60000"/>
                  <a:lumOff val="40000"/>
                </a:srgbClr>
              </a:solidFill>
            </a:ln>
          </p:spPr>
          <p:txBody>
            <a:bodyPr wrap="square" lIns="395701" tIns="0" rIns="0" bIns="0" rtlCol="0" anchor="ctr" anchorCtr="0">
              <a:normAutofit/>
            </a:bodyPr>
            <a:lstStyle/>
            <a:p>
              <a:pPr defTabSz="913760">
                <a:lnSpc>
                  <a:spcPct val="120000"/>
                </a:lnSpc>
              </a:pPr>
              <a:r>
                <a:rPr lang="es-AR" sz="1400" kern="0" dirty="0">
                  <a:latin typeface="Roboto" panose="02000000000000000000" pitchFamily="2" charset="0"/>
                  <a:ea typeface="微软雅黑" panose="020B0503020204020204" pitchFamily="34" charset="-122"/>
                </a:rPr>
                <a:t>Capacidad de aprender</a:t>
              </a:r>
              <a:endParaRPr lang="en-US" altLang="zh-CN" sz="1400" kern="0" dirty="0">
                <a:latin typeface="Roboto" panose="02000000000000000000" pitchFamily="2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20" name="MH_Number_1">
              <a:hlinkClick r:id="" action="ppaction://noaction"/>
              <a:extLst>
                <a:ext uri="{FF2B5EF4-FFF2-40B4-BE49-F238E27FC236}">
                  <a16:creationId xmlns:a16="http://schemas.microsoft.com/office/drawing/2014/main" xmlns="" id="{AF88230C-EECC-1F2F-B5F0-33AFAFE2F890}"/>
                </a:ext>
              </a:extLst>
            </p:cNvPr>
            <p:cNvSpPr>
              <a:spLocks/>
            </p:cNvSpPr>
            <p:nvPr>
              <p:custDataLst>
                <p:tags r:id="rId12"/>
              </p:custDataLst>
            </p:nvPr>
          </p:nvSpPr>
          <p:spPr bwMode="auto">
            <a:xfrm>
              <a:off x="3776724" y="2401006"/>
              <a:ext cx="556091" cy="542681"/>
            </a:xfrm>
            <a:prstGeom prst="ellipse">
              <a:avLst/>
            </a:prstGeom>
            <a:solidFill>
              <a:srgbClr val="5B9BD5"/>
            </a:solidFill>
            <a:ln w="9525">
              <a:solidFill>
                <a:srgbClr val="5B9BD5"/>
              </a:solidFill>
              <a:miter lim="800000"/>
              <a:headEnd/>
              <a:tailEnd/>
            </a:ln>
          </p:spPr>
          <p:txBody>
            <a:bodyPr wrap="square" lIns="0" tIns="0" rIns="0" bIns="0" anchor="ctr">
              <a:noAutofit/>
            </a:bodyPr>
            <a:lstStyle/>
            <a:p>
              <a:pPr algn="ctr" defTabSz="913760">
                <a:lnSpc>
                  <a:spcPct val="120000"/>
                </a:lnSpc>
                <a:spcBef>
                  <a:spcPct val="0"/>
                </a:spcBef>
                <a:defRPr/>
              </a:pPr>
              <a:r>
                <a:rPr lang="en-US" altLang="zh-CN" sz="1400" kern="0" dirty="0">
                  <a:solidFill>
                    <a:srgbClr val="FFFFFF"/>
                  </a:solidFill>
                  <a:latin typeface="Roboto" panose="02000000000000000000" pitchFamily="2" charset="0"/>
                  <a:ea typeface="Roboto" panose="02000000000000000000" pitchFamily="2" charset="0"/>
                  <a:cs typeface="Times New Roman" panose="02020603050405020304" pitchFamily="18" charset="0"/>
                  <a:sym typeface="Arial" panose="020B0604020202020204" pitchFamily="34" charset="0"/>
                </a:rPr>
                <a:t>4</a:t>
              </a:r>
              <a:endParaRPr lang="zh-CN" altLang="en-US" sz="1400" kern="0" dirty="0">
                <a:solidFill>
                  <a:srgbClr val="FFFFFF"/>
                </a:solidFill>
                <a:latin typeface="Roboto" panose="02000000000000000000" pitchFamily="2" charset="0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endParaRPr>
            </a:p>
          </p:txBody>
        </p:sp>
      </p:grpSp>
      <p:grpSp>
        <p:nvGrpSpPr>
          <p:cNvPr id="21" name="组合 19">
            <a:extLst>
              <a:ext uri="{FF2B5EF4-FFF2-40B4-BE49-F238E27FC236}">
                <a16:creationId xmlns:a16="http://schemas.microsoft.com/office/drawing/2014/main" xmlns="" id="{15868C85-70D0-0E90-BA34-ADFC6BCD4482}"/>
              </a:ext>
            </a:extLst>
          </p:cNvPr>
          <p:cNvGrpSpPr/>
          <p:nvPr/>
        </p:nvGrpSpPr>
        <p:grpSpPr>
          <a:xfrm>
            <a:off x="5004518" y="3908734"/>
            <a:ext cx="3373115" cy="351654"/>
            <a:chOff x="3776724" y="2401006"/>
            <a:chExt cx="5339049" cy="542681"/>
          </a:xfrm>
        </p:grpSpPr>
        <p:sp>
          <p:nvSpPr>
            <p:cNvPr id="22" name="MH_Entry_1">
              <a:hlinkClick r:id="" action="ppaction://noaction"/>
              <a:extLst>
                <a:ext uri="{FF2B5EF4-FFF2-40B4-BE49-F238E27FC236}">
                  <a16:creationId xmlns:a16="http://schemas.microsoft.com/office/drawing/2014/main" xmlns="" id="{C366CAC5-1753-E9EF-45C8-90B92F1C26F0}"/>
                </a:ext>
              </a:extLst>
            </p:cNvPr>
            <p:cNvSpPr txBox="1"/>
            <p:nvPr>
              <p:custDataLst>
                <p:tags r:id="rId9"/>
              </p:custDataLst>
            </p:nvPr>
          </p:nvSpPr>
          <p:spPr>
            <a:xfrm>
              <a:off x="4003578" y="2401006"/>
              <a:ext cx="5112195" cy="542681"/>
            </a:xfrm>
            <a:custGeom>
              <a:avLst/>
              <a:gdLst>
                <a:gd name="connsiteX0" fmla="*/ 0 w 4234772"/>
                <a:gd name="connsiteY0" fmla="*/ 0 h 539998"/>
                <a:gd name="connsiteX1" fmla="*/ 4234772 w 4234772"/>
                <a:gd name="connsiteY1" fmla="*/ 0 h 539998"/>
                <a:gd name="connsiteX2" fmla="*/ 4234772 w 4234772"/>
                <a:gd name="connsiteY2" fmla="*/ 539998 h 539998"/>
                <a:gd name="connsiteX3" fmla="*/ 0 w 4234772"/>
                <a:gd name="connsiteY3" fmla="*/ 539998 h 539998"/>
                <a:gd name="connsiteX4" fmla="*/ 0 w 4234772"/>
                <a:gd name="connsiteY4" fmla="*/ 0 h 539998"/>
                <a:gd name="connsiteX0" fmla="*/ 4234772 w 4326212"/>
                <a:gd name="connsiteY0" fmla="*/ 539998 h 631438"/>
                <a:gd name="connsiteX1" fmla="*/ 0 w 4326212"/>
                <a:gd name="connsiteY1" fmla="*/ 539998 h 631438"/>
                <a:gd name="connsiteX2" fmla="*/ 0 w 4326212"/>
                <a:gd name="connsiteY2" fmla="*/ 0 h 631438"/>
                <a:gd name="connsiteX3" fmla="*/ 4234772 w 4326212"/>
                <a:gd name="connsiteY3" fmla="*/ 0 h 631438"/>
                <a:gd name="connsiteX4" fmla="*/ 4326212 w 4326212"/>
                <a:gd name="connsiteY4" fmla="*/ 631438 h 631438"/>
                <a:gd name="connsiteX0" fmla="*/ 4234772 w 4234772"/>
                <a:gd name="connsiteY0" fmla="*/ 539998 h 539998"/>
                <a:gd name="connsiteX1" fmla="*/ 0 w 4234772"/>
                <a:gd name="connsiteY1" fmla="*/ 539998 h 539998"/>
                <a:gd name="connsiteX2" fmla="*/ 0 w 4234772"/>
                <a:gd name="connsiteY2" fmla="*/ 0 h 539998"/>
                <a:gd name="connsiteX3" fmla="*/ 4234772 w 4234772"/>
                <a:gd name="connsiteY3" fmla="*/ 0 h 5399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4772" h="539998">
                  <a:moveTo>
                    <a:pt x="4234772" y="539998"/>
                  </a:moveTo>
                  <a:lnTo>
                    <a:pt x="0" y="539998"/>
                  </a:lnTo>
                  <a:lnTo>
                    <a:pt x="0" y="0"/>
                  </a:lnTo>
                  <a:lnTo>
                    <a:pt x="4234772" y="0"/>
                  </a:lnTo>
                </a:path>
              </a:pathLst>
            </a:custGeom>
            <a:noFill/>
            <a:ln w="3175">
              <a:solidFill>
                <a:srgbClr val="5B9BD5">
                  <a:lumMod val="60000"/>
                  <a:lumOff val="40000"/>
                </a:srgbClr>
              </a:solidFill>
            </a:ln>
          </p:spPr>
          <p:txBody>
            <a:bodyPr wrap="square" lIns="395701" tIns="0" rIns="0" bIns="0" rtlCol="0" anchor="ctr" anchorCtr="0">
              <a:normAutofit/>
            </a:bodyPr>
            <a:lstStyle/>
            <a:p>
              <a:pPr defTabSz="913760">
                <a:lnSpc>
                  <a:spcPct val="120000"/>
                </a:lnSpc>
              </a:pPr>
              <a:r>
                <a:rPr lang="es-AR" sz="1400" kern="0" dirty="0">
                  <a:latin typeface="Roboto" panose="02000000000000000000" pitchFamily="2" charset="0"/>
                  <a:ea typeface="微软雅黑" panose="020B0503020204020204" pitchFamily="34" charset="-122"/>
                </a:rPr>
                <a:t>Creatividad e innovación</a:t>
              </a:r>
              <a:endParaRPr lang="en-US" altLang="zh-CN" sz="1400" kern="0" dirty="0">
                <a:latin typeface="Roboto" panose="02000000000000000000" pitchFamily="2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23" name="MH_Number_1">
              <a:hlinkClick r:id="" action="ppaction://noaction"/>
              <a:extLst>
                <a:ext uri="{FF2B5EF4-FFF2-40B4-BE49-F238E27FC236}">
                  <a16:creationId xmlns:a16="http://schemas.microsoft.com/office/drawing/2014/main" xmlns="" id="{528B3B67-4711-BC61-E2DD-60838E1572A2}"/>
                </a:ext>
              </a:extLst>
            </p:cNvPr>
            <p:cNvSpPr>
              <a:spLocks/>
            </p:cNvSpPr>
            <p:nvPr>
              <p:custDataLst>
                <p:tags r:id="rId10"/>
              </p:custDataLst>
            </p:nvPr>
          </p:nvSpPr>
          <p:spPr bwMode="auto">
            <a:xfrm>
              <a:off x="3776724" y="2401006"/>
              <a:ext cx="556091" cy="542681"/>
            </a:xfrm>
            <a:prstGeom prst="ellipse">
              <a:avLst/>
            </a:prstGeom>
            <a:solidFill>
              <a:srgbClr val="5B9BD5"/>
            </a:solidFill>
            <a:ln w="9525">
              <a:solidFill>
                <a:srgbClr val="5B9BD5"/>
              </a:solidFill>
              <a:miter lim="800000"/>
              <a:headEnd/>
              <a:tailEnd/>
            </a:ln>
          </p:spPr>
          <p:txBody>
            <a:bodyPr wrap="square" lIns="0" tIns="0" rIns="0" bIns="0" anchor="ctr">
              <a:noAutofit/>
            </a:bodyPr>
            <a:lstStyle/>
            <a:p>
              <a:pPr algn="ctr" defTabSz="913760">
                <a:lnSpc>
                  <a:spcPct val="120000"/>
                </a:lnSpc>
                <a:spcBef>
                  <a:spcPct val="0"/>
                </a:spcBef>
                <a:defRPr/>
              </a:pPr>
              <a:r>
                <a:rPr lang="en-US" altLang="zh-CN" sz="1400" kern="0" dirty="0">
                  <a:solidFill>
                    <a:srgbClr val="FFFFFF"/>
                  </a:solidFill>
                  <a:latin typeface="Roboto" panose="02000000000000000000" pitchFamily="2" charset="0"/>
                  <a:ea typeface="Roboto" panose="02000000000000000000" pitchFamily="2" charset="0"/>
                  <a:cs typeface="Times New Roman" panose="02020603050405020304" pitchFamily="18" charset="0"/>
                  <a:sym typeface="Arial" panose="020B0604020202020204" pitchFamily="34" charset="0"/>
                </a:rPr>
                <a:t>7</a:t>
              </a:r>
              <a:endParaRPr lang="zh-CN" altLang="en-US" sz="1400" kern="0" dirty="0">
                <a:solidFill>
                  <a:srgbClr val="FFFFFF"/>
                </a:solidFill>
                <a:latin typeface="Roboto" panose="02000000000000000000" pitchFamily="2" charset="0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endParaRPr>
            </a:p>
          </p:txBody>
        </p:sp>
      </p:grpSp>
      <p:grpSp>
        <p:nvGrpSpPr>
          <p:cNvPr id="24" name="组合 19">
            <a:extLst>
              <a:ext uri="{FF2B5EF4-FFF2-40B4-BE49-F238E27FC236}">
                <a16:creationId xmlns:a16="http://schemas.microsoft.com/office/drawing/2014/main" xmlns="" id="{CD012251-394D-75AA-E395-534A1F71B70D}"/>
              </a:ext>
            </a:extLst>
          </p:cNvPr>
          <p:cNvGrpSpPr/>
          <p:nvPr/>
        </p:nvGrpSpPr>
        <p:grpSpPr>
          <a:xfrm>
            <a:off x="5004518" y="5144821"/>
            <a:ext cx="3373115" cy="351654"/>
            <a:chOff x="3776724" y="2401006"/>
            <a:chExt cx="5339049" cy="542681"/>
          </a:xfrm>
        </p:grpSpPr>
        <p:sp>
          <p:nvSpPr>
            <p:cNvPr id="25" name="MH_Entry_1">
              <a:hlinkClick r:id="" action="ppaction://noaction"/>
              <a:extLst>
                <a:ext uri="{FF2B5EF4-FFF2-40B4-BE49-F238E27FC236}">
                  <a16:creationId xmlns:a16="http://schemas.microsoft.com/office/drawing/2014/main" xmlns="" id="{FC5891FA-8875-ACFB-82F6-7FAD74256657}"/>
                </a:ext>
              </a:extLst>
            </p:cNvPr>
            <p:cNvSpPr txBox="1"/>
            <p:nvPr>
              <p:custDataLst>
                <p:tags r:id="rId7"/>
              </p:custDataLst>
            </p:nvPr>
          </p:nvSpPr>
          <p:spPr>
            <a:xfrm>
              <a:off x="4003578" y="2401006"/>
              <a:ext cx="5112195" cy="542681"/>
            </a:xfrm>
            <a:custGeom>
              <a:avLst/>
              <a:gdLst>
                <a:gd name="connsiteX0" fmla="*/ 0 w 4234772"/>
                <a:gd name="connsiteY0" fmla="*/ 0 h 539998"/>
                <a:gd name="connsiteX1" fmla="*/ 4234772 w 4234772"/>
                <a:gd name="connsiteY1" fmla="*/ 0 h 539998"/>
                <a:gd name="connsiteX2" fmla="*/ 4234772 w 4234772"/>
                <a:gd name="connsiteY2" fmla="*/ 539998 h 539998"/>
                <a:gd name="connsiteX3" fmla="*/ 0 w 4234772"/>
                <a:gd name="connsiteY3" fmla="*/ 539998 h 539998"/>
                <a:gd name="connsiteX4" fmla="*/ 0 w 4234772"/>
                <a:gd name="connsiteY4" fmla="*/ 0 h 539998"/>
                <a:gd name="connsiteX0" fmla="*/ 4234772 w 4326212"/>
                <a:gd name="connsiteY0" fmla="*/ 539998 h 631438"/>
                <a:gd name="connsiteX1" fmla="*/ 0 w 4326212"/>
                <a:gd name="connsiteY1" fmla="*/ 539998 h 631438"/>
                <a:gd name="connsiteX2" fmla="*/ 0 w 4326212"/>
                <a:gd name="connsiteY2" fmla="*/ 0 h 631438"/>
                <a:gd name="connsiteX3" fmla="*/ 4234772 w 4326212"/>
                <a:gd name="connsiteY3" fmla="*/ 0 h 631438"/>
                <a:gd name="connsiteX4" fmla="*/ 4326212 w 4326212"/>
                <a:gd name="connsiteY4" fmla="*/ 631438 h 631438"/>
                <a:gd name="connsiteX0" fmla="*/ 4234772 w 4234772"/>
                <a:gd name="connsiteY0" fmla="*/ 539998 h 539998"/>
                <a:gd name="connsiteX1" fmla="*/ 0 w 4234772"/>
                <a:gd name="connsiteY1" fmla="*/ 539998 h 539998"/>
                <a:gd name="connsiteX2" fmla="*/ 0 w 4234772"/>
                <a:gd name="connsiteY2" fmla="*/ 0 h 539998"/>
                <a:gd name="connsiteX3" fmla="*/ 4234772 w 4234772"/>
                <a:gd name="connsiteY3" fmla="*/ 0 h 5399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4772" h="539998">
                  <a:moveTo>
                    <a:pt x="4234772" y="539998"/>
                  </a:moveTo>
                  <a:lnTo>
                    <a:pt x="0" y="539998"/>
                  </a:lnTo>
                  <a:lnTo>
                    <a:pt x="0" y="0"/>
                  </a:lnTo>
                  <a:lnTo>
                    <a:pt x="4234772" y="0"/>
                  </a:lnTo>
                </a:path>
              </a:pathLst>
            </a:custGeom>
            <a:noFill/>
            <a:ln w="3175">
              <a:solidFill>
                <a:srgbClr val="5B9BD5">
                  <a:lumMod val="60000"/>
                  <a:lumOff val="40000"/>
                </a:srgbClr>
              </a:solidFill>
            </a:ln>
          </p:spPr>
          <p:txBody>
            <a:bodyPr wrap="square" lIns="395701" tIns="0" rIns="0" bIns="0" rtlCol="0" anchor="ctr" anchorCtr="0">
              <a:normAutofit/>
            </a:bodyPr>
            <a:lstStyle/>
            <a:p>
              <a:pPr defTabSz="913760">
                <a:lnSpc>
                  <a:spcPct val="120000"/>
                </a:lnSpc>
              </a:pPr>
              <a:r>
                <a:rPr lang="es-AR" sz="1400" kern="0" dirty="0">
                  <a:latin typeface="Roboto" panose="02000000000000000000" pitchFamily="2" charset="0"/>
                  <a:ea typeface="微软雅黑" panose="020B0503020204020204" pitchFamily="34" charset="-122"/>
                </a:rPr>
                <a:t>Negociación</a:t>
              </a:r>
              <a:endParaRPr lang="en-US" altLang="zh-CN" sz="1400" kern="0" dirty="0">
                <a:latin typeface="Roboto" panose="02000000000000000000" pitchFamily="2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26" name="MH_Number_1">
              <a:hlinkClick r:id="" action="ppaction://noaction"/>
              <a:extLst>
                <a:ext uri="{FF2B5EF4-FFF2-40B4-BE49-F238E27FC236}">
                  <a16:creationId xmlns:a16="http://schemas.microsoft.com/office/drawing/2014/main" xmlns="" id="{F7587085-C30B-D5CD-8CC4-11A57A1302EB}"/>
                </a:ext>
              </a:extLst>
            </p:cNvPr>
            <p:cNvSpPr>
              <a:spLocks/>
            </p:cNvSpPr>
            <p:nvPr>
              <p:custDataLst>
                <p:tags r:id="rId8"/>
              </p:custDataLst>
            </p:nvPr>
          </p:nvSpPr>
          <p:spPr bwMode="auto">
            <a:xfrm>
              <a:off x="3776724" y="2401006"/>
              <a:ext cx="556091" cy="542681"/>
            </a:xfrm>
            <a:prstGeom prst="ellipse">
              <a:avLst/>
            </a:prstGeom>
            <a:solidFill>
              <a:srgbClr val="5B9BD5"/>
            </a:solidFill>
            <a:ln w="9525">
              <a:solidFill>
                <a:srgbClr val="5B9BD5"/>
              </a:solidFill>
              <a:miter lim="800000"/>
              <a:headEnd/>
              <a:tailEnd/>
            </a:ln>
          </p:spPr>
          <p:txBody>
            <a:bodyPr wrap="square" lIns="0" tIns="0" rIns="0" bIns="0" anchor="ctr">
              <a:noAutofit/>
            </a:bodyPr>
            <a:lstStyle/>
            <a:p>
              <a:pPr algn="ctr" defTabSz="913760">
                <a:lnSpc>
                  <a:spcPct val="120000"/>
                </a:lnSpc>
                <a:spcBef>
                  <a:spcPct val="0"/>
                </a:spcBef>
                <a:defRPr/>
              </a:pPr>
              <a:r>
                <a:rPr lang="en-US" altLang="zh-CN" sz="1400" kern="0" dirty="0">
                  <a:solidFill>
                    <a:srgbClr val="FFFFFF"/>
                  </a:solidFill>
                  <a:latin typeface="Roboto" panose="02000000000000000000" pitchFamily="2" charset="0"/>
                  <a:ea typeface="Roboto" panose="02000000000000000000" pitchFamily="2" charset="0"/>
                  <a:cs typeface="Times New Roman" panose="02020603050405020304" pitchFamily="18" charset="0"/>
                  <a:sym typeface="Arial" panose="020B0604020202020204" pitchFamily="34" charset="0"/>
                </a:rPr>
                <a:t>8</a:t>
              </a:r>
              <a:endParaRPr lang="zh-CN" altLang="en-US" sz="1400" kern="0" dirty="0">
                <a:solidFill>
                  <a:srgbClr val="FFFFFF"/>
                </a:solidFill>
                <a:latin typeface="Roboto" panose="02000000000000000000" pitchFamily="2" charset="0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endParaRPr>
            </a:p>
          </p:txBody>
        </p:sp>
      </p:grpSp>
      <p:grpSp>
        <p:nvGrpSpPr>
          <p:cNvPr id="27" name="组合 19">
            <a:extLst>
              <a:ext uri="{FF2B5EF4-FFF2-40B4-BE49-F238E27FC236}">
                <a16:creationId xmlns:a16="http://schemas.microsoft.com/office/drawing/2014/main" xmlns="" id="{097F61F0-ECC9-7B90-3013-19C43082DF67}"/>
              </a:ext>
            </a:extLst>
          </p:cNvPr>
          <p:cNvGrpSpPr/>
          <p:nvPr/>
        </p:nvGrpSpPr>
        <p:grpSpPr>
          <a:xfrm>
            <a:off x="9028357" y="1036368"/>
            <a:ext cx="2742981" cy="351654"/>
            <a:chOff x="3692784" y="2401006"/>
            <a:chExt cx="5422989" cy="542681"/>
          </a:xfrm>
        </p:grpSpPr>
        <p:sp>
          <p:nvSpPr>
            <p:cNvPr id="28" name="MH_Entry_1">
              <a:hlinkClick r:id="" action="ppaction://noaction"/>
              <a:extLst>
                <a:ext uri="{FF2B5EF4-FFF2-40B4-BE49-F238E27FC236}">
                  <a16:creationId xmlns:a16="http://schemas.microsoft.com/office/drawing/2014/main" xmlns="" id="{8951007A-9163-0075-1B00-6D187A725D81}"/>
                </a:ext>
              </a:extLst>
            </p:cNvPr>
            <p:cNvSpPr txBox="1"/>
            <p:nvPr>
              <p:custDataLst>
                <p:tags r:id="rId5"/>
              </p:custDataLst>
            </p:nvPr>
          </p:nvSpPr>
          <p:spPr>
            <a:xfrm>
              <a:off x="4003578" y="2401006"/>
              <a:ext cx="5112195" cy="542681"/>
            </a:xfrm>
            <a:custGeom>
              <a:avLst/>
              <a:gdLst>
                <a:gd name="connsiteX0" fmla="*/ 0 w 4234772"/>
                <a:gd name="connsiteY0" fmla="*/ 0 h 539998"/>
                <a:gd name="connsiteX1" fmla="*/ 4234772 w 4234772"/>
                <a:gd name="connsiteY1" fmla="*/ 0 h 539998"/>
                <a:gd name="connsiteX2" fmla="*/ 4234772 w 4234772"/>
                <a:gd name="connsiteY2" fmla="*/ 539998 h 539998"/>
                <a:gd name="connsiteX3" fmla="*/ 0 w 4234772"/>
                <a:gd name="connsiteY3" fmla="*/ 539998 h 539998"/>
                <a:gd name="connsiteX4" fmla="*/ 0 w 4234772"/>
                <a:gd name="connsiteY4" fmla="*/ 0 h 539998"/>
                <a:gd name="connsiteX0" fmla="*/ 4234772 w 4326212"/>
                <a:gd name="connsiteY0" fmla="*/ 539998 h 631438"/>
                <a:gd name="connsiteX1" fmla="*/ 0 w 4326212"/>
                <a:gd name="connsiteY1" fmla="*/ 539998 h 631438"/>
                <a:gd name="connsiteX2" fmla="*/ 0 w 4326212"/>
                <a:gd name="connsiteY2" fmla="*/ 0 h 631438"/>
                <a:gd name="connsiteX3" fmla="*/ 4234772 w 4326212"/>
                <a:gd name="connsiteY3" fmla="*/ 0 h 631438"/>
                <a:gd name="connsiteX4" fmla="*/ 4326212 w 4326212"/>
                <a:gd name="connsiteY4" fmla="*/ 631438 h 631438"/>
                <a:gd name="connsiteX0" fmla="*/ 4234772 w 4234772"/>
                <a:gd name="connsiteY0" fmla="*/ 539998 h 539998"/>
                <a:gd name="connsiteX1" fmla="*/ 0 w 4234772"/>
                <a:gd name="connsiteY1" fmla="*/ 539998 h 539998"/>
                <a:gd name="connsiteX2" fmla="*/ 0 w 4234772"/>
                <a:gd name="connsiteY2" fmla="*/ 0 h 539998"/>
                <a:gd name="connsiteX3" fmla="*/ 4234772 w 4234772"/>
                <a:gd name="connsiteY3" fmla="*/ 0 h 5399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4772" h="539998">
                  <a:moveTo>
                    <a:pt x="4234772" y="539998"/>
                  </a:moveTo>
                  <a:lnTo>
                    <a:pt x="0" y="539998"/>
                  </a:lnTo>
                  <a:lnTo>
                    <a:pt x="0" y="0"/>
                  </a:lnTo>
                  <a:lnTo>
                    <a:pt x="4234772" y="0"/>
                  </a:lnTo>
                </a:path>
              </a:pathLst>
            </a:custGeom>
            <a:noFill/>
            <a:ln w="3175">
              <a:solidFill>
                <a:srgbClr val="5B9BD5">
                  <a:lumMod val="60000"/>
                  <a:lumOff val="40000"/>
                </a:srgbClr>
              </a:solidFill>
            </a:ln>
          </p:spPr>
          <p:txBody>
            <a:bodyPr wrap="square" lIns="395701" tIns="0" rIns="0" bIns="0" rtlCol="0" anchor="ctr" anchorCtr="0">
              <a:normAutofit/>
            </a:bodyPr>
            <a:lstStyle/>
            <a:p>
              <a:pPr defTabSz="913760">
                <a:lnSpc>
                  <a:spcPct val="120000"/>
                </a:lnSpc>
              </a:pPr>
              <a:r>
                <a:rPr lang="es-AR" altLang="zh-CN" sz="1400" kern="0" dirty="0">
                  <a:latin typeface="Roboto" panose="02000000000000000000" pitchFamily="2" charset="0"/>
                  <a:ea typeface="微软雅黑" panose="020B0503020204020204" pitchFamily="34" charset="-122"/>
                  <a:sym typeface="Arial" panose="020B0604020202020204" pitchFamily="34" charset="0"/>
                </a:rPr>
                <a:t>Pasión</a:t>
              </a:r>
              <a:endParaRPr lang="en-US" altLang="zh-CN" sz="1400" kern="0" dirty="0">
                <a:latin typeface="Roboto" panose="02000000000000000000" pitchFamily="2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29" name="MH_Number_1">
              <a:hlinkClick r:id="" action="ppaction://noaction"/>
              <a:extLst>
                <a:ext uri="{FF2B5EF4-FFF2-40B4-BE49-F238E27FC236}">
                  <a16:creationId xmlns:a16="http://schemas.microsoft.com/office/drawing/2014/main" xmlns="" id="{EB451FD6-F9C2-48AD-E3CA-499FF2DA17B9}"/>
                </a:ext>
              </a:extLst>
            </p:cNvPr>
            <p:cNvSpPr>
              <a:spLocks/>
            </p:cNvSpPr>
            <p:nvPr>
              <p:custDataLst>
                <p:tags r:id="rId6"/>
              </p:custDataLst>
            </p:nvPr>
          </p:nvSpPr>
          <p:spPr bwMode="auto">
            <a:xfrm>
              <a:off x="3692784" y="2401006"/>
              <a:ext cx="744820" cy="542681"/>
            </a:xfrm>
            <a:prstGeom prst="ellipse">
              <a:avLst/>
            </a:prstGeom>
            <a:solidFill>
              <a:srgbClr val="5B9BD5"/>
            </a:solidFill>
            <a:ln w="9525">
              <a:solidFill>
                <a:srgbClr val="5B9BD5"/>
              </a:solidFill>
              <a:miter lim="800000"/>
              <a:headEnd/>
              <a:tailEnd/>
            </a:ln>
          </p:spPr>
          <p:txBody>
            <a:bodyPr wrap="square" lIns="0" tIns="0" rIns="0" bIns="0" anchor="ctr">
              <a:noAutofit/>
            </a:bodyPr>
            <a:lstStyle/>
            <a:p>
              <a:pPr algn="ctr" defTabSz="913760">
                <a:lnSpc>
                  <a:spcPct val="120000"/>
                </a:lnSpc>
                <a:spcBef>
                  <a:spcPct val="0"/>
                </a:spcBef>
                <a:defRPr/>
              </a:pPr>
              <a:r>
                <a:rPr lang="en-US" altLang="zh-CN" sz="1400" kern="0" dirty="0">
                  <a:solidFill>
                    <a:srgbClr val="FFFFFF"/>
                  </a:solidFill>
                  <a:latin typeface="Roboto" panose="02000000000000000000" pitchFamily="2" charset="0"/>
                  <a:ea typeface="Roboto" panose="02000000000000000000" pitchFamily="2" charset="0"/>
                  <a:cs typeface="Times New Roman" panose="02020603050405020304" pitchFamily="18" charset="0"/>
                  <a:sym typeface="Arial" panose="020B0604020202020204" pitchFamily="34" charset="0"/>
                </a:rPr>
                <a:t>9</a:t>
              </a:r>
              <a:endParaRPr lang="zh-CN" altLang="en-US" sz="1400" kern="0" dirty="0">
                <a:solidFill>
                  <a:srgbClr val="FFFFFF"/>
                </a:solidFill>
                <a:latin typeface="Roboto" panose="02000000000000000000" pitchFamily="2" charset="0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endParaRPr>
            </a:p>
          </p:txBody>
        </p:sp>
      </p:grpSp>
      <p:grpSp>
        <p:nvGrpSpPr>
          <p:cNvPr id="30" name="组合 19">
            <a:extLst>
              <a:ext uri="{FF2B5EF4-FFF2-40B4-BE49-F238E27FC236}">
                <a16:creationId xmlns:a16="http://schemas.microsoft.com/office/drawing/2014/main" xmlns="" id="{2016AF96-E8C7-A8D8-AB40-B3B5433086FC}"/>
              </a:ext>
            </a:extLst>
          </p:cNvPr>
          <p:cNvGrpSpPr/>
          <p:nvPr/>
        </p:nvGrpSpPr>
        <p:grpSpPr>
          <a:xfrm>
            <a:off x="5004518" y="2433858"/>
            <a:ext cx="3373115" cy="351654"/>
            <a:chOff x="3776724" y="2401006"/>
            <a:chExt cx="5339049" cy="542681"/>
          </a:xfrm>
        </p:grpSpPr>
        <p:sp>
          <p:nvSpPr>
            <p:cNvPr id="31" name="MH_Entry_1">
              <a:hlinkClick r:id="" action="ppaction://noaction"/>
              <a:extLst>
                <a:ext uri="{FF2B5EF4-FFF2-40B4-BE49-F238E27FC236}">
                  <a16:creationId xmlns:a16="http://schemas.microsoft.com/office/drawing/2014/main" xmlns="" id="{7A9D800E-6120-9502-21AB-2952CF8C8FD5}"/>
                </a:ext>
              </a:extLst>
            </p:cNvPr>
            <p:cNvSpPr txBox="1"/>
            <p:nvPr>
              <p:custDataLst>
                <p:tags r:id="rId3"/>
              </p:custDataLst>
            </p:nvPr>
          </p:nvSpPr>
          <p:spPr>
            <a:xfrm>
              <a:off x="4003578" y="2401006"/>
              <a:ext cx="5112195" cy="542681"/>
            </a:xfrm>
            <a:custGeom>
              <a:avLst/>
              <a:gdLst>
                <a:gd name="connsiteX0" fmla="*/ 0 w 4234772"/>
                <a:gd name="connsiteY0" fmla="*/ 0 h 539998"/>
                <a:gd name="connsiteX1" fmla="*/ 4234772 w 4234772"/>
                <a:gd name="connsiteY1" fmla="*/ 0 h 539998"/>
                <a:gd name="connsiteX2" fmla="*/ 4234772 w 4234772"/>
                <a:gd name="connsiteY2" fmla="*/ 539998 h 539998"/>
                <a:gd name="connsiteX3" fmla="*/ 0 w 4234772"/>
                <a:gd name="connsiteY3" fmla="*/ 539998 h 539998"/>
                <a:gd name="connsiteX4" fmla="*/ 0 w 4234772"/>
                <a:gd name="connsiteY4" fmla="*/ 0 h 539998"/>
                <a:gd name="connsiteX0" fmla="*/ 4234772 w 4326212"/>
                <a:gd name="connsiteY0" fmla="*/ 539998 h 631438"/>
                <a:gd name="connsiteX1" fmla="*/ 0 w 4326212"/>
                <a:gd name="connsiteY1" fmla="*/ 539998 h 631438"/>
                <a:gd name="connsiteX2" fmla="*/ 0 w 4326212"/>
                <a:gd name="connsiteY2" fmla="*/ 0 h 631438"/>
                <a:gd name="connsiteX3" fmla="*/ 4234772 w 4326212"/>
                <a:gd name="connsiteY3" fmla="*/ 0 h 631438"/>
                <a:gd name="connsiteX4" fmla="*/ 4326212 w 4326212"/>
                <a:gd name="connsiteY4" fmla="*/ 631438 h 631438"/>
                <a:gd name="connsiteX0" fmla="*/ 4234772 w 4234772"/>
                <a:gd name="connsiteY0" fmla="*/ 539998 h 539998"/>
                <a:gd name="connsiteX1" fmla="*/ 0 w 4234772"/>
                <a:gd name="connsiteY1" fmla="*/ 539998 h 539998"/>
                <a:gd name="connsiteX2" fmla="*/ 0 w 4234772"/>
                <a:gd name="connsiteY2" fmla="*/ 0 h 539998"/>
                <a:gd name="connsiteX3" fmla="*/ 4234772 w 4234772"/>
                <a:gd name="connsiteY3" fmla="*/ 0 h 5399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4772" h="539998">
                  <a:moveTo>
                    <a:pt x="4234772" y="539998"/>
                  </a:moveTo>
                  <a:lnTo>
                    <a:pt x="0" y="539998"/>
                  </a:lnTo>
                  <a:lnTo>
                    <a:pt x="0" y="0"/>
                  </a:lnTo>
                  <a:lnTo>
                    <a:pt x="4234772" y="0"/>
                  </a:lnTo>
                </a:path>
              </a:pathLst>
            </a:custGeom>
            <a:noFill/>
            <a:ln w="3175">
              <a:solidFill>
                <a:srgbClr val="5B9BD5">
                  <a:lumMod val="60000"/>
                  <a:lumOff val="40000"/>
                </a:srgbClr>
              </a:solidFill>
            </a:ln>
          </p:spPr>
          <p:txBody>
            <a:bodyPr wrap="square" lIns="395701" tIns="0" rIns="0" bIns="0" rtlCol="0" anchor="ctr" anchorCtr="0">
              <a:normAutofit/>
            </a:bodyPr>
            <a:lstStyle/>
            <a:p>
              <a:pPr defTabSz="913760">
                <a:lnSpc>
                  <a:spcPct val="120000"/>
                </a:lnSpc>
              </a:pPr>
              <a:r>
                <a:rPr lang="es-AR" altLang="zh-CN" sz="1400" kern="0" dirty="0">
                  <a:latin typeface="Roboto" panose="02000000000000000000" pitchFamily="2" charset="0"/>
                  <a:ea typeface="微软雅黑" panose="020B0503020204020204" pitchFamily="34" charset="-122"/>
                  <a:sym typeface="Arial" panose="020B0604020202020204" pitchFamily="34" charset="0"/>
                </a:rPr>
                <a:t>Adaptabilidad</a:t>
              </a:r>
              <a:endParaRPr lang="en-US" altLang="zh-CN" sz="1400" kern="0" dirty="0">
                <a:latin typeface="Roboto" panose="02000000000000000000" pitchFamily="2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32" name="MH_Number_1">
              <a:hlinkClick r:id="" action="ppaction://noaction"/>
              <a:extLst>
                <a:ext uri="{FF2B5EF4-FFF2-40B4-BE49-F238E27FC236}">
                  <a16:creationId xmlns:a16="http://schemas.microsoft.com/office/drawing/2014/main" xmlns="" id="{AD2E31AB-A306-4838-C1DA-8F3B3FE7B0AD}"/>
                </a:ext>
              </a:extLst>
            </p:cNvPr>
            <p:cNvSpPr>
              <a:spLocks/>
            </p:cNvSpPr>
            <p:nvPr>
              <p:custDataLst>
                <p:tags r:id="rId4"/>
              </p:custDataLst>
            </p:nvPr>
          </p:nvSpPr>
          <p:spPr bwMode="auto">
            <a:xfrm>
              <a:off x="3776724" y="2401006"/>
              <a:ext cx="556091" cy="542681"/>
            </a:xfrm>
            <a:prstGeom prst="ellipse">
              <a:avLst/>
            </a:prstGeom>
            <a:solidFill>
              <a:srgbClr val="5B9BD5"/>
            </a:solidFill>
            <a:ln w="9525">
              <a:solidFill>
                <a:srgbClr val="5B9BD5"/>
              </a:solidFill>
              <a:miter lim="800000"/>
              <a:headEnd/>
              <a:tailEnd/>
            </a:ln>
          </p:spPr>
          <p:txBody>
            <a:bodyPr wrap="square" lIns="0" tIns="0" rIns="0" bIns="0" anchor="ctr">
              <a:noAutofit/>
            </a:bodyPr>
            <a:lstStyle/>
            <a:p>
              <a:pPr algn="ctr" defTabSz="913760">
                <a:lnSpc>
                  <a:spcPct val="120000"/>
                </a:lnSpc>
                <a:spcBef>
                  <a:spcPct val="0"/>
                </a:spcBef>
                <a:defRPr/>
              </a:pPr>
              <a:r>
                <a:rPr lang="en-US" altLang="zh-CN" sz="1400" kern="0" dirty="0">
                  <a:solidFill>
                    <a:srgbClr val="FFFFFF"/>
                  </a:solidFill>
                  <a:latin typeface="Roboto" panose="02000000000000000000" pitchFamily="2" charset="0"/>
                  <a:ea typeface="Roboto" panose="02000000000000000000" pitchFamily="2" charset="0"/>
                  <a:cs typeface="Times New Roman" panose="02020603050405020304" pitchFamily="18" charset="0"/>
                  <a:sym typeface="Arial" panose="020B0604020202020204" pitchFamily="34" charset="0"/>
                </a:rPr>
                <a:t>6</a:t>
              </a:r>
              <a:endParaRPr lang="zh-CN" altLang="en-US" sz="1400" kern="0" dirty="0">
                <a:solidFill>
                  <a:srgbClr val="FFFFFF"/>
                </a:solidFill>
                <a:latin typeface="Roboto" panose="02000000000000000000" pitchFamily="2" charset="0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endParaRPr>
            </a:p>
          </p:txBody>
        </p:sp>
      </p:grpSp>
      <p:grpSp>
        <p:nvGrpSpPr>
          <p:cNvPr id="33" name="组合 19">
            <a:extLst>
              <a:ext uri="{FF2B5EF4-FFF2-40B4-BE49-F238E27FC236}">
                <a16:creationId xmlns:a16="http://schemas.microsoft.com/office/drawing/2014/main" xmlns="" id="{29427039-D00F-098B-312B-A620A80D8B28}"/>
              </a:ext>
            </a:extLst>
          </p:cNvPr>
          <p:cNvGrpSpPr/>
          <p:nvPr/>
        </p:nvGrpSpPr>
        <p:grpSpPr>
          <a:xfrm>
            <a:off x="5004518" y="1087277"/>
            <a:ext cx="3373115" cy="351654"/>
            <a:chOff x="3776724" y="2401006"/>
            <a:chExt cx="5339049" cy="542681"/>
          </a:xfrm>
        </p:grpSpPr>
        <p:sp>
          <p:nvSpPr>
            <p:cNvPr id="34" name="MH_Entry_1">
              <a:hlinkClick r:id="" action="ppaction://noaction"/>
              <a:extLst>
                <a:ext uri="{FF2B5EF4-FFF2-40B4-BE49-F238E27FC236}">
                  <a16:creationId xmlns:a16="http://schemas.microsoft.com/office/drawing/2014/main" xmlns="" id="{2A2D16E0-64B5-434E-C65B-BAB1A634A3E6}"/>
                </a:ext>
              </a:extLst>
            </p:cNvPr>
            <p:cNvSpPr txBox="1"/>
            <p:nvPr>
              <p:custDataLst>
                <p:tags r:id="rId1"/>
              </p:custDataLst>
            </p:nvPr>
          </p:nvSpPr>
          <p:spPr>
            <a:xfrm>
              <a:off x="4003578" y="2401006"/>
              <a:ext cx="5112195" cy="542681"/>
            </a:xfrm>
            <a:custGeom>
              <a:avLst/>
              <a:gdLst>
                <a:gd name="connsiteX0" fmla="*/ 0 w 4234772"/>
                <a:gd name="connsiteY0" fmla="*/ 0 h 539998"/>
                <a:gd name="connsiteX1" fmla="*/ 4234772 w 4234772"/>
                <a:gd name="connsiteY1" fmla="*/ 0 h 539998"/>
                <a:gd name="connsiteX2" fmla="*/ 4234772 w 4234772"/>
                <a:gd name="connsiteY2" fmla="*/ 539998 h 539998"/>
                <a:gd name="connsiteX3" fmla="*/ 0 w 4234772"/>
                <a:gd name="connsiteY3" fmla="*/ 539998 h 539998"/>
                <a:gd name="connsiteX4" fmla="*/ 0 w 4234772"/>
                <a:gd name="connsiteY4" fmla="*/ 0 h 539998"/>
                <a:gd name="connsiteX0" fmla="*/ 4234772 w 4326212"/>
                <a:gd name="connsiteY0" fmla="*/ 539998 h 631438"/>
                <a:gd name="connsiteX1" fmla="*/ 0 w 4326212"/>
                <a:gd name="connsiteY1" fmla="*/ 539998 h 631438"/>
                <a:gd name="connsiteX2" fmla="*/ 0 w 4326212"/>
                <a:gd name="connsiteY2" fmla="*/ 0 h 631438"/>
                <a:gd name="connsiteX3" fmla="*/ 4234772 w 4326212"/>
                <a:gd name="connsiteY3" fmla="*/ 0 h 631438"/>
                <a:gd name="connsiteX4" fmla="*/ 4326212 w 4326212"/>
                <a:gd name="connsiteY4" fmla="*/ 631438 h 631438"/>
                <a:gd name="connsiteX0" fmla="*/ 4234772 w 4234772"/>
                <a:gd name="connsiteY0" fmla="*/ 539998 h 539998"/>
                <a:gd name="connsiteX1" fmla="*/ 0 w 4234772"/>
                <a:gd name="connsiteY1" fmla="*/ 539998 h 539998"/>
                <a:gd name="connsiteX2" fmla="*/ 0 w 4234772"/>
                <a:gd name="connsiteY2" fmla="*/ 0 h 539998"/>
                <a:gd name="connsiteX3" fmla="*/ 4234772 w 4234772"/>
                <a:gd name="connsiteY3" fmla="*/ 0 h 5399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34772" h="539998">
                  <a:moveTo>
                    <a:pt x="4234772" y="539998"/>
                  </a:moveTo>
                  <a:lnTo>
                    <a:pt x="0" y="539998"/>
                  </a:lnTo>
                  <a:lnTo>
                    <a:pt x="0" y="0"/>
                  </a:lnTo>
                  <a:lnTo>
                    <a:pt x="4234772" y="0"/>
                  </a:lnTo>
                </a:path>
              </a:pathLst>
            </a:custGeom>
            <a:noFill/>
            <a:ln w="3175">
              <a:solidFill>
                <a:srgbClr val="5B9BD5">
                  <a:lumMod val="60000"/>
                  <a:lumOff val="40000"/>
                </a:srgbClr>
              </a:solidFill>
            </a:ln>
          </p:spPr>
          <p:txBody>
            <a:bodyPr wrap="square" lIns="395701" tIns="0" rIns="0" bIns="0" rtlCol="0" anchor="ctr" anchorCtr="0">
              <a:normAutofit/>
            </a:bodyPr>
            <a:lstStyle/>
            <a:p>
              <a:pPr defTabSz="913760">
                <a:lnSpc>
                  <a:spcPct val="120000"/>
                </a:lnSpc>
              </a:pPr>
              <a:r>
                <a:rPr lang="es-AR" sz="1400" kern="0" dirty="0">
                  <a:latin typeface="Roboto" panose="02000000000000000000" pitchFamily="2" charset="0"/>
                  <a:ea typeface="微软雅黑" panose="020B0503020204020204" pitchFamily="34" charset="-122"/>
                </a:rPr>
                <a:t>Inteligencia emocional</a:t>
              </a:r>
              <a:endParaRPr lang="en-US" altLang="zh-CN" sz="1400" kern="0" dirty="0">
                <a:latin typeface="Roboto" panose="02000000000000000000" pitchFamily="2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35" name="MH_Number_1">
              <a:hlinkClick r:id="" action="ppaction://noaction"/>
              <a:extLst>
                <a:ext uri="{FF2B5EF4-FFF2-40B4-BE49-F238E27FC236}">
                  <a16:creationId xmlns:a16="http://schemas.microsoft.com/office/drawing/2014/main" xmlns="" id="{B48155B8-502A-51CA-4F1C-1534BBFE89B0}"/>
                </a:ext>
              </a:extLst>
            </p:cNvPr>
            <p:cNvSpPr>
              <a:spLocks/>
            </p:cNvSpPr>
            <p:nvPr>
              <p:custDataLst>
                <p:tags r:id="rId2"/>
              </p:custDataLst>
            </p:nvPr>
          </p:nvSpPr>
          <p:spPr bwMode="auto">
            <a:xfrm>
              <a:off x="3776724" y="2401006"/>
              <a:ext cx="556091" cy="542681"/>
            </a:xfrm>
            <a:prstGeom prst="ellipse">
              <a:avLst/>
            </a:prstGeom>
            <a:solidFill>
              <a:srgbClr val="5B9BD5"/>
            </a:solidFill>
            <a:ln w="9525">
              <a:solidFill>
                <a:srgbClr val="5B9BD5"/>
              </a:solidFill>
              <a:miter lim="800000"/>
              <a:headEnd/>
              <a:tailEnd/>
            </a:ln>
          </p:spPr>
          <p:txBody>
            <a:bodyPr wrap="square" lIns="0" tIns="0" rIns="0" bIns="0" anchor="ctr">
              <a:noAutofit/>
            </a:bodyPr>
            <a:lstStyle/>
            <a:p>
              <a:pPr algn="ctr" defTabSz="913760">
                <a:lnSpc>
                  <a:spcPct val="120000"/>
                </a:lnSpc>
                <a:spcBef>
                  <a:spcPct val="0"/>
                </a:spcBef>
                <a:defRPr/>
              </a:pPr>
              <a:r>
                <a:rPr lang="en-US" altLang="zh-CN" sz="1400" kern="0" dirty="0">
                  <a:solidFill>
                    <a:srgbClr val="FFFFFF"/>
                  </a:solidFill>
                  <a:latin typeface="Roboto" panose="02000000000000000000" pitchFamily="2" charset="0"/>
                  <a:ea typeface="Roboto" panose="02000000000000000000" pitchFamily="2" charset="0"/>
                  <a:cs typeface="Times New Roman" panose="02020603050405020304" pitchFamily="18" charset="0"/>
                  <a:sym typeface="Arial" panose="020B0604020202020204" pitchFamily="34" charset="0"/>
                </a:rPr>
                <a:t>5</a:t>
              </a:r>
              <a:endParaRPr lang="zh-CN" altLang="en-US" sz="1400" kern="0" dirty="0">
                <a:solidFill>
                  <a:srgbClr val="FFFFFF"/>
                </a:solidFill>
                <a:latin typeface="Roboto" panose="02000000000000000000" pitchFamily="2" charset="0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endParaRPr>
            </a:p>
          </p:txBody>
        </p:sp>
      </p:grpSp>
      <p:sp>
        <p:nvSpPr>
          <p:cNvPr id="46" name="CuadroTexto 45">
            <a:extLst>
              <a:ext uri="{FF2B5EF4-FFF2-40B4-BE49-F238E27FC236}">
                <a16:creationId xmlns:a16="http://schemas.microsoft.com/office/drawing/2014/main" xmlns="" id="{D5883AB1-D4A6-852C-1BF0-D094E46CA4E2}"/>
              </a:ext>
            </a:extLst>
          </p:cNvPr>
          <p:cNvSpPr txBox="1"/>
          <p:nvPr/>
        </p:nvSpPr>
        <p:spPr>
          <a:xfrm>
            <a:off x="147045" y="178248"/>
            <a:ext cx="6038602" cy="470453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rtlCol="0" anchor="ctr">
            <a:noAutofit/>
          </a:bodyPr>
          <a:lstStyle>
            <a:defPPr>
              <a:defRPr lang="en-US"/>
            </a:defPPr>
            <a:lvl1pPr algn="ctr" defTabSz="1218458" fontAlgn="base">
              <a:spcBef>
                <a:spcPct val="0"/>
              </a:spcBef>
              <a:spcAft>
                <a:spcPct val="0"/>
              </a:spcAft>
              <a:defRPr kumimoji="1" sz="2800">
                <a:solidFill>
                  <a:srgbClr val="1D1D1A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pPr algn="l"/>
            <a:r>
              <a:rPr lang="es-ES" sz="1800" b="1" dirty="0">
                <a:solidFill>
                  <a:srgbClr val="0062AC"/>
                </a:solidFill>
                <a:latin typeface="Roboto Thin" panose="02000000000000000000" pitchFamily="2" charset="0"/>
                <a:ea typeface="Roboto Thin" panose="02000000000000000000" pitchFamily="2" charset="0"/>
              </a:rPr>
              <a:t>Cualidades y aptitudes requeridas en los profesionales de IT.</a:t>
            </a:r>
          </a:p>
        </p:txBody>
      </p:sp>
      <p:cxnSp>
        <p:nvCxnSpPr>
          <p:cNvPr id="3" name="直接连接符 49">
            <a:extLst>
              <a:ext uri="{FF2B5EF4-FFF2-40B4-BE49-F238E27FC236}">
                <a16:creationId xmlns:a16="http://schemas.microsoft.com/office/drawing/2014/main" xmlns="" id="{F9A1EEE4-8675-682F-272E-F2AEBE30FE97}"/>
              </a:ext>
            </a:extLst>
          </p:cNvPr>
          <p:cNvCxnSpPr>
            <a:cxnSpLocks/>
          </p:cNvCxnSpPr>
          <p:nvPr/>
        </p:nvCxnSpPr>
        <p:spPr>
          <a:xfrm>
            <a:off x="235447" y="648701"/>
            <a:ext cx="5950200" cy="0"/>
          </a:xfrm>
          <a:prstGeom prst="line">
            <a:avLst/>
          </a:prstGeom>
          <a:ln w="15875">
            <a:solidFill>
              <a:srgbClr val="57575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CuadroTexto 36">
            <a:extLst>
              <a:ext uri="{FF2B5EF4-FFF2-40B4-BE49-F238E27FC236}">
                <a16:creationId xmlns:a16="http://schemas.microsoft.com/office/drawing/2014/main" xmlns="" id="{F0882B53-1F61-9DD5-5EB6-4FBB1E2D9B04}"/>
              </a:ext>
            </a:extLst>
          </p:cNvPr>
          <p:cNvSpPr txBox="1"/>
          <p:nvPr/>
        </p:nvSpPr>
        <p:spPr>
          <a:xfrm>
            <a:off x="1197837" y="1502339"/>
            <a:ext cx="3099710" cy="9464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algn="l">
              <a:spcAft>
                <a:spcPts val="300"/>
              </a:spcAft>
              <a:buFont typeface="Wingdings" panose="05000000000000000000" pitchFamily="2" charset="2"/>
              <a:buChar char="ü"/>
            </a:pPr>
            <a:r>
              <a:rPr lang="es-AR" sz="1200" dirty="0"/>
              <a:t>Resiliencia.</a:t>
            </a:r>
          </a:p>
          <a:p>
            <a:pPr marL="171450" indent="-171450" algn="l">
              <a:spcAft>
                <a:spcPts val="300"/>
              </a:spcAft>
              <a:buFont typeface="Wingdings" panose="05000000000000000000" pitchFamily="2" charset="2"/>
              <a:buChar char="ü"/>
            </a:pPr>
            <a:r>
              <a:rPr lang="es-AR" sz="1200" dirty="0"/>
              <a:t>Sólido conocimiento técnico.</a:t>
            </a:r>
          </a:p>
          <a:p>
            <a:pPr marL="171450" indent="-171450">
              <a:spcAft>
                <a:spcPts val="300"/>
              </a:spcAft>
              <a:buFont typeface="Wingdings" panose="05000000000000000000" pitchFamily="2" charset="2"/>
              <a:buChar char="ü"/>
            </a:pPr>
            <a:r>
              <a:rPr lang="es-AR" sz="1200" dirty="0"/>
              <a:t>Pensamiento crítico, lógico y analítico.</a:t>
            </a:r>
          </a:p>
          <a:p>
            <a:pPr marL="171450" indent="-171450" algn="l">
              <a:buFont typeface="Wingdings" panose="05000000000000000000" pitchFamily="2" charset="2"/>
              <a:buChar char="ü"/>
            </a:pPr>
            <a:endParaRPr lang="es-AR" sz="1200" dirty="0"/>
          </a:p>
        </p:txBody>
      </p:sp>
      <p:sp>
        <p:nvSpPr>
          <p:cNvPr id="39" name="CuadroTexto 38">
            <a:extLst>
              <a:ext uri="{FF2B5EF4-FFF2-40B4-BE49-F238E27FC236}">
                <a16:creationId xmlns:a16="http://schemas.microsoft.com/office/drawing/2014/main" xmlns="" id="{EC073D8A-C9DB-8BE8-CF0C-16931AEDDA83}"/>
              </a:ext>
            </a:extLst>
          </p:cNvPr>
          <p:cNvSpPr txBox="1"/>
          <p:nvPr/>
        </p:nvSpPr>
        <p:spPr>
          <a:xfrm>
            <a:off x="1197837" y="2852987"/>
            <a:ext cx="3320210" cy="6848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171450" indent="-171450">
              <a:buFont typeface="Wingdings" panose="05000000000000000000" pitchFamily="2" charset="2"/>
              <a:buChar char="ü"/>
              <a:defRPr sz="1200"/>
            </a:lvl1pPr>
          </a:lstStyle>
          <a:p>
            <a:pPr>
              <a:spcAft>
                <a:spcPts val="300"/>
              </a:spcAft>
            </a:pPr>
            <a:r>
              <a:rPr lang="es-AR" dirty="0"/>
              <a:t>Análisis de causas y efectos, ¿5 </a:t>
            </a:r>
            <a:r>
              <a:rPr lang="es-AR" dirty="0" err="1"/>
              <a:t>Porque´s</a:t>
            </a:r>
            <a:r>
              <a:rPr lang="es-AR" dirty="0"/>
              <a:t>?, Matriz de Eisenhower, 6M, 5S y otros.</a:t>
            </a:r>
          </a:p>
          <a:p>
            <a:pPr>
              <a:spcAft>
                <a:spcPts val="300"/>
              </a:spcAft>
            </a:pPr>
            <a:r>
              <a:rPr lang="es-ES" dirty="0"/>
              <a:t>Estrategia y táctica. OKR, PDCA y BPM.</a:t>
            </a:r>
            <a:endParaRPr lang="es-AR" dirty="0"/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xmlns="" id="{BF1851EA-EEF7-2EA4-4D1F-C7A856A8F34D}"/>
              </a:ext>
            </a:extLst>
          </p:cNvPr>
          <p:cNvSpPr txBox="1"/>
          <p:nvPr/>
        </p:nvSpPr>
        <p:spPr>
          <a:xfrm>
            <a:off x="1197836" y="4353762"/>
            <a:ext cx="3155957" cy="6848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171450" indent="-171450">
              <a:buFont typeface="Wingdings" panose="05000000000000000000" pitchFamily="2" charset="2"/>
              <a:buChar char="ü"/>
              <a:defRPr sz="1200"/>
            </a:lvl1pPr>
          </a:lstStyle>
          <a:p>
            <a:pPr>
              <a:spcAft>
                <a:spcPts val="300"/>
              </a:spcAft>
            </a:pPr>
            <a:r>
              <a:rPr lang="es-AR" dirty="0"/>
              <a:t>Apertura y humildad.</a:t>
            </a:r>
          </a:p>
          <a:p>
            <a:pPr>
              <a:spcAft>
                <a:spcPts val="300"/>
              </a:spcAft>
            </a:pPr>
            <a:r>
              <a:rPr lang="es-AR" dirty="0"/>
              <a:t>Metodologías ágiles. </a:t>
            </a:r>
            <a:r>
              <a:rPr lang="es-ES" dirty="0" err="1"/>
              <a:t>Design</a:t>
            </a:r>
            <a:r>
              <a:rPr lang="es-ES" dirty="0"/>
              <a:t> </a:t>
            </a:r>
            <a:r>
              <a:rPr lang="es-ES" dirty="0" err="1"/>
              <a:t>Thinking</a:t>
            </a:r>
            <a:r>
              <a:rPr lang="es-ES" dirty="0"/>
              <a:t>, Scrum, Kanban y otros</a:t>
            </a:r>
            <a:r>
              <a:rPr lang="es-AR" dirty="0"/>
              <a:t>.</a:t>
            </a:r>
          </a:p>
        </p:txBody>
      </p:sp>
      <p:sp>
        <p:nvSpPr>
          <p:cNvPr id="41" name="CuadroTexto 40">
            <a:extLst>
              <a:ext uri="{FF2B5EF4-FFF2-40B4-BE49-F238E27FC236}">
                <a16:creationId xmlns:a16="http://schemas.microsoft.com/office/drawing/2014/main" xmlns="" id="{60B5016F-E053-F3FF-C06A-47C802A98B33}"/>
              </a:ext>
            </a:extLst>
          </p:cNvPr>
          <p:cNvSpPr txBox="1"/>
          <p:nvPr/>
        </p:nvSpPr>
        <p:spPr>
          <a:xfrm>
            <a:off x="1197837" y="5654694"/>
            <a:ext cx="2976612" cy="5001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171450" indent="-171450">
              <a:buFont typeface="Wingdings" panose="05000000000000000000" pitchFamily="2" charset="2"/>
              <a:buChar char="ü"/>
              <a:defRPr sz="1200"/>
            </a:lvl1pPr>
          </a:lstStyle>
          <a:p>
            <a:pPr>
              <a:spcAft>
                <a:spcPts val="300"/>
              </a:spcAft>
            </a:pPr>
            <a:r>
              <a:rPr lang="es-AR" dirty="0"/>
              <a:t>Desaprender y volver a aprender.</a:t>
            </a:r>
          </a:p>
          <a:p>
            <a:pPr>
              <a:spcAft>
                <a:spcPts val="300"/>
              </a:spcAft>
            </a:pPr>
            <a:r>
              <a:rPr lang="es-AR" dirty="0"/>
              <a:t>Diciplina y autogestión.</a:t>
            </a:r>
          </a:p>
        </p:txBody>
      </p:sp>
      <p:sp>
        <p:nvSpPr>
          <p:cNvPr id="47" name="CuadroTexto 46">
            <a:extLst>
              <a:ext uri="{FF2B5EF4-FFF2-40B4-BE49-F238E27FC236}">
                <a16:creationId xmlns:a16="http://schemas.microsoft.com/office/drawing/2014/main" xmlns="" id="{D1DEA66B-272D-E42C-9976-BF97C11C345A}"/>
              </a:ext>
            </a:extLst>
          </p:cNvPr>
          <p:cNvSpPr txBox="1"/>
          <p:nvPr/>
        </p:nvSpPr>
        <p:spPr>
          <a:xfrm>
            <a:off x="5619128" y="1500700"/>
            <a:ext cx="2915272" cy="11310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algn="l">
              <a:spcAft>
                <a:spcPts val="300"/>
              </a:spcAft>
              <a:buFont typeface="Wingdings" panose="05000000000000000000" pitchFamily="2" charset="2"/>
              <a:buChar char="ü"/>
            </a:pPr>
            <a:r>
              <a:rPr lang="es-AR" sz="1200" dirty="0"/>
              <a:t>Relaciones interpersonales, empatía.</a:t>
            </a:r>
          </a:p>
          <a:p>
            <a:pPr marL="171450" indent="-171450" algn="l">
              <a:spcAft>
                <a:spcPts val="300"/>
              </a:spcAft>
              <a:buFont typeface="Wingdings" panose="05000000000000000000" pitchFamily="2" charset="2"/>
              <a:buChar char="ü"/>
            </a:pPr>
            <a:r>
              <a:rPr lang="es-AR" sz="1200" dirty="0"/>
              <a:t>Escucha activa.</a:t>
            </a:r>
          </a:p>
          <a:p>
            <a:pPr marL="171450" indent="-171450" algn="l">
              <a:spcAft>
                <a:spcPts val="300"/>
              </a:spcAft>
              <a:buFont typeface="Wingdings" panose="05000000000000000000" pitchFamily="2" charset="2"/>
              <a:buChar char="ü"/>
            </a:pPr>
            <a:r>
              <a:rPr lang="es-AR" sz="1200" dirty="0"/>
              <a:t>Comunicaciones asertivas.</a:t>
            </a:r>
            <a:br>
              <a:rPr lang="es-AR" sz="1200" dirty="0"/>
            </a:br>
            <a:endParaRPr lang="es-AR" sz="1200" dirty="0"/>
          </a:p>
          <a:p>
            <a:pPr marL="171450" indent="-171450" algn="l">
              <a:buFont typeface="Wingdings" panose="05000000000000000000" pitchFamily="2" charset="2"/>
              <a:buChar char="ü"/>
            </a:pPr>
            <a:endParaRPr lang="es-AR" sz="1200" dirty="0"/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xmlns="" id="{C0702D3A-7752-4C43-0014-6AB347ED7CFF}"/>
              </a:ext>
            </a:extLst>
          </p:cNvPr>
          <p:cNvSpPr txBox="1"/>
          <p:nvPr/>
        </p:nvSpPr>
        <p:spPr>
          <a:xfrm>
            <a:off x="5619128" y="2926439"/>
            <a:ext cx="3023222" cy="7232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algn="l">
              <a:spcAft>
                <a:spcPts val="300"/>
              </a:spcAft>
              <a:buFont typeface="Wingdings" panose="05000000000000000000" pitchFamily="2" charset="2"/>
              <a:buChar char="ü"/>
            </a:pPr>
            <a:r>
              <a:rPr lang="es-AR" sz="1200" dirty="0"/>
              <a:t>Capacidad de adaptarse a los cambios.</a:t>
            </a:r>
          </a:p>
          <a:p>
            <a:pPr marL="171450" indent="-171450">
              <a:spcAft>
                <a:spcPts val="300"/>
              </a:spcAft>
              <a:buFont typeface="Wingdings" panose="05000000000000000000" pitchFamily="2" charset="2"/>
              <a:buChar char="ü"/>
            </a:pPr>
            <a:r>
              <a:rPr lang="es-AR" sz="1200" dirty="0"/>
              <a:t>Aprendizaje autodirigido.</a:t>
            </a:r>
          </a:p>
          <a:p>
            <a:pPr marL="171450" indent="-171450" algn="l">
              <a:buFont typeface="Wingdings" panose="05000000000000000000" pitchFamily="2" charset="2"/>
              <a:buChar char="ü"/>
            </a:pPr>
            <a:endParaRPr lang="es-AR" sz="1200" dirty="0"/>
          </a:p>
        </p:txBody>
      </p:sp>
      <p:sp>
        <p:nvSpPr>
          <p:cNvPr id="49" name="CuadroTexto 48">
            <a:extLst>
              <a:ext uri="{FF2B5EF4-FFF2-40B4-BE49-F238E27FC236}">
                <a16:creationId xmlns:a16="http://schemas.microsoft.com/office/drawing/2014/main" xmlns="" id="{AB6597E5-C911-6DA8-83D9-5CF81D7B9F6A}"/>
              </a:ext>
            </a:extLst>
          </p:cNvPr>
          <p:cNvSpPr txBox="1"/>
          <p:nvPr/>
        </p:nvSpPr>
        <p:spPr>
          <a:xfrm>
            <a:off x="5619127" y="4343628"/>
            <a:ext cx="3409229" cy="5001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171450" indent="-171450">
              <a:buFont typeface="Wingdings" panose="05000000000000000000" pitchFamily="2" charset="2"/>
              <a:buChar char="ü"/>
              <a:defRPr sz="1200"/>
            </a:lvl1pPr>
          </a:lstStyle>
          <a:p>
            <a:pPr>
              <a:spcAft>
                <a:spcPts val="300"/>
              </a:spcAft>
            </a:pPr>
            <a:r>
              <a:rPr lang="es-AR" dirty="0"/>
              <a:t>Visualizar e imaginar soluciones diferentes.</a:t>
            </a:r>
          </a:p>
          <a:p>
            <a:pPr>
              <a:spcAft>
                <a:spcPts val="300"/>
              </a:spcAft>
            </a:pPr>
            <a:r>
              <a:rPr lang="es-AR" dirty="0"/>
              <a:t>Pensamiento lateral.</a:t>
            </a:r>
          </a:p>
        </p:txBody>
      </p:sp>
      <p:sp>
        <p:nvSpPr>
          <p:cNvPr id="50" name="CuadroTexto 49">
            <a:extLst>
              <a:ext uri="{FF2B5EF4-FFF2-40B4-BE49-F238E27FC236}">
                <a16:creationId xmlns:a16="http://schemas.microsoft.com/office/drawing/2014/main" xmlns="" id="{190BB710-B0CF-5333-8975-A30D78B5F2B9}"/>
              </a:ext>
            </a:extLst>
          </p:cNvPr>
          <p:cNvSpPr txBox="1"/>
          <p:nvPr/>
        </p:nvSpPr>
        <p:spPr>
          <a:xfrm>
            <a:off x="5619128" y="5662353"/>
            <a:ext cx="29766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171450" indent="-171450">
              <a:buFont typeface="Wingdings" panose="05000000000000000000" pitchFamily="2" charset="2"/>
              <a:buChar char="ü"/>
              <a:defRPr sz="1200"/>
            </a:lvl1pPr>
          </a:lstStyle>
          <a:p>
            <a:r>
              <a:rPr lang="es-AR" dirty="0"/>
              <a:t>Preparación previa.</a:t>
            </a:r>
          </a:p>
          <a:p>
            <a:r>
              <a:rPr lang="es-AR" dirty="0"/>
              <a:t>Identificación de intereses comunes.</a:t>
            </a:r>
          </a:p>
          <a:p>
            <a:r>
              <a:rPr lang="es-AR" dirty="0"/>
              <a:t>Orientado a resultados.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xmlns="" id="{E59AABC3-8AB8-4ABD-364B-016B1B57CC69}"/>
              </a:ext>
            </a:extLst>
          </p:cNvPr>
          <p:cNvSpPr txBox="1"/>
          <p:nvPr/>
        </p:nvSpPr>
        <p:spPr>
          <a:xfrm>
            <a:off x="8923237" y="1677672"/>
            <a:ext cx="308050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200" b="0" i="1" dirty="0">
                <a:solidFill>
                  <a:srgbClr val="464646"/>
                </a:solidFill>
                <a:effectLst/>
                <a:latin typeface="Roboto Thin" panose="02000000000000000000" pitchFamily="2" charset="0"/>
                <a:ea typeface="Roboto Thin" panose="02000000000000000000" pitchFamily="2" charset="0"/>
              </a:rPr>
              <a:t>"Si te dedicas a aquello que te gusta y te apasiona, no es necesario contar con ningún plan maestro para alcanzar el éxito" 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xmlns="" id="{246320A8-5C45-43A8-49B5-664B817EAC07}"/>
              </a:ext>
            </a:extLst>
          </p:cNvPr>
          <p:cNvSpPr txBox="1"/>
          <p:nvPr/>
        </p:nvSpPr>
        <p:spPr>
          <a:xfrm>
            <a:off x="10162037" y="2392649"/>
            <a:ext cx="20347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000" dirty="0">
                <a:solidFill>
                  <a:srgbClr val="464646"/>
                </a:solidFill>
                <a:latin typeface="Roboto Thin" panose="02000000000000000000" pitchFamily="2" charset="0"/>
                <a:ea typeface="Roboto Thin" panose="02000000000000000000" pitchFamily="2" charset="0"/>
              </a:rPr>
              <a:t>Mark Zuckerberg </a:t>
            </a:r>
            <a:br>
              <a:rPr lang="es-ES" sz="1000" dirty="0">
                <a:solidFill>
                  <a:srgbClr val="464646"/>
                </a:solidFill>
                <a:latin typeface="Roboto Thin" panose="02000000000000000000" pitchFamily="2" charset="0"/>
                <a:ea typeface="Roboto Thin" panose="02000000000000000000" pitchFamily="2" charset="0"/>
              </a:rPr>
            </a:br>
            <a:r>
              <a:rPr lang="es-ES" sz="1000" b="0" i="0" dirty="0">
                <a:solidFill>
                  <a:srgbClr val="464646"/>
                </a:solidFill>
                <a:effectLst/>
                <a:latin typeface="Roboto Thin" panose="02000000000000000000" pitchFamily="2" charset="0"/>
                <a:ea typeface="Roboto Thin" panose="02000000000000000000" pitchFamily="2" charset="0"/>
              </a:rPr>
              <a:t>Cofundador / CEO de Facebook.</a:t>
            </a:r>
            <a:endParaRPr lang="es-AR" sz="1000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xmlns="" id="{9ABFC5A0-963C-FD28-F202-2A66BE939D76}"/>
              </a:ext>
            </a:extLst>
          </p:cNvPr>
          <p:cNvSpPr txBox="1"/>
          <p:nvPr/>
        </p:nvSpPr>
        <p:spPr>
          <a:xfrm>
            <a:off x="8923237" y="3808866"/>
            <a:ext cx="326107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1400" b="0" i="0">
                <a:solidFill>
                  <a:srgbClr val="464646"/>
                </a:solidFill>
                <a:effectLst/>
                <a:latin typeface="Roboto Thin" panose="02000000000000000000" pitchFamily="2" charset="0"/>
                <a:ea typeface="Roboto Thin" panose="02000000000000000000" pitchFamily="2" charset="0"/>
              </a:defRPr>
            </a:lvl1pPr>
          </a:lstStyle>
          <a:p>
            <a:r>
              <a:rPr lang="es-AR" sz="1200" b="1" dirty="0"/>
              <a:t>"Stay hungry, stay </a:t>
            </a:r>
            <a:r>
              <a:rPr lang="es-AR" sz="1200" b="1" dirty="0" err="1"/>
              <a:t>foolish</a:t>
            </a:r>
            <a:r>
              <a:rPr lang="es-AR" sz="1200" b="1" dirty="0"/>
              <a:t>“</a:t>
            </a:r>
            <a:r>
              <a:rPr lang="es-AR" sz="1200" dirty="0"/>
              <a:t/>
            </a:r>
            <a:br>
              <a:rPr lang="es-AR" sz="1200" dirty="0"/>
            </a:br>
            <a:r>
              <a:rPr lang="es-AR" sz="1200" dirty="0"/>
              <a:t>“</a:t>
            </a:r>
            <a:r>
              <a:rPr lang="es-ES" sz="1200" i="1" dirty="0"/>
              <a:t>Quédate con hambre, sigue alocado”. </a:t>
            </a:r>
            <a:br>
              <a:rPr lang="es-ES" sz="1200" i="1" dirty="0"/>
            </a:br>
            <a:r>
              <a:rPr lang="es-ES" sz="1200" i="1" dirty="0"/>
              <a:t>Sé insaciable, aventúrate. </a:t>
            </a:r>
            <a:br>
              <a:rPr lang="es-ES" sz="1200" i="1" dirty="0"/>
            </a:br>
            <a:r>
              <a:rPr lang="es-ES" sz="1200" i="1" dirty="0"/>
              <a:t>Haz lo que no se atreven a hacer los demás.</a:t>
            </a:r>
            <a:br>
              <a:rPr lang="es-ES" sz="1200" i="1" dirty="0"/>
            </a:br>
            <a:r>
              <a:rPr lang="es-ES" sz="1200" i="1" dirty="0"/>
              <a:t>Piensa fuera de la caja. Nunca te conformes. </a:t>
            </a:r>
            <a:br>
              <a:rPr lang="es-ES" sz="1200" i="1" dirty="0"/>
            </a:br>
            <a:r>
              <a:rPr lang="es-ES" sz="1200" i="1" dirty="0"/>
              <a:t>Sigue asombrándote como si fueras un niño…</a:t>
            </a:r>
          </a:p>
          <a:p>
            <a:r>
              <a:rPr lang="es-ES" sz="1200" dirty="0"/>
              <a:t>		</a:t>
            </a:r>
            <a:br>
              <a:rPr lang="es-ES" sz="1200" dirty="0"/>
            </a:br>
            <a:r>
              <a:rPr lang="es-ES" sz="1200" dirty="0"/>
              <a:t>		Steve Jobs</a:t>
            </a:r>
          </a:p>
        </p:txBody>
      </p:sp>
    </p:spTree>
    <p:extLst>
      <p:ext uri="{BB962C8B-B14F-4D97-AF65-F5344CB8AC3E}">
        <p14:creationId xmlns:p14="http://schemas.microsoft.com/office/powerpoint/2010/main" val="22077050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  <p:bldP spid="39" grpId="0"/>
      <p:bldP spid="40" grpId="0"/>
      <p:bldP spid="41" grpId="0"/>
      <p:bldP spid="47" grpId="0"/>
      <p:bldP spid="48" grpId="0"/>
      <p:bldP spid="49" grpId="0"/>
      <p:bldP spid="50" grpId="0"/>
      <p:bldP spid="5" grpId="0"/>
      <p:bldP spid="7" grpId="0"/>
      <p:bldP spid="8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200921164749"/>
  <p:tag name="MH_LIBRARY" val="CONTENTS"/>
  <p:tag name="MH_TYPE" val="ENTRY"/>
  <p:tag name="ID" val="553522"/>
  <p:tag name="MH_ORDER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200921164749"/>
  <p:tag name="MH_LIBRARY" val="CONTENTS"/>
  <p:tag name="MH_TYPE" val="NUMBER"/>
  <p:tag name="ID" val="553522"/>
  <p:tag name="MH_ORDER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200921164749"/>
  <p:tag name="MH_LIBRARY" val="CONTENTS"/>
  <p:tag name="MH_TYPE" val="ENTRY"/>
  <p:tag name="ID" val="553522"/>
  <p:tag name="MH_ORDER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200921164749"/>
  <p:tag name="MH_LIBRARY" val="CONTENTS"/>
  <p:tag name="MH_TYPE" val="NUMBER"/>
  <p:tag name="ID" val="553522"/>
  <p:tag name="MH_ORDER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200921164749"/>
  <p:tag name="MH_LIBRARY" val="CONTENTS"/>
  <p:tag name="MH_TYPE" val="ENTRY"/>
  <p:tag name="ID" val="553522"/>
  <p:tag name="MH_ORDER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200921164749"/>
  <p:tag name="MH_LIBRARY" val="CONTENTS"/>
  <p:tag name="MH_TYPE" val="NUMBER"/>
  <p:tag name="ID" val="553522"/>
  <p:tag name="MH_ORDER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200921164749"/>
  <p:tag name="MH_LIBRARY" val="CONTENTS"/>
  <p:tag name="MH_TYPE" val="ENTRY"/>
  <p:tag name="ID" val="553522"/>
  <p:tag name="MH_ORDER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200921164749"/>
  <p:tag name="MH_LIBRARY" val="CONTENTS"/>
  <p:tag name="MH_TYPE" val="NUMBER"/>
  <p:tag name="ID" val="553522"/>
  <p:tag name="MH_ORDER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200921164749"/>
  <p:tag name="MH_LIBRARY" val="CONTENTS"/>
  <p:tag name="MH_TYPE" val="ENTRY"/>
  <p:tag name="ID" val="553522"/>
  <p:tag name="MH_ORDER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200921164749"/>
  <p:tag name="MH_LIBRARY" val="CONTENTS"/>
  <p:tag name="MH_TYPE" val="NUMBER"/>
  <p:tag name="ID" val="553522"/>
  <p:tag name="MH_ORDER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200921164749"/>
  <p:tag name="MH_LIBRARY" val="CONTENTS"/>
  <p:tag name="MH_TYPE" val="ENTRY"/>
  <p:tag name="ID" val="553522"/>
  <p:tag name="MH_ORDER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200921164749"/>
  <p:tag name="MH_LIBRARY" val="CONTENTS"/>
  <p:tag name="MH_TYPE" val="NUMBER"/>
  <p:tag name="ID" val="553522"/>
  <p:tag name="MH_ORDER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200921164749"/>
  <p:tag name="MH_LIBRARY" val="CONTENTS"/>
  <p:tag name="MH_TYPE" val="ENTRY"/>
  <p:tag name="ID" val="553522"/>
  <p:tag name="MH_ORDER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200921164749"/>
  <p:tag name="MH_LIBRARY" val="CONTENTS"/>
  <p:tag name="MH_TYPE" val="NUMBER"/>
  <p:tag name="ID" val="553522"/>
  <p:tag name="MH_ORDER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200921164749"/>
  <p:tag name="MH_LIBRARY" val="CONTENTS"/>
  <p:tag name="MH_TYPE" val="ENTRY"/>
  <p:tag name="ID" val="553522"/>
  <p:tag name="MH_ORDER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200921164749"/>
  <p:tag name="MH_LIBRARY" val="CONTENTS"/>
  <p:tag name="MH_TYPE" val="NUMBER"/>
  <p:tag name="ID" val="553522"/>
  <p:tag name="MH_ORDER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200921164749"/>
  <p:tag name="MH_LIBRARY" val="CONTENTS"/>
  <p:tag name="MH_TYPE" val="ENTRY"/>
  <p:tag name="ID" val="553522"/>
  <p:tag name="MH_ORDER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200921164749"/>
  <p:tag name="MH_LIBRARY" val="CONTENTS"/>
  <p:tag name="MH_TYPE" val="NUMBER"/>
  <p:tag name="ID" val="553522"/>
  <p:tag name="MH_ORDER" val="1"/>
</p:tagLst>
</file>

<file path=ppt/theme/theme1.xml><?xml version="1.0" encoding="utf-8"?>
<a:theme xmlns:a="http://schemas.openxmlformats.org/drawingml/2006/main" name="1_Title Slid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rt page">
  <a:themeElements>
    <a:clrScheme name="updated">
      <a:dk1>
        <a:srgbClr val="1D1D1A"/>
      </a:dk1>
      <a:lt1>
        <a:srgbClr val="1D1D1A"/>
      </a:lt1>
      <a:dk2>
        <a:srgbClr val="FFFFFF"/>
      </a:dk2>
      <a:lt2>
        <a:srgbClr val="FFFFFF"/>
      </a:lt2>
      <a:accent1>
        <a:srgbClr val="C7000A"/>
      </a:accent1>
      <a:accent2>
        <a:srgbClr val="C8102E"/>
      </a:accent2>
      <a:accent3>
        <a:srgbClr val="EA594F"/>
      </a:accent3>
      <a:accent4>
        <a:srgbClr val="F8B53C"/>
      </a:accent4>
      <a:accent5>
        <a:srgbClr val="231815"/>
      </a:accent5>
      <a:accent6>
        <a:srgbClr val="595757"/>
      </a:accent6>
      <a:hlink>
        <a:srgbClr val="898989"/>
      </a:hlink>
      <a:folHlink>
        <a:srgbClr val="B5B5B5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C7000B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sz="1800" dirty="0" smtClean="0">
            <a:solidFill>
              <a:schemeClr val="accent2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4_Chart page">
  <a:themeElements>
    <a:clrScheme name="Custom 29">
      <a:dk1>
        <a:srgbClr val="1D1D1A"/>
      </a:dk1>
      <a:lt1>
        <a:srgbClr val="666666"/>
      </a:lt1>
      <a:dk2>
        <a:srgbClr val="FFFFFF"/>
      </a:dk2>
      <a:lt2>
        <a:srgbClr val="EBEBEB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0">
              <a:schemeClr val="tx1">
                <a:alpha val="12000"/>
              </a:schemeClr>
            </a:gs>
            <a:gs pos="100000">
              <a:schemeClr val="bg1">
                <a:alpha val="0"/>
              </a:schemeClr>
            </a:gs>
          </a:gsLst>
          <a:lin ang="5400000" scaled="0"/>
          <a:tileRect/>
        </a:gradFill>
        <a:ln w="3175" cap="flat" cmpd="sng" algn="ctr">
          <a:gradFill>
            <a:gsLst>
              <a:gs pos="31000">
                <a:schemeClr val="tx1">
                  <a:alpha val="50000"/>
                </a:schemeClr>
              </a:gs>
              <a:gs pos="81000">
                <a:schemeClr val="bg1">
                  <a:alpha val="25000"/>
                </a:schemeClr>
              </a:gs>
              <a:gs pos="100000">
                <a:schemeClr val="tx1">
                  <a:alpha val="0"/>
                </a:schemeClr>
              </a:gs>
            </a:gsLst>
            <a:lin ang="5400000" scaled="0"/>
          </a:gradFill>
          <a:prstDash val="solid"/>
        </a:ln>
        <a:effectLst/>
      </a:spPr>
      <a:bodyPr wrap="square" anchor="ctr">
        <a:noAutofit/>
      </a:bodyPr>
      <a:lstStyle>
        <a:defPPr algn="ctr">
          <a:lnSpc>
            <a:spcPct val="130000"/>
          </a:lnSpc>
          <a:spcBef>
            <a:spcPts val="700"/>
          </a:spcBef>
          <a:defRPr sz="3200">
            <a:solidFill>
              <a:prstClr val="white"/>
            </a:solidFill>
            <a:latin typeface="方正兰亭黑简体" panose="02000000000000000000" pitchFamily="2" charset="-122"/>
            <a:ea typeface="方正兰亭黑简体" panose="02000000000000000000" pitchFamily="2" charset="-122"/>
          </a:defRPr>
        </a:defPPr>
      </a:lstStyle>
    </a:spDef>
    <a:txDef>
      <a:spPr>
        <a:noFill/>
      </a:spPr>
      <a:bodyPr wrap="square" rtlCol="0">
        <a:spAutoFit/>
      </a:bodyPr>
      <a:lstStyle>
        <a:defPPr algn="l">
          <a:lnSpc>
            <a:spcPts val="3440"/>
          </a:lnSpc>
          <a:defRPr sz="3200" dirty="0" smtClean="0"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End page">
  <a:themeElements>
    <a:clrScheme name="2210">
      <a:dk1>
        <a:srgbClr val="1D1D1A"/>
      </a:dk1>
      <a:lt1>
        <a:srgbClr val="1D1D1A"/>
      </a:lt1>
      <a:dk2>
        <a:srgbClr val="FFFFFF"/>
      </a:dk2>
      <a:lt2>
        <a:srgbClr val="FFFFFF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EA002F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sz="1800" dirty="0"/>
        </a:defPPr>
      </a:lstStyle>
    </a:txDef>
  </a:objectDefaults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章节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自定义 1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dirty="0" smtClean="0">
            <a:solidFill>
              <a:srgbClr val="000000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xmlns="" name="PPT模板_白色_16_9" id="{7CD4B91F-273A-4322-964F-6BD7E403B39E}" vid="{7466A2A5-F21C-401E-B6D0-CA69BF331BD4}"/>
    </a:ext>
  </a:extLst>
</a:theme>
</file>

<file path=ppt/theme/theme6.xml><?xml version="1.0" encoding="utf-8"?>
<a:theme xmlns:a="http://schemas.openxmlformats.org/drawingml/2006/main" name="5_Chart page">
  <a:themeElements>
    <a:clrScheme name="Custom 29">
      <a:dk1>
        <a:srgbClr val="1D1D1A"/>
      </a:dk1>
      <a:lt1>
        <a:srgbClr val="666666"/>
      </a:lt1>
      <a:dk2>
        <a:srgbClr val="FFFFFF"/>
      </a:dk2>
      <a:lt2>
        <a:srgbClr val="EBEBEB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EA002F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lnSpc>
            <a:spcPts val="3440"/>
          </a:lnSpc>
          <a:defRPr sz="3200" dirty="0" smtClean="0"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6_Chart page">
  <a:themeElements>
    <a:clrScheme name="Custom 29">
      <a:dk1>
        <a:srgbClr val="1D1D1A"/>
      </a:dk1>
      <a:lt1>
        <a:srgbClr val="666666"/>
      </a:lt1>
      <a:dk2>
        <a:srgbClr val="FFFFFF"/>
      </a:dk2>
      <a:lt2>
        <a:srgbClr val="EBEBEB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0">
              <a:schemeClr val="tx1">
                <a:alpha val="12000"/>
              </a:schemeClr>
            </a:gs>
            <a:gs pos="100000">
              <a:schemeClr val="bg1">
                <a:alpha val="0"/>
              </a:schemeClr>
            </a:gs>
          </a:gsLst>
          <a:lin ang="5400000" scaled="0"/>
          <a:tileRect/>
        </a:gradFill>
        <a:ln w="3175" cap="flat" cmpd="sng" algn="ctr">
          <a:gradFill>
            <a:gsLst>
              <a:gs pos="31000">
                <a:schemeClr val="tx1">
                  <a:alpha val="50000"/>
                </a:schemeClr>
              </a:gs>
              <a:gs pos="81000">
                <a:schemeClr val="bg1">
                  <a:alpha val="25000"/>
                </a:schemeClr>
              </a:gs>
              <a:gs pos="100000">
                <a:schemeClr val="tx1">
                  <a:alpha val="0"/>
                </a:schemeClr>
              </a:gs>
            </a:gsLst>
            <a:lin ang="5400000" scaled="0"/>
          </a:gradFill>
          <a:prstDash val="solid"/>
        </a:ln>
        <a:effectLst/>
      </a:spPr>
      <a:bodyPr wrap="square" anchor="ctr">
        <a:noAutofit/>
      </a:bodyPr>
      <a:lstStyle>
        <a:defPPr algn="ctr">
          <a:lnSpc>
            <a:spcPct val="130000"/>
          </a:lnSpc>
          <a:spcBef>
            <a:spcPts val="700"/>
          </a:spcBef>
          <a:defRPr sz="3200">
            <a:solidFill>
              <a:prstClr val="white"/>
            </a:solidFill>
            <a:latin typeface="方正兰亭黑简体" panose="02000000000000000000" pitchFamily="2" charset="-122"/>
            <a:ea typeface="方正兰亭黑简体" panose="02000000000000000000" pitchFamily="2" charset="-122"/>
          </a:defRPr>
        </a:defPPr>
      </a:lstStyle>
    </a:spDef>
    <a:txDef>
      <a:spPr>
        <a:noFill/>
      </a:spPr>
      <a:bodyPr wrap="square" rtlCol="0">
        <a:spAutoFit/>
      </a:bodyPr>
      <a:lstStyle>
        <a:defPPr algn="l">
          <a:lnSpc>
            <a:spcPts val="3440"/>
          </a:lnSpc>
          <a:defRPr sz="3200" dirty="0" smtClean="0"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7_Chart page">
  <a:themeElements>
    <a:clrScheme name="Custom 29">
      <a:dk1>
        <a:srgbClr val="1D1D1A"/>
      </a:dk1>
      <a:lt1>
        <a:srgbClr val="666666"/>
      </a:lt1>
      <a:dk2>
        <a:srgbClr val="FFFFFF"/>
      </a:dk2>
      <a:lt2>
        <a:srgbClr val="EBEBEB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0">
              <a:schemeClr val="tx1">
                <a:alpha val="12000"/>
              </a:schemeClr>
            </a:gs>
            <a:gs pos="100000">
              <a:schemeClr val="bg1">
                <a:alpha val="0"/>
              </a:schemeClr>
            </a:gs>
          </a:gsLst>
          <a:lin ang="5400000" scaled="0"/>
          <a:tileRect/>
        </a:gradFill>
        <a:ln w="3175" cap="flat" cmpd="sng" algn="ctr">
          <a:gradFill>
            <a:gsLst>
              <a:gs pos="31000">
                <a:schemeClr val="tx1">
                  <a:alpha val="50000"/>
                </a:schemeClr>
              </a:gs>
              <a:gs pos="81000">
                <a:schemeClr val="bg1">
                  <a:alpha val="25000"/>
                </a:schemeClr>
              </a:gs>
              <a:gs pos="100000">
                <a:schemeClr val="tx1">
                  <a:alpha val="0"/>
                </a:schemeClr>
              </a:gs>
            </a:gsLst>
            <a:lin ang="5400000" scaled="0"/>
          </a:gradFill>
          <a:prstDash val="solid"/>
        </a:ln>
        <a:effectLst/>
      </a:spPr>
      <a:bodyPr wrap="square" anchor="ctr">
        <a:noAutofit/>
      </a:bodyPr>
      <a:lstStyle>
        <a:defPPr algn="ctr">
          <a:lnSpc>
            <a:spcPct val="130000"/>
          </a:lnSpc>
          <a:spcBef>
            <a:spcPts val="700"/>
          </a:spcBef>
          <a:defRPr sz="3200">
            <a:solidFill>
              <a:prstClr val="white"/>
            </a:solidFill>
            <a:latin typeface="Arial" pitchFamily="2" charset="-122"/>
            <a:ea typeface="方正兰亭黑简体" panose="02000000000000000000" pitchFamily="2" charset="-122"/>
          </a:defRPr>
        </a:defPPr>
      </a:lstStyle>
    </a:spDef>
    <a:txDef>
      <a:spPr>
        <a:noFill/>
      </a:spPr>
      <a:bodyPr wrap="square" rtlCol="0">
        <a:spAutoFit/>
      </a:bodyPr>
      <a:lstStyle>
        <a:defPPr algn="l">
          <a:lnSpc>
            <a:spcPts val="3440"/>
          </a:lnSpc>
          <a:defRPr sz="3200" dirty="0" smtClean="0">
            <a:latin typeface="Arial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8_Chart page">
  <a:themeElements>
    <a:clrScheme name="Custom 29">
      <a:dk1>
        <a:srgbClr val="1D1D1A"/>
      </a:dk1>
      <a:lt1>
        <a:srgbClr val="666666"/>
      </a:lt1>
      <a:dk2>
        <a:srgbClr val="FFFFFF"/>
      </a:dk2>
      <a:lt2>
        <a:srgbClr val="EBEBEB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0">
              <a:schemeClr val="tx1">
                <a:alpha val="12000"/>
              </a:schemeClr>
            </a:gs>
            <a:gs pos="100000">
              <a:schemeClr val="bg1">
                <a:alpha val="0"/>
              </a:schemeClr>
            </a:gs>
          </a:gsLst>
          <a:lin ang="5400000" scaled="0"/>
          <a:tileRect/>
        </a:gradFill>
        <a:ln w="3175" cap="flat" cmpd="sng" algn="ctr">
          <a:gradFill>
            <a:gsLst>
              <a:gs pos="31000">
                <a:schemeClr val="tx1">
                  <a:alpha val="50000"/>
                </a:schemeClr>
              </a:gs>
              <a:gs pos="81000">
                <a:schemeClr val="bg1">
                  <a:alpha val="25000"/>
                </a:schemeClr>
              </a:gs>
              <a:gs pos="100000">
                <a:schemeClr val="tx1">
                  <a:alpha val="0"/>
                </a:schemeClr>
              </a:gs>
            </a:gsLst>
            <a:lin ang="5400000" scaled="0"/>
          </a:gradFill>
          <a:prstDash val="solid"/>
        </a:ln>
        <a:effectLst/>
      </a:spPr>
      <a:bodyPr wrap="square" anchor="ctr">
        <a:noAutofit/>
      </a:bodyPr>
      <a:lstStyle>
        <a:defPPr algn="ctr">
          <a:lnSpc>
            <a:spcPct val="130000"/>
          </a:lnSpc>
          <a:spcBef>
            <a:spcPts val="700"/>
          </a:spcBef>
          <a:defRPr sz="3200">
            <a:solidFill>
              <a:prstClr val="white"/>
            </a:solidFill>
            <a:latin typeface="Arial" pitchFamily="2" charset="-122"/>
            <a:ea typeface="方正兰亭黑简体" panose="02000000000000000000" pitchFamily="2" charset="-122"/>
          </a:defRPr>
        </a:defPPr>
      </a:lstStyle>
    </a:spDef>
    <a:txDef>
      <a:spPr>
        <a:noFill/>
      </a:spPr>
      <a:bodyPr wrap="square" rtlCol="0">
        <a:spAutoFit/>
      </a:bodyPr>
      <a:lstStyle>
        <a:defPPr algn="l">
          <a:lnSpc>
            <a:spcPts val="3440"/>
          </a:lnSpc>
          <a:defRPr sz="3200" dirty="0" smtClean="0">
            <a:latin typeface="Arial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13_Chart page">
  <a:themeElements>
    <a:clrScheme name="Custom 29">
      <a:dk1>
        <a:srgbClr val="1D1D1A"/>
      </a:dk1>
      <a:lt1>
        <a:srgbClr val="666666"/>
      </a:lt1>
      <a:dk2>
        <a:srgbClr val="FFFFFF"/>
      </a:dk2>
      <a:lt2>
        <a:srgbClr val="EBEBEB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0">
              <a:schemeClr val="tx1">
                <a:alpha val="12000"/>
              </a:schemeClr>
            </a:gs>
            <a:gs pos="100000">
              <a:schemeClr val="bg1">
                <a:alpha val="0"/>
              </a:schemeClr>
            </a:gs>
          </a:gsLst>
          <a:lin ang="5400000" scaled="0"/>
          <a:tileRect/>
        </a:gradFill>
        <a:ln w="3175" cap="flat" cmpd="sng" algn="ctr">
          <a:gradFill>
            <a:gsLst>
              <a:gs pos="31000">
                <a:schemeClr val="tx1">
                  <a:alpha val="50000"/>
                </a:schemeClr>
              </a:gs>
              <a:gs pos="81000">
                <a:schemeClr val="bg1">
                  <a:alpha val="25000"/>
                </a:schemeClr>
              </a:gs>
              <a:gs pos="100000">
                <a:schemeClr val="tx1">
                  <a:alpha val="0"/>
                </a:schemeClr>
              </a:gs>
            </a:gsLst>
            <a:lin ang="5400000" scaled="0"/>
          </a:gradFill>
          <a:prstDash val="solid"/>
        </a:ln>
        <a:effectLst/>
      </a:spPr>
      <a:bodyPr wrap="square" anchor="ctr">
        <a:noAutofit/>
      </a:bodyPr>
      <a:lstStyle>
        <a:defPPr algn="ctr">
          <a:lnSpc>
            <a:spcPct val="130000"/>
          </a:lnSpc>
          <a:spcBef>
            <a:spcPts val="700"/>
          </a:spcBef>
          <a:defRPr sz="3200">
            <a:solidFill>
              <a:prstClr val="white"/>
            </a:solidFill>
            <a:latin typeface="Arial" pitchFamily="2" charset="-122"/>
            <a:ea typeface="方正兰亭黑简体" panose="02000000000000000000" pitchFamily="2" charset="-122"/>
          </a:defRPr>
        </a:defPPr>
      </a:lstStyle>
    </a:spDef>
    <a:txDef>
      <a:spPr>
        <a:noFill/>
      </a:spPr>
      <a:bodyPr wrap="square" rtlCol="0">
        <a:spAutoFit/>
      </a:bodyPr>
      <a:lstStyle>
        <a:defPPr algn="l">
          <a:lnSpc>
            <a:spcPts val="3440"/>
          </a:lnSpc>
          <a:defRPr sz="3200" dirty="0" smtClean="0">
            <a:latin typeface="Arial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14_Chart page">
  <a:themeElements>
    <a:clrScheme name="Custom 29">
      <a:dk1>
        <a:srgbClr val="1D1D1A"/>
      </a:dk1>
      <a:lt1>
        <a:srgbClr val="666666"/>
      </a:lt1>
      <a:dk2>
        <a:srgbClr val="FFFFFF"/>
      </a:dk2>
      <a:lt2>
        <a:srgbClr val="EBEBEB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0">
              <a:schemeClr val="tx1">
                <a:alpha val="12000"/>
              </a:schemeClr>
            </a:gs>
            <a:gs pos="100000">
              <a:schemeClr val="bg1">
                <a:alpha val="0"/>
              </a:schemeClr>
            </a:gs>
          </a:gsLst>
          <a:lin ang="5400000" scaled="0"/>
          <a:tileRect/>
        </a:gradFill>
        <a:ln w="3175" cap="flat" cmpd="sng" algn="ctr">
          <a:gradFill>
            <a:gsLst>
              <a:gs pos="31000">
                <a:schemeClr val="tx1">
                  <a:alpha val="50000"/>
                </a:schemeClr>
              </a:gs>
              <a:gs pos="81000">
                <a:schemeClr val="bg1">
                  <a:alpha val="25000"/>
                </a:schemeClr>
              </a:gs>
              <a:gs pos="100000">
                <a:schemeClr val="tx1">
                  <a:alpha val="0"/>
                </a:schemeClr>
              </a:gs>
            </a:gsLst>
            <a:lin ang="5400000" scaled="0"/>
          </a:gradFill>
          <a:prstDash val="solid"/>
        </a:ln>
        <a:effectLst/>
      </a:spPr>
      <a:bodyPr wrap="square" anchor="ctr">
        <a:noAutofit/>
      </a:bodyPr>
      <a:lstStyle>
        <a:defPPr algn="ctr">
          <a:lnSpc>
            <a:spcPct val="130000"/>
          </a:lnSpc>
          <a:spcBef>
            <a:spcPts val="700"/>
          </a:spcBef>
          <a:defRPr sz="3200">
            <a:solidFill>
              <a:prstClr val="white"/>
            </a:solidFill>
            <a:latin typeface="方正兰亭黑简体" panose="02000000000000000000" pitchFamily="2" charset="-122"/>
            <a:ea typeface="方正兰亭黑简体" panose="02000000000000000000" pitchFamily="2" charset="-122"/>
          </a:defRPr>
        </a:defPPr>
      </a:lstStyle>
    </a:spDef>
    <a:txDef>
      <a:spPr>
        <a:noFill/>
      </a:spPr>
      <a:bodyPr wrap="square" rtlCol="0">
        <a:spAutoFit/>
      </a:bodyPr>
      <a:lstStyle>
        <a:defPPr algn="l">
          <a:lnSpc>
            <a:spcPts val="3440"/>
          </a:lnSpc>
          <a:defRPr sz="3200" dirty="0" smtClean="0"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21_Chart page">
  <a:themeElements>
    <a:clrScheme name="Custom 29">
      <a:dk1>
        <a:srgbClr val="1D1D1A"/>
      </a:dk1>
      <a:lt1>
        <a:srgbClr val="666666"/>
      </a:lt1>
      <a:dk2>
        <a:srgbClr val="FFFFFF"/>
      </a:dk2>
      <a:lt2>
        <a:srgbClr val="EBEBEB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0">
              <a:schemeClr val="tx1">
                <a:alpha val="12000"/>
              </a:schemeClr>
            </a:gs>
            <a:gs pos="100000">
              <a:schemeClr val="bg1">
                <a:alpha val="0"/>
              </a:schemeClr>
            </a:gs>
          </a:gsLst>
          <a:lin ang="5400000" scaled="0"/>
          <a:tileRect/>
        </a:gradFill>
        <a:ln w="3175" cap="flat" cmpd="sng" algn="ctr">
          <a:gradFill>
            <a:gsLst>
              <a:gs pos="31000">
                <a:schemeClr val="tx1">
                  <a:alpha val="50000"/>
                </a:schemeClr>
              </a:gs>
              <a:gs pos="81000">
                <a:schemeClr val="bg1">
                  <a:alpha val="25000"/>
                </a:schemeClr>
              </a:gs>
              <a:gs pos="100000">
                <a:schemeClr val="tx1">
                  <a:alpha val="0"/>
                </a:schemeClr>
              </a:gs>
            </a:gsLst>
            <a:lin ang="5400000" scaled="0"/>
          </a:gradFill>
          <a:prstDash val="solid"/>
        </a:ln>
        <a:effectLst/>
      </a:spPr>
      <a:bodyPr wrap="square" anchor="ctr">
        <a:noAutofit/>
      </a:bodyPr>
      <a:lstStyle>
        <a:defPPr algn="ctr">
          <a:lnSpc>
            <a:spcPct val="130000"/>
          </a:lnSpc>
          <a:spcBef>
            <a:spcPts val="700"/>
          </a:spcBef>
          <a:defRPr sz="3200">
            <a:solidFill>
              <a:prstClr val="white"/>
            </a:solidFill>
            <a:latin typeface="方正兰亭黑简体" panose="02000000000000000000" pitchFamily="2" charset="-122"/>
            <a:ea typeface="方正兰亭黑简体" panose="02000000000000000000" pitchFamily="2" charset="-122"/>
          </a:defRPr>
        </a:defPPr>
      </a:lstStyle>
    </a:spDef>
    <a:txDef>
      <a:spPr>
        <a:noFill/>
      </a:spPr>
      <a:bodyPr wrap="square" rtlCol="0">
        <a:spAutoFit/>
      </a:bodyPr>
      <a:lstStyle>
        <a:defPPr algn="l">
          <a:lnSpc>
            <a:spcPts val="3440"/>
          </a:lnSpc>
          <a:defRPr sz="3200" dirty="0" smtClean="0"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22_Chart page">
  <a:themeElements>
    <a:clrScheme name="Custom 29">
      <a:dk1>
        <a:srgbClr val="1D1D1A"/>
      </a:dk1>
      <a:lt1>
        <a:srgbClr val="666666"/>
      </a:lt1>
      <a:dk2>
        <a:srgbClr val="FFFFFF"/>
      </a:dk2>
      <a:lt2>
        <a:srgbClr val="EBEBEB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0">
              <a:schemeClr val="tx1">
                <a:alpha val="12000"/>
              </a:schemeClr>
            </a:gs>
            <a:gs pos="100000">
              <a:schemeClr val="bg1">
                <a:alpha val="0"/>
              </a:schemeClr>
            </a:gs>
          </a:gsLst>
          <a:lin ang="5400000" scaled="0"/>
          <a:tileRect/>
        </a:gradFill>
        <a:ln w="3175" cap="flat" cmpd="sng" algn="ctr">
          <a:gradFill>
            <a:gsLst>
              <a:gs pos="31000">
                <a:schemeClr val="tx1">
                  <a:alpha val="50000"/>
                </a:schemeClr>
              </a:gs>
              <a:gs pos="81000">
                <a:schemeClr val="bg1">
                  <a:alpha val="25000"/>
                </a:schemeClr>
              </a:gs>
              <a:gs pos="100000">
                <a:schemeClr val="tx1">
                  <a:alpha val="0"/>
                </a:schemeClr>
              </a:gs>
            </a:gsLst>
            <a:lin ang="5400000" scaled="0"/>
          </a:gradFill>
          <a:prstDash val="solid"/>
        </a:ln>
        <a:effectLst/>
      </a:spPr>
      <a:bodyPr wrap="square" anchor="ctr">
        <a:noAutofit/>
      </a:bodyPr>
      <a:lstStyle>
        <a:defPPr algn="ctr">
          <a:lnSpc>
            <a:spcPct val="130000"/>
          </a:lnSpc>
          <a:spcBef>
            <a:spcPts val="700"/>
          </a:spcBef>
          <a:defRPr sz="3200">
            <a:solidFill>
              <a:prstClr val="white"/>
            </a:solidFill>
            <a:latin typeface="方正兰亭黑简体" panose="02000000000000000000" pitchFamily="2" charset="-122"/>
            <a:ea typeface="方正兰亭黑简体" panose="02000000000000000000" pitchFamily="2" charset="-122"/>
          </a:defRPr>
        </a:defPPr>
      </a:lstStyle>
    </a:spDef>
    <a:txDef>
      <a:spPr>
        <a:noFill/>
      </a:spPr>
      <a:bodyPr wrap="square" rtlCol="0">
        <a:spAutoFit/>
      </a:bodyPr>
      <a:lstStyle>
        <a:defPPr algn="l">
          <a:lnSpc>
            <a:spcPts val="3440"/>
          </a:lnSpc>
          <a:defRPr sz="3200" dirty="0" smtClean="0"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14.xml><?xml version="1.0" encoding="utf-8"?>
<a:theme xmlns:a="http://schemas.openxmlformats.org/drawingml/2006/main" name="23_Chart page">
  <a:themeElements>
    <a:clrScheme name="Custom 29">
      <a:dk1>
        <a:srgbClr val="1D1D1A"/>
      </a:dk1>
      <a:lt1>
        <a:srgbClr val="666666"/>
      </a:lt1>
      <a:dk2>
        <a:srgbClr val="FFFFFF"/>
      </a:dk2>
      <a:lt2>
        <a:srgbClr val="EBEBEB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0">
              <a:schemeClr val="tx1">
                <a:alpha val="12000"/>
              </a:schemeClr>
            </a:gs>
            <a:gs pos="100000">
              <a:schemeClr val="bg1">
                <a:alpha val="0"/>
              </a:schemeClr>
            </a:gs>
          </a:gsLst>
          <a:lin ang="5400000" scaled="0"/>
          <a:tileRect/>
        </a:gradFill>
        <a:ln w="3175" cap="flat" cmpd="sng" algn="ctr">
          <a:gradFill>
            <a:gsLst>
              <a:gs pos="31000">
                <a:schemeClr val="tx1">
                  <a:alpha val="50000"/>
                </a:schemeClr>
              </a:gs>
              <a:gs pos="81000">
                <a:schemeClr val="bg1">
                  <a:alpha val="25000"/>
                </a:schemeClr>
              </a:gs>
              <a:gs pos="100000">
                <a:schemeClr val="tx1">
                  <a:alpha val="0"/>
                </a:schemeClr>
              </a:gs>
            </a:gsLst>
            <a:lin ang="5400000" scaled="0"/>
          </a:gradFill>
          <a:prstDash val="solid"/>
        </a:ln>
        <a:effectLst/>
      </a:spPr>
      <a:bodyPr wrap="square" anchor="ctr">
        <a:noAutofit/>
      </a:bodyPr>
      <a:lstStyle>
        <a:defPPr algn="ctr">
          <a:lnSpc>
            <a:spcPct val="130000"/>
          </a:lnSpc>
          <a:spcBef>
            <a:spcPts val="700"/>
          </a:spcBef>
          <a:defRPr sz="3200">
            <a:solidFill>
              <a:prstClr val="white"/>
            </a:solidFill>
            <a:latin typeface="Arial" pitchFamily="2" charset="-122"/>
            <a:ea typeface="方正兰亭黑简体" panose="02000000000000000000" pitchFamily="2" charset="-122"/>
          </a:defRPr>
        </a:defPPr>
      </a:lstStyle>
    </a:spDef>
    <a:txDef>
      <a:spPr>
        <a:noFill/>
      </a:spPr>
      <a:bodyPr wrap="square" rtlCol="0">
        <a:spAutoFit/>
      </a:bodyPr>
      <a:lstStyle>
        <a:defPPr algn="l">
          <a:lnSpc>
            <a:spcPts val="3440"/>
          </a:lnSpc>
          <a:defRPr sz="3200" dirty="0" smtClean="0">
            <a:latin typeface="Arial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15.xml><?xml version="1.0" encoding="utf-8"?>
<a:theme xmlns:a="http://schemas.openxmlformats.org/drawingml/2006/main" name="24_Chart page">
  <a:themeElements>
    <a:clrScheme name="Custom 29">
      <a:dk1>
        <a:srgbClr val="1D1D1A"/>
      </a:dk1>
      <a:lt1>
        <a:srgbClr val="666666"/>
      </a:lt1>
      <a:dk2>
        <a:srgbClr val="FFFFFF"/>
      </a:dk2>
      <a:lt2>
        <a:srgbClr val="EBEBEB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0">
              <a:schemeClr val="tx1">
                <a:alpha val="12000"/>
              </a:schemeClr>
            </a:gs>
            <a:gs pos="100000">
              <a:schemeClr val="bg1">
                <a:alpha val="0"/>
              </a:schemeClr>
            </a:gs>
          </a:gsLst>
          <a:lin ang="5400000" scaled="0"/>
          <a:tileRect/>
        </a:gradFill>
        <a:ln w="3175" cap="flat" cmpd="sng" algn="ctr">
          <a:gradFill>
            <a:gsLst>
              <a:gs pos="31000">
                <a:schemeClr val="tx1">
                  <a:alpha val="50000"/>
                </a:schemeClr>
              </a:gs>
              <a:gs pos="81000">
                <a:schemeClr val="bg1">
                  <a:alpha val="25000"/>
                </a:schemeClr>
              </a:gs>
              <a:gs pos="100000">
                <a:schemeClr val="tx1">
                  <a:alpha val="0"/>
                </a:schemeClr>
              </a:gs>
            </a:gsLst>
            <a:lin ang="5400000" scaled="0"/>
          </a:gradFill>
          <a:prstDash val="solid"/>
        </a:ln>
        <a:effectLst/>
      </a:spPr>
      <a:bodyPr wrap="square" anchor="ctr">
        <a:noAutofit/>
      </a:bodyPr>
      <a:lstStyle>
        <a:defPPr algn="ctr">
          <a:lnSpc>
            <a:spcPct val="130000"/>
          </a:lnSpc>
          <a:spcBef>
            <a:spcPts val="700"/>
          </a:spcBef>
          <a:defRPr sz="3200">
            <a:solidFill>
              <a:prstClr val="white"/>
            </a:solidFill>
            <a:latin typeface="方正兰亭黑简体" panose="02000000000000000000" pitchFamily="2" charset="-122"/>
            <a:ea typeface="方正兰亭黑简体" panose="02000000000000000000" pitchFamily="2" charset="-122"/>
          </a:defRPr>
        </a:defPPr>
      </a:lstStyle>
    </a:spDef>
    <a:txDef>
      <a:spPr>
        <a:noFill/>
      </a:spPr>
      <a:bodyPr wrap="square" rtlCol="0">
        <a:spAutoFit/>
      </a:bodyPr>
      <a:lstStyle>
        <a:defPPr algn="l">
          <a:lnSpc>
            <a:spcPts val="3440"/>
          </a:lnSpc>
          <a:defRPr sz="3200" dirty="0" smtClean="0"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16.xml><?xml version="1.0" encoding="utf-8"?>
<a:theme xmlns:a="http://schemas.openxmlformats.org/drawingml/2006/main" name="25_Chart page">
  <a:themeElements>
    <a:clrScheme name="Custom 29">
      <a:dk1>
        <a:srgbClr val="1D1D1A"/>
      </a:dk1>
      <a:lt1>
        <a:srgbClr val="666666"/>
      </a:lt1>
      <a:dk2>
        <a:srgbClr val="FFFFFF"/>
      </a:dk2>
      <a:lt2>
        <a:srgbClr val="EBEBEB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0">
              <a:schemeClr val="tx1">
                <a:alpha val="12000"/>
              </a:schemeClr>
            </a:gs>
            <a:gs pos="100000">
              <a:schemeClr val="bg1">
                <a:alpha val="0"/>
              </a:schemeClr>
            </a:gs>
          </a:gsLst>
          <a:lin ang="5400000" scaled="0"/>
          <a:tileRect/>
        </a:gradFill>
        <a:ln w="3175" cap="flat" cmpd="sng" algn="ctr">
          <a:gradFill>
            <a:gsLst>
              <a:gs pos="31000">
                <a:schemeClr val="tx1">
                  <a:alpha val="50000"/>
                </a:schemeClr>
              </a:gs>
              <a:gs pos="81000">
                <a:schemeClr val="bg1">
                  <a:alpha val="25000"/>
                </a:schemeClr>
              </a:gs>
              <a:gs pos="100000">
                <a:schemeClr val="tx1">
                  <a:alpha val="0"/>
                </a:schemeClr>
              </a:gs>
            </a:gsLst>
            <a:lin ang="5400000" scaled="0"/>
          </a:gradFill>
          <a:prstDash val="solid"/>
        </a:ln>
        <a:effectLst/>
      </a:spPr>
      <a:bodyPr wrap="square" anchor="ctr">
        <a:noAutofit/>
      </a:bodyPr>
      <a:lstStyle>
        <a:defPPr algn="ctr">
          <a:lnSpc>
            <a:spcPct val="130000"/>
          </a:lnSpc>
          <a:spcBef>
            <a:spcPts val="700"/>
          </a:spcBef>
          <a:defRPr sz="3200">
            <a:solidFill>
              <a:prstClr val="white"/>
            </a:solidFill>
            <a:latin typeface="方正兰亭黑简体" panose="02000000000000000000" pitchFamily="2" charset="-122"/>
            <a:ea typeface="方正兰亭黑简体" panose="02000000000000000000" pitchFamily="2" charset="-122"/>
          </a:defRPr>
        </a:defPPr>
      </a:lstStyle>
    </a:spDef>
    <a:txDef>
      <a:spPr>
        <a:noFill/>
      </a:spPr>
      <a:bodyPr wrap="square" rtlCol="0">
        <a:spAutoFit/>
      </a:bodyPr>
      <a:lstStyle>
        <a:defPPr algn="l">
          <a:lnSpc>
            <a:spcPts val="3440"/>
          </a:lnSpc>
          <a:defRPr sz="3200" dirty="0" smtClean="0"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17.xml><?xml version="1.0" encoding="utf-8"?>
<a:theme xmlns:a="http://schemas.openxmlformats.org/drawingml/2006/main" name="3_章节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dirty="0" smtClean="0">
            <a:solidFill>
              <a:srgbClr val="000000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xmlns="" name="PPT 模板" id="{9BBB633E-5E45-41C7-B61B-A7FDDADD335C}" vid="{FC34AD67-7538-4717-9A73-50191031DBF3}"/>
    </a:ext>
  </a:extLst>
</a:theme>
</file>

<file path=ppt/theme/theme18.xml><?xml version="1.0" encoding="utf-8"?>
<a:theme xmlns:a="http://schemas.openxmlformats.org/drawingml/2006/main" name="6_章节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dirty="0" smtClean="0">
            <a:solidFill>
              <a:srgbClr val="000000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xmlns="" name="演示文稿1" id="{358AC06C-4CE3-4A3F-B594-9738C68624A0}" vid="{9E3EAF68-ABE1-42CC-9EED-BC9EE9E8453C}"/>
    </a:ext>
  </a:extLst>
</a:theme>
</file>

<file path=ppt/theme/theme19.xml><?xml version="1.0" encoding="utf-8"?>
<a:theme xmlns:a="http://schemas.openxmlformats.org/drawingml/2006/main" name="28_Chart page">
  <a:themeElements>
    <a:clrScheme name="Custom 29">
      <a:dk1>
        <a:srgbClr val="1D1D1A"/>
      </a:dk1>
      <a:lt1>
        <a:srgbClr val="666666"/>
      </a:lt1>
      <a:dk2>
        <a:srgbClr val="FFFFFF"/>
      </a:dk2>
      <a:lt2>
        <a:srgbClr val="EBEBEB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0">
              <a:schemeClr val="tx1">
                <a:alpha val="12000"/>
              </a:schemeClr>
            </a:gs>
            <a:gs pos="100000">
              <a:schemeClr val="bg1">
                <a:alpha val="0"/>
              </a:schemeClr>
            </a:gs>
          </a:gsLst>
          <a:lin ang="5400000" scaled="0"/>
          <a:tileRect/>
        </a:gradFill>
        <a:ln w="3175" cap="flat" cmpd="sng" algn="ctr">
          <a:gradFill>
            <a:gsLst>
              <a:gs pos="31000">
                <a:schemeClr val="tx1">
                  <a:alpha val="50000"/>
                </a:schemeClr>
              </a:gs>
              <a:gs pos="81000">
                <a:schemeClr val="bg1">
                  <a:alpha val="25000"/>
                </a:schemeClr>
              </a:gs>
              <a:gs pos="100000">
                <a:schemeClr val="tx1">
                  <a:alpha val="0"/>
                </a:schemeClr>
              </a:gs>
            </a:gsLst>
            <a:lin ang="5400000" scaled="0"/>
          </a:gradFill>
          <a:prstDash val="solid"/>
        </a:ln>
      </a:spPr>
      <a:bodyPr wrap="square" anchor="ctr">
        <a:noAutofit/>
      </a:bodyPr>
      <a:lstStyle>
        <a:defPPr algn="ctr">
          <a:lnSpc>
            <a:spcPct val="130000"/>
          </a:lnSpc>
          <a:spcBef>
            <a:spcPts val="700"/>
          </a:spcBef>
          <a:defRPr sz="3200">
            <a:solidFill>
              <a:prstClr val="white"/>
            </a:solidFill>
            <a:latin typeface="方正兰亭黑简体" panose="02000000000000000000" pitchFamily="2" charset="-122"/>
            <a:ea typeface="方正兰亭黑简体" panose="02000000000000000000" pitchFamily="2" charset="-122"/>
          </a:defRPr>
        </a:defPPr>
      </a:lstStyle>
    </a:spDef>
    <a:txDef>
      <a:spPr>
        <a:noFill/>
      </a:spPr>
      <a:bodyPr wrap="square" rtlCol="0">
        <a:spAutoFit/>
      </a:bodyPr>
      <a:lstStyle>
        <a:defPPr algn="l">
          <a:lnSpc>
            <a:spcPts val="3440"/>
          </a:lnSpc>
          <a:defRPr sz="3200" dirty="0" smtClean="0"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0.xml><?xml version="1.0" encoding="utf-8"?>
<a:theme xmlns:a="http://schemas.openxmlformats.org/drawingml/2006/main" name="4_章节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dirty="0" smtClean="0">
            <a:solidFill>
              <a:srgbClr val="000000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xmlns="" name="PPT 模板" id="{9BBB633E-5E45-41C7-B61B-A7FDDADD335C}" vid="{FC34AD67-7538-4717-9A73-50191031DBF3}"/>
    </a:ext>
  </a:extLst>
</a:theme>
</file>

<file path=ppt/theme/theme21.xml><?xml version="1.0" encoding="utf-8"?>
<a:theme xmlns:a="http://schemas.openxmlformats.org/drawingml/2006/main" name="7_章节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dirty="0" smtClean="0">
            <a:solidFill>
              <a:srgbClr val="000000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xmlns="" name="PPT 模板" id="{9BBB633E-5E45-41C7-B61B-A7FDDADD335C}" vid="{FC34AD67-7538-4717-9A73-50191031DBF3}"/>
    </a:ext>
  </a:extLst>
</a:theme>
</file>

<file path=ppt/theme/theme22.xml><?xml version="1.0" encoding="utf-8"?>
<a:theme xmlns:a="http://schemas.openxmlformats.org/drawingml/2006/main" name="3_内容Copytext 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2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115169</TotalTime>
  <Words>600</Words>
  <Application>Microsoft Office PowerPoint</Application>
  <PresentationFormat>Personalizado</PresentationFormat>
  <Paragraphs>109</Paragraphs>
  <Slides>12</Slides>
  <Notes>12</Notes>
  <HiddenSlides>0</HiddenSlides>
  <MMClips>1</MMClips>
  <ScaleCrop>false</ScaleCrop>
  <HeadingPairs>
    <vt:vector size="4" baseType="variant">
      <vt:variant>
        <vt:lpstr>Tema</vt:lpstr>
      </vt:variant>
      <vt:variant>
        <vt:i4>22</vt:i4>
      </vt:variant>
      <vt:variant>
        <vt:lpstr>Títulos de diapositiva</vt:lpstr>
      </vt:variant>
      <vt:variant>
        <vt:i4>12</vt:i4>
      </vt:variant>
    </vt:vector>
  </HeadingPairs>
  <TitlesOfParts>
    <vt:vector size="34" baseType="lpstr">
      <vt:lpstr>1_Title Slide</vt:lpstr>
      <vt:lpstr>Chart page</vt:lpstr>
      <vt:lpstr>4_Chart page</vt:lpstr>
      <vt:lpstr>End page</vt:lpstr>
      <vt:lpstr>章节页</vt:lpstr>
      <vt:lpstr>5_Chart page</vt:lpstr>
      <vt:lpstr>6_Chart page</vt:lpstr>
      <vt:lpstr>7_Chart page</vt:lpstr>
      <vt:lpstr>8_Chart page</vt:lpstr>
      <vt:lpstr>13_Chart page</vt:lpstr>
      <vt:lpstr>14_Chart page</vt:lpstr>
      <vt:lpstr>21_Chart page</vt:lpstr>
      <vt:lpstr>22_Chart page</vt:lpstr>
      <vt:lpstr>23_Chart page</vt:lpstr>
      <vt:lpstr>24_Chart page</vt:lpstr>
      <vt:lpstr>25_Chart page</vt:lpstr>
      <vt:lpstr>3_章节页</vt:lpstr>
      <vt:lpstr>6_章节页</vt:lpstr>
      <vt:lpstr>28_Chart page</vt:lpstr>
      <vt:lpstr>4_章节页</vt:lpstr>
      <vt:lpstr>7_章节页</vt:lpstr>
      <vt:lpstr>3_内容Copytext 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Juampi</cp:lastModifiedBy>
  <cp:revision>1350</cp:revision>
  <dcterms:created xsi:type="dcterms:W3CDTF">2018-06-21T13:34:14Z</dcterms:created>
  <dcterms:modified xsi:type="dcterms:W3CDTF">2023-09-16T01:04:08Z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2015_ms_pID_725343">
    <vt:lpwstr>(3)ypgsI+ikLU6nuBk8Dy9Gfv2ZYz4ghZ1Y64BuNoo3wezqxfoBmBgJTTf6cTCXVzBoprdXmDk4
H5IbEgRDyER/r2EuJzyRdPr1xATnIsBtoKXx0pvaCr1aaWkthgzg8MScAkdbaUTn3E4uFSFy
BbQRmxVr6gwQgihQNkkKTwf2plbwWAifvihaeMStzz7Du1jFfLp9O/bv0njQgYEkVve7bAsc
U4cWlILEv1jbz3xLVH</vt:lpwstr>
  </property>
  <property fmtid="{D5CDD505-2E9C-101B-9397-08002B2CF9AE}" pid="3" name="_2015_ms_pID_7253431">
    <vt:lpwstr>fKiS15xe4P+d1aTWNhXbHUP8Q0Jd+S5p5GzDF4+5dZQLeJhxyJjMlm
Rg9klcYxoVxESH8hi8irdltohoVY3TEo87+ILCaz1Y5056bsSP9d65xu9MtRcvSIDzm7ObG5
HkUQ7nlf2dIkSkT8ptYEobk7f8xHHE1fKYLuLGlEd9y8kyjFhPQV8fgZOcwDtqnaO4AMG1yA
EB8nePMIomDlaPOAm+T9YK9dhAorqJVkgSGD</vt:lpwstr>
  </property>
  <property fmtid="{D5CDD505-2E9C-101B-9397-08002B2CF9AE}" pid="4" name="_2015_ms_pID_7253432">
    <vt:lpwstr>Gg==</vt:lpwstr>
  </property>
  <property fmtid="{D5CDD505-2E9C-101B-9397-08002B2CF9AE}" pid="5" name="_readonly">
    <vt:lpwstr/>
  </property>
  <property fmtid="{D5CDD505-2E9C-101B-9397-08002B2CF9AE}" pid="6" name="_change">
    <vt:lpwstr/>
  </property>
  <property fmtid="{D5CDD505-2E9C-101B-9397-08002B2CF9AE}" pid="7" name="_full-control">
    <vt:lpwstr/>
  </property>
  <property fmtid="{D5CDD505-2E9C-101B-9397-08002B2CF9AE}" pid="8" name="sflag">
    <vt:lpwstr>1678373657</vt:lpwstr>
  </property>
  <property fmtid="{D5CDD505-2E9C-101B-9397-08002B2CF9AE}" pid="9" name="MSIP_Label_228ef38c-4357-49c8-b2ae-c9cdaf411188_Enabled">
    <vt:lpwstr>true</vt:lpwstr>
  </property>
  <property fmtid="{D5CDD505-2E9C-101B-9397-08002B2CF9AE}" pid="10" name="MSIP_Label_228ef38c-4357-49c8-b2ae-c9cdaf411188_SetDate">
    <vt:lpwstr>2023-08-18T20:22:30Z</vt:lpwstr>
  </property>
  <property fmtid="{D5CDD505-2E9C-101B-9397-08002B2CF9AE}" pid="11" name="MSIP_Label_228ef38c-4357-49c8-b2ae-c9cdaf411188_Method">
    <vt:lpwstr>Privileged</vt:lpwstr>
  </property>
  <property fmtid="{D5CDD505-2E9C-101B-9397-08002B2CF9AE}" pid="12" name="MSIP_Label_228ef38c-4357-49c8-b2ae-c9cdaf411188_Name">
    <vt:lpwstr>Personal</vt:lpwstr>
  </property>
  <property fmtid="{D5CDD505-2E9C-101B-9397-08002B2CF9AE}" pid="13" name="MSIP_Label_228ef38c-4357-49c8-b2ae-c9cdaf411188_SiteId">
    <vt:lpwstr>038018c3-616c-4b46-ad9b-aa9007f701b5</vt:lpwstr>
  </property>
  <property fmtid="{D5CDD505-2E9C-101B-9397-08002B2CF9AE}" pid="14" name="MSIP_Label_228ef38c-4357-49c8-b2ae-c9cdaf411188_ActionId">
    <vt:lpwstr>55571ca2-5162-4652-a489-cea3d1e62b92</vt:lpwstr>
  </property>
  <property fmtid="{D5CDD505-2E9C-101B-9397-08002B2CF9AE}" pid="15" name="MSIP_Label_228ef38c-4357-49c8-b2ae-c9cdaf411188_ContentBits">
    <vt:lpwstr>1</vt:lpwstr>
  </property>
  <property fmtid="{D5CDD505-2E9C-101B-9397-08002B2CF9AE}" pid="16" name="ClassificationContentMarkingHeaderLocations">
    <vt:lpwstr>1_Title Slide:3\Chart page:3\4_Chart page:5\End page:3\章节页:46\5_Chart page:5\6_Chart page:5\7_Chart page:5\8_Chart page:5\13_Chart page:5\14_Chart page:5\21_Chart page:5\22_Chart page:5\23_Chart page:5\24_Chart page:5\25_Chart page:5\3_章节页:5\6_章节页:5\28_Ch</vt:lpwstr>
  </property>
  <property fmtid="{D5CDD505-2E9C-101B-9397-08002B2CF9AE}" pid="17" name="ClassificationContentMarkingHeaderText">
    <vt:lpwstr>Documento: Personal</vt:lpwstr>
  </property>
</Properties>
</file>