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tiff" ContentType="image/tiff"/>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slideMasters/slideMaster10.xml" ContentType="application/vnd.openxmlformats-officedocument.presentationml.slideMaster+xml"/>
  <Override PartName="/ppt/slideMasters/slideMaster11.xml" ContentType="application/vnd.openxmlformats-officedocument.presentationml.slideMaster+xml"/>
  <Override PartName="/ppt/slideMasters/slideMaster12.xml" ContentType="application/vnd.openxmlformats-officedocument.presentationml.slideMaster+xml"/>
  <Override PartName="/ppt/slideMasters/slideMaster13.xml" ContentType="application/vnd.openxmlformats-officedocument.presentationml.slideMaster+xml"/>
  <Override PartName="/ppt/slideMasters/slideMaster14.xml" ContentType="application/vnd.openxmlformats-officedocument.presentationml.slideMaster+xml"/>
  <Override PartName="/ppt/slideMasters/slideMaster15.xml" ContentType="application/vnd.openxmlformats-officedocument.presentationml.slideMaster+xml"/>
  <Override PartName="/ppt/slideMasters/slideMaster16.xml" ContentType="application/vnd.openxmlformats-officedocument.presentationml.slideMaster+xml"/>
  <Override PartName="/ppt/slideMasters/slideMaster17.xml" ContentType="application/vnd.openxmlformats-officedocument.presentationml.slideMaster+xml"/>
  <Override PartName="/ppt/slideMasters/slideMaster18.xml" ContentType="application/vnd.openxmlformats-officedocument.presentationml.slideMaster+xml"/>
  <Override PartName="/ppt/slideMasters/slideMaster19.xml" ContentType="application/vnd.openxmlformats-officedocument.presentationml.slideMaster+xml"/>
  <Override PartName="/ppt/slideMasters/slideMaster20.xml" ContentType="application/vnd.openxmlformats-officedocument.presentationml.slideMaster+xml"/>
  <Override PartName="/ppt/slideMasters/slideMaster21.xml" ContentType="application/vnd.openxmlformats-officedocument.presentationml.slideMaster+xml"/>
  <Override PartName="/ppt/slideMasters/slideMaster2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slideLayouts/slideLayout6.xml" ContentType="application/vnd.openxmlformats-officedocument.presentationml.slideLayout+xml"/>
  <Override PartName="/ppt/theme/theme3.xml" ContentType="application/vnd.openxmlformats-officedocument.theme+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4.xml" ContentType="application/vnd.openxmlformats-officedocument.theme+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theme/theme5.xml" ContentType="application/vnd.openxmlformats-officedocument.theme+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theme/theme6.xml" ContentType="application/vnd.openxmlformats-officedocument.theme+xml"/>
  <Override PartName="/ppt/slideLayouts/slideLayout45.xml" ContentType="application/vnd.openxmlformats-officedocument.presentationml.slideLayout+xml"/>
  <Override PartName="/ppt/theme/theme7.xml" ContentType="application/vnd.openxmlformats-officedocument.theme+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theme/theme8.xml" ContentType="application/vnd.openxmlformats-officedocument.theme+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theme/theme9.xml" ContentType="application/vnd.openxmlformats-officedocument.theme+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theme/theme10.xml" ContentType="application/vnd.openxmlformats-officedocument.theme+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theme/theme11.xml" ContentType="application/vnd.openxmlformats-officedocument.theme+xml"/>
  <Override PartName="/ppt/theme/theme12.xml" ContentType="application/vnd.openxmlformats-officedocument.theme+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theme/theme13.xml" ContentType="application/vnd.openxmlformats-officedocument.theme+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theme/theme14.xml" ContentType="application/vnd.openxmlformats-officedocument.theme+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theme/theme15.xml" ContentType="application/vnd.openxmlformats-officedocument.theme+xml"/>
  <Override PartName="/ppt/slideLayouts/slideLayout83.xml" ContentType="application/vnd.openxmlformats-officedocument.presentationml.slideLayout+xml"/>
  <Override PartName="/ppt/theme/theme16.xml" ContentType="application/vnd.openxmlformats-officedocument.theme+xml"/>
  <Override PartName="/ppt/theme/theme17.xml" ContentType="application/vnd.openxmlformats-officedocument.theme+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theme/theme18.xml" ContentType="application/vnd.openxmlformats-officedocument.theme+xml"/>
  <Override PartName="/ppt/slideLayouts/slideLayout88.xml" ContentType="application/vnd.openxmlformats-officedocument.presentationml.slideLayout+xml"/>
  <Override PartName="/ppt/theme/theme19.xml" ContentType="application/vnd.openxmlformats-officedocument.theme+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theme/theme20.xml" ContentType="application/vnd.openxmlformats-officedocument.theme+xml"/>
  <Override PartName="/ppt/theme/theme21.xml" ContentType="application/vnd.openxmlformats-officedocument.theme+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slideLayouts/slideLayout102.xml" ContentType="application/vnd.openxmlformats-officedocument.presentationml.slideLayout+xml"/>
  <Override PartName="/ppt/slideLayouts/slideLayout103.xml" ContentType="application/vnd.openxmlformats-officedocument.presentationml.slideLayout+xml"/>
  <Override PartName="/ppt/theme/theme22.xml" ContentType="application/vnd.openxmlformats-officedocument.theme+xml"/>
  <Override PartName="/ppt/theme/theme23.xml" ContentType="application/vnd.openxmlformats-officedocument.theme+xml"/>
  <Override PartName="/ppt/theme/theme2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authors.xml" ContentType="application/vnd.ms-powerpoint.authors+xml"/>
  <Override PartName="/ppt/changesInfos/changesInfo1.xml" ContentType="application/vnd.ms-powerpoint.changesinfo+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93" r:id="rId1"/>
    <p:sldMasterId id="2147483797" r:id="rId2"/>
    <p:sldMasterId id="2147483816" r:id="rId3"/>
    <p:sldMasterId id="2147483683" r:id="rId4"/>
    <p:sldMasterId id="2147483914" r:id="rId5"/>
    <p:sldMasterId id="2147483990" r:id="rId6"/>
    <p:sldMasterId id="2147483997" r:id="rId7"/>
    <p:sldMasterId id="2147484001" r:id="rId8"/>
    <p:sldMasterId id="2147484007" r:id="rId9"/>
    <p:sldMasterId id="2147484037" r:id="rId10"/>
    <p:sldMasterId id="2147484045" r:id="rId11"/>
    <p:sldMasterId id="2147484116" r:id="rId12"/>
    <p:sldMasterId id="2147484118" r:id="rId13"/>
    <p:sldMasterId id="2147484126" r:id="rId14"/>
    <p:sldMasterId id="2147484134" r:id="rId15"/>
    <p:sldMasterId id="2147484142" r:id="rId16"/>
    <p:sldMasterId id="2147484145" r:id="rId17"/>
    <p:sldMasterId id="2147484150" r:id="rId18"/>
    <p:sldMasterId id="2147484158" r:id="rId19"/>
    <p:sldMasterId id="2147484166" r:id="rId20"/>
    <p:sldMasterId id="2147484179" r:id="rId21"/>
    <p:sldMasterId id="2147484220" r:id="rId22"/>
  </p:sldMasterIdLst>
  <p:notesMasterIdLst>
    <p:notesMasterId r:id="rId30"/>
  </p:notesMasterIdLst>
  <p:handoutMasterIdLst>
    <p:handoutMasterId r:id="rId31"/>
  </p:handoutMasterIdLst>
  <p:sldIdLst>
    <p:sldId id="2678" r:id="rId23"/>
    <p:sldId id="2674" r:id="rId24"/>
    <p:sldId id="2703" r:id="rId25"/>
    <p:sldId id="2687" r:id="rId26"/>
    <p:sldId id="2675" r:id="rId27"/>
    <p:sldId id="2686" r:id="rId28"/>
    <p:sldId id="2676" r:id="rId29"/>
  </p:sldIdLst>
  <p:sldSz cx="12196763" cy="6858000"/>
  <p:notesSz cx="7104063" cy="10234613"/>
  <p:defaultTextStyle>
    <a:defPPr>
      <a:defRPr lang="en-US"/>
    </a:defPPr>
    <a:lvl1pPr marL="0" algn="l" defTabSz="914478" rtl="0" eaLnBrk="1" latinLnBrk="0" hangingPunct="1">
      <a:defRPr sz="1800" kern="1200">
        <a:solidFill>
          <a:schemeClr val="tx1"/>
        </a:solidFill>
        <a:latin typeface="+mn-lt"/>
        <a:ea typeface="+mn-ea"/>
        <a:cs typeface="+mn-cs"/>
      </a:defRPr>
    </a:lvl1pPr>
    <a:lvl2pPr marL="457240" algn="l" defTabSz="914478" rtl="0" eaLnBrk="1" latinLnBrk="0" hangingPunct="1">
      <a:defRPr sz="1800" kern="1200">
        <a:solidFill>
          <a:schemeClr val="tx1"/>
        </a:solidFill>
        <a:latin typeface="+mn-lt"/>
        <a:ea typeface="+mn-ea"/>
        <a:cs typeface="+mn-cs"/>
      </a:defRPr>
    </a:lvl2pPr>
    <a:lvl3pPr marL="914478" algn="l" defTabSz="914478" rtl="0" eaLnBrk="1" latinLnBrk="0" hangingPunct="1">
      <a:defRPr sz="1800" kern="1200">
        <a:solidFill>
          <a:schemeClr val="tx1"/>
        </a:solidFill>
        <a:latin typeface="+mn-lt"/>
        <a:ea typeface="+mn-ea"/>
        <a:cs typeface="+mn-cs"/>
      </a:defRPr>
    </a:lvl3pPr>
    <a:lvl4pPr marL="1371718" algn="l" defTabSz="914478" rtl="0" eaLnBrk="1" latinLnBrk="0" hangingPunct="1">
      <a:defRPr sz="1800" kern="1200">
        <a:solidFill>
          <a:schemeClr val="tx1"/>
        </a:solidFill>
        <a:latin typeface="+mn-lt"/>
        <a:ea typeface="+mn-ea"/>
        <a:cs typeface="+mn-cs"/>
      </a:defRPr>
    </a:lvl4pPr>
    <a:lvl5pPr marL="1828957" algn="l" defTabSz="914478" rtl="0" eaLnBrk="1" latinLnBrk="0" hangingPunct="1">
      <a:defRPr sz="1800" kern="1200">
        <a:solidFill>
          <a:schemeClr val="tx1"/>
        </a:solidFill>
        <a:latin typeface="+mn-lt"/>
        <a:ea typeface="+mn-ea"/>
        <a:cs typeface="+mn-cs"/>
      </a:defRPr>
    </a:lvl5pPr>
    <a:lvl6pPr marL="2286196" algn="l" defTabSz="914478" rtl="0" eaLnBrk="1" latinLnBrk="0" hangingPunct="1">
      <a:defRPr sz="1800" kern="1200">
        <a:solidFill>
          <a:schemeClr val="tx1"/>
        </a:solidFill>
        <a:latin typeface="+mn-lt"/>
        <a:ea typeface="+mn-ea"/>
        <a:cs typeface="+mn-cs"/>
      </a:defRPr>
    </a:lvl6pPr>
    <a:lvl7pPr marL="2743435" algn="l" defTabSz="914478" rtl="0" eaLnBrk="1" latinLnBrk="0" hangingPunct="1">
      <a:defRPr sz="1800" kern="1200">
        <a:solidFill>
          <a:schemeClr val="tx1"/>
        </a:solidFill>
        <a:latin typeface="+mn-lt"/>
        <a:ea typeface="+mn-ea"/>
        <a:cs typeface="+mn-cs"/>
      </a:defRPr>
    </a:lvl7pPr>
    <a:lvl8pPr marL="3200675" algn="l" defTabSz="914478" rtl="0" eaLnBrk="1" latinLnBrk="0" hangingPunct="1">
      <a:defRPr sz="1800" kern="1200">
        <a:solidFill>
          <a:schemeClr val="tx1"/>
        </a:solidFill>
        <a:latin typeface="+mn-lt"/>
        <a:ea typeface="+mn-ea"/>
        <a:cs typeface="+mn-cs"/>
      </a:defRPr>
    </a:lvl8pPr>
    <a:lvl9pPr marL="3657913" algn="l" defTabSz="914478" rtl="0" eaLnBrk="1" latinLnBrk="0" hangingPunct="1">
      <a:defRPr sz="1800" kern="1200">
        <a:solidFill>
          <a:schemeClr val="tx1"/>
        </a:solidFill>
        <a:latin typeface="+mn-lt"/>
        <a:ea typeface="+mn-ea"/>
        <a:cs typeface="+mn-cs"/>
      </a:defRPr>
    </a:lvl9pPr>
  </p:defaultTextStyle>
  <p:extLst>
    <p:ext uri="{EFAFB233-063F-42B5-8137-9DF3F51BA10A}">
      <p15:sldGuideLst xmlns="" xmlns:p15="http://schemas.microsoft.com/office/powerpoint/2012/main">
        <p15:guide id="5" pos="3701" userDrawn="1">
          <p15:clr>
            <a:srgbClr val="A4A3A4"/>
          </p15:clr>
        </p15:guide>
        <p15:guide id="6" orient="horz" pos="2159" userDrawn="1">
          <p15:clr>
            <a:srgbClr val="A4A3A4"/>
          </p15:clr>
        </p15:guide>
        <p15:guide id="7" pos="3539" userDrawn="1">
          <p15:clr>
            <a:srgbClr val="A4A3A4"/>
          </p15:clr>
        </p15:guide>
      </p15:sldGuideLst>
    </p:ext>
    <p:ext uri="{2D200454-40CA-4A62-9FC3-DE9A4176ACB9}">
      <p15:notesGuideLst xmlns=""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B68D29E0-DB07-FFCA-441F-CA23DE98F047}" name="Bondio Andres German" initials="BAG" userId="S::abondio@gcgestion.com.ar::e077eb19-a58e-4f43-8d77-d46f2d270b92"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1" name="Wuziyu(Ben,Cloud)" initials="W" lastIdx="0" clrIdx="0">
    <p:extLst>
      <p:ext uri="{19B8F6BF-5375-455C-9EA6-DF929625EA0E}">
        <p15:presenceInfo xmlns="" xmlns:p15="http://schemas.microsoft.com/office/powerpoint/2012/main" userId="S-1-5-21-147214757-305610072-1517763936-282542"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1687C7"/>
    <a:srgbClr val="0069B8"/>
    <a:srgbClr val="1688C7"/>
    <a:srgbClr val="FFFFFF"/>
    <a:srgbClr val="006EC0"/>
    <a:srgbClr val="0060A8"/>
    <a:srgbClr val="00518E"/>
    <a:srgbClr val="188BCA"/>
    <a:srgbClr val="007AD6"/>
    <a:srgbClr val="0062A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 xmlns:p15="http://schemas.microsoft.com/office/powerpoint/2012/main" val="1"/>
    </p:ext>
  </p:extLst>
</p:presentationPr>
</file>

<file path=ppt/tableStyles.xml><?xml version="1.0" encoding="utf-8"?>
<a:tblStyleLst xmlns:a="http://schemas.openxmlformats.org/drawingml/2006/main" def="{72833802-FEF1-4C79-8D5D-14CF1EAF98D9}">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E8034E78-7F5D-4C2E-B375-FC64B27BC917}" styleName="Dark Style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left>
            <a:ln w="25400" cmpd="sng">
              <a:solidFill>
                <a:schemeClr val="lt1"/>
              </a:solidFill>
            </a:ln>
          </a:left>
        </a:tcBdr>
        <a:fill>
          <a:solidFill>
            <a:schemeClr val="dk1">
              <a:tint val="60000"/>
            </a:schemeClr>
          </a:solidFill>
        </a:fill>
      </a:tcStyle>
    </a:lastCol>
    <a:firstCol>
      <a:tcTxStyle b="on"/>
      <a:tcStyle>
        <a:tcBdr>
          <a:right>
            <a:ln w="25400" cmpd="sng">
              <a:solidFill>
                <a:schemeClr val="lt1"/>
              </a:solidFill>
            </a:ln>
          </a:right>
        </a:tcBdr>
        <a:fill>
          <a:solidFill>
            <a:schemeClr val="dk1">
              <a:tint val="60000"/>
            </a:schemeClr>
          </a:solidFill>
        </a:fill>
      </a:tcStyle>
    </a:firstCol>
    <a:lastRow>
      <a:tcTxStyle b="on"/>
      <a:tcStyle>
        <a:tcBdr>
          <a:top>
            <a:ln w="25400" cmpd="sng">
              <a:solidFill>
                <a:schemeClr val="lt1"/>
              </a:solidFill>
            </a:ln>
          </a:top>
        </a:tcBdr>
        <a:fill>
          <a:solidFill>
            <a:schemeClr val="dk1">
              <a:tint val="6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EB9631B5-78F2-41C9-869B-9F39066F8104}" styleName="Medium Style 3 - Accent 4">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4"/>
          </a:solidFill>
        </a:fill>
      </a:tcStyle>
    </a:lastCol>
    <a:firstCol>
      <a:tcTxStyle b="on">
        <a:fontRef idx="minor">
          <a:scrgbClr r="0" g="0" b="0"/>
        </a:fontRef>
        <a:schemeClr val="lt1"/>
      </a:tcTxStyle>
      <a:tcStyle>
        <a:tcBdr/>
        <a:fill>
          <a:solidFill>
            <a:schemeClr val="accent4"/>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4"/>
          </a:solidFill>
        </a:fill>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5FD0F851-EC5A-4D38-B0AD-8093EC10F338}" styleName="Light Style 1 - Accent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 styleId="{D27102A9-8310-4765-A935-A1911B00CA55}" styleName="Light Style 1 - Accent 4">
    <a:wholeTbl>
      <a:tcTxStyle>
        <a:fontRef idx="minor">
          <a:scrgbClr r="0" g="0" b="0"/>
        </a:fontRef>
        <a:schemeClr val="tx1"/>
      </a:tcTxStyle>
      <a:tcStyle>
        <a:tcBdr>
          <a:left>
            <a:ln>
              <a:noFill/>
            </a:ln>
          </a:left>
          <a:right>
            <a:ln>
              <a:noFill/>
            </a:ln>
          </a:right>
          <a:top>
            <a:ln w="12700" cmpd="sng">
              <a:solidFill>
                <a:schemeClr val="accent4"/>
              </a:solidFill>
            </a:ln>
          </a:top>
          <a:bottom>
            <a:ln w="12700" cmpd="sng">
              <a:solidFill>
                <a:schemeClr val="accent4"/>
              </a:solidFill>
            </a:ln>
          </a:bottom>
          <a:insideH>
            <a:ln>
              <a:noFill/>
            </a:ln>
          </a:insideH>
          <a:insideV>
            <a:ln>
              <a:noFill/>
            </a:ln>
          </a:insideV>
        </a:tcBdr>
        <a:fill>
          <a:noFill/>
        </a:fill>
      </a:tcStyle>
    </a:wholeTbl>
    <a:band1H>
      <a:tcStyle>
        <a:tcBdr/>
        <a:fill>
          <a:solidFill>
            <a:schemeClr val="accent4">
              <a:alpha val="20000"/>
            </a:schemeClr>
          </a:solidFill>
        </a:fill>
      </a:tcStyle>
    </a:band1H>
    <a:band2H>
      <a:tcStyle>
        <a:tcBdr/>
      </a:tcStyle>
    </a:band2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12700" cmpd="sng">
              <a:solidFill>
                <a:schemeClr val="accent4"/>
              </a:solidFill>
            </a:ln>
          </a:top>
        </a:tcBdr>
        <a:fill>
          <a:noFill/>
        </a:fill>
      </a:tcStyle>
    </a:lastRow>
    <a:firstRow>
      <a:tcTxStyle b="on"/>
      <a:tcStyle>
        <a:tcBdr>
          <a:bottom>
            <a:ln w="12700" cmpd="sng">
              <a:solidFill>
                <a:schemeClr val="accent4"/>
              </a:solidFill>
            </a:ln>
          </a:bottom>
        </a:tcBdr>
        <a:fill>
          <a:noFill/>
        </a:fill>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17292A2E-F333-43FB-9621-5CBBE7FDCDCB}" styleName="Light Style 2 - Accent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5A111915-BE36-4E01-A7E5-04B1672EAD32}" styleName="Light Style 2 - Accent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 styleId="{912C8C85-51F0-491E-9774-3900AFEF0FD7}" styleName="Light Style 2 - Accent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5202B0CA-FC54-4496-8BCA-5EF66A818D29}" styleName="Dark Style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dk1">
              <a:tint val="20000"/>
            </a:schemeClr>
          </a:solidFill>
        </a:fill>
      </a:tcStyle>
    </a:lastRow>
    <a:firstRow>
      <a:tcTxStyle b="on">
        <a:fontRef idx="minor">
          <a:scrgbClr r="0" g="0" b="0"/>
        </a:fontRef>
        <a:schemeClr val="lt1"/>
      </a:tcTxStyle>
      <a:tcStyle>
        <a:tcBdr/>
        <a:fill>
          <a:solidFill>
            <a:schemeClr val="dk1"/>
          </a:solidFill>
        </a:fill>
      </a:tcStyle>
    </a:firstRow>
  </a:tblStyle>
  <a:tblStyle styleId="{E8B1032C-EA38-4F05-BA0D-38AFFFC7BED3}" styleName="Light Style 3 - Accent 6">
    <a:wholeTbl>
      <a:tcTxStyle>
        <a:fontRef idx="minor">
          <a:scrgbClr r="0" g="0" b="0"/>
        </a:fontRef>
        <a:schemeClr val="tx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noFill/>
        </a:fill>
      </a:tcStyle>
    </a:wholeTbl>
    <a:band1H>
      <a:tcStyle>
        <a:tcBdr/>
        <a:fill>
          <a:solidFill>
            <a:schemeClr val="accent6">
              <a:alpha val="20000"/>
            </a:schemeClr>
          </a:solidFill>
        </a:fill>
      </a:tcStyle>
    </a:band1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noFill/>
        </a:fill>
      </a:tcStyle>
    </a:lastRow>
    <a:firstRow>
      <a:tcTxStyle b="on"/>
      <a:tcStyle>
        <a:tcBdr>
          <a:bottom>
            <a:ln w="25400" cmpd="sng">
              <a:solidFill>
                <a:schemeClr val="accent6"/>
              </a:solidFill>
            </a:ln>
          </a:bottom>
        </a:tcBdr>
        <a:fill>
          <a:no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8255" autoAdjust="0"/>
    <p:restoredTop sz="93069" autoAdjust="0"/>
  </p:normalViewPr>
  <p:slideViewPr>
    <p:cSldViewPr snapToGrid="0" snapToObjects="1">
      <p:cViewPr varScale="1">
        <p:scale>
          <a:sx n="68" d="100"/>
          <a:sy n="68" d="100"/>
        </p:scale>
        <p:origin x="-1098" y="-102"/>
      </p:cViewPr>
      <p:guideLst>
        <p:guide orient="horz" pos="2159"/>
        <p:guide pos="3701"/>
        <p:guide pos="3539"/>
      </p:guideLst>
    </p:cSldViewPr>
  </p:slideViewPr>
  <p:outlineViewPr>
    <p:cViewPr>
      <p:scale>
        <a:sx n="33" d="100"/>
        <a:sy n="33" d="100"/>
      </p:scale>
      <p:origin x="0" y="0"/>
    </p:cViewPr>
  </p:outlineViewPr>
  <p:notesTextViewPr>
    <p:cViewPr>
      <p:scale>
        <a:sx n="3" d="2"/>
        <a:sy n="3" d="2"/>
      </p:scale>
      <p:origin x="0" y="0"/>
    </p:cViewPr>
  </p:notesTextViewPr>
  <p:sorterViewPr>
    <p:cViewPr>
      <p:scale>
        <a:sx n="66" d="100"/>
        <a:sy n="66" d="100"/>
      </p:scale>
      <p:origin x="0" y="0"/>
    </p:cViewPr>
  </p:sorterViewPr>
  <p:notesViewPr>
    <p:cSldViewPr snapToGrid="0" snapToObjects="1">
      <p:cViewPr varScale="1">
        <p:scale>
          <a:sx n="43" d="100"/>
          <a:sy n="43" d="100"/>
        </p:scale>
        <p:origin x="2840" y="20"/>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Master" Target="slideMasters/slideMaster13.xml"/><Relationship Id="rId18" Type="http://schemas.openxmlformats.org/officeDocument/2006/relationships/slideMaster" Target="slideMasters/slideMaster18.xml"/><Relationship Id="rId26" Type="http://schemas.openxmlformats.org/officeDocument/2006/relationships/slide" Target="slides/slide4.xml"/><Relationship Id="rId21" Type="http://schemas.openxmlformats.org/officeDocument/2006/relationships/slideMaster" Target="slideMasters/slideMaster21.xml"/><Relationship Id="rId34" Type="http://schemas.openxmlformats.org/officeDocument/2006/relationships/viewProps" Target="viewProps.xml"/><Relationship Id="rId7" Type="http://schemas.openxmlformats.org/officeDocument/2006/relationships/slideMaster" Target="slideMasters/slideMaster7.xml"/><Relationship Id="rId12" Type="http://schemas.openxmlformats.org/officeDocument/2006/relationships/slideMaster" Target="slideMasters/slideMaster12.xml"/><Relationship Id="rId17" Type="http://schemas.openxmlformats.org/officeDocument/2006/relationships/slideMaster" Target="slideMasters/slideMaster17.xml"/><Relationship Id="rId25" Type="http://schemas.openxmlformats.org/officeDocument/2006/relationships/slide" Target="slides/slide3.xml"/><Relationship Id="rId33" Type="http://schemas.openxmlformats.org/officeDocument/2006/relationships/presProps" Target="presProps.xml"/><Relationship Id="rId2" Type="http://schemas.openxmlformats.org/officeDocument/2006/relationships/slideMaster" Target="slideMasters/slideMaster2.xml"/><Relationship Id="rId16" Type="http://schemas.openxmlformats.org/officeDocument/2006/relationships/slideMaster" Target="slideMasters/slideMaster16.xml"/><Relationship Id="rId20" Type="http://schemas.openxmlformats.org/officeDocument/2006/relationships/slideMaster" Target="slideMasters/slideMaster20.xml"/><Relationship Id="rId29" Type="http://schemas.openxmlformats.org/officeDocument/2006/relationships/slide" Target="slides/slide7.xml"/><Relationship Id="rId1" Type="http://schemas.openxmlformats.org/officeDocument/2006/relationships/slideMaster" Target="slideMasters/slideMaster1.xml"/><Relationship Id="rId6" Type="http://schemas.openxmlformats.org/officeDocument/2006/relationships/slideMaster" Target="slideMasters/slideMaster6.xml"/><Relationship Id="rId11" Type="http://schemas.openxmlformats.org/officeDocument/2006/relationships/slideMaster" Target="slideMasters/slideMaster11.xml"/><Relationship Id="rId24" Type="http://schemas.openxmlformats.org/officeDocument/2006/relationships/slide" Target="slides/slide2.xml"/><Relationship Id="rId32" Type="http://schemas.openxmlformats.org/officeDocument/2006/relationships/commentAuthors" Target="commentAuthors.xml"/><Relationship Id="rId5" Type="http://schemas.openxmlformats.org/officeDocument/2006/relationships/slideMaster" Target="slideMasters/slideMaster5.xml"/><Relationship Id="rId15" Type="http://schemas.openxmlformats.org/officeDocument/2006/relationships/slideMaster" Target="slideMasters/slideMaster15.xml"/><Relationship Id="rId23" Type="http://schemas.openxmlformats.org/officeDocument/2006/relationships/slide" Target="slides/slide1.xml"/><Relationship Id="rId28" Type="http://schemas.openxmlformats.org/officeDocument/2006/relationships/slide" Target="slides/slide6.xml"/><Relationship Id="rId36" Type="http://schemas.openxmlformats.org/officeDocument/2006/relationships/tableStyles" Target="tableStyles.xml"/><Relationship Id="rId10" Type="http://schemas.openxmlformats.org/officeDocument/2006/relationships/slideMaster" Target="slideMasters/slideMaster10.xml"/><Relationship Id="rId19" Type="http://schemas.openxmlformats.org/officeDocument/2006/relationships/slideMaster" Target="slideMasters/slideMaster19.xml"/><Relationship Id="rId31" Type="http://schemas.openxmlformats.org/officeDocument/2006/relationships/handoutMaster" Target="handoutMasters/handoutMaster1.xml"/><Relationship Id="rId44" Type="http://schemas.microsoft.com/office/2018/10/relationships/authors" Target="authors.xml"/><Relationship Id="rId4" Type="http://schemas.openxmlformats.org/officeDocument/2006/relationships/slideMaster" Target="slideMasters/slideMaster4.xml"/><Relationship Id="rId9" Type="http://schemas.openxmlformats.org/officeDocument/2006/relationships/slideMaster" Target="slideMasters/slideMaster9.xml"/><Relationship Id="rId14" Type="http://schemas.openxmlformats.org/officeDocument/2006/relationships/slideMaster" Target="slideMasters/slideMaster14.xml"/><Relationship Id="rId22" Type="http://schemas.openxmlformats.org/officeDocument/2006/relationships/slideMaster" Target="slideMasters/slideMaster22.xml"/><Relationship Id="rId27" Type="http://schemas.openxmlformats.org/officeDocument/2006/relationships/slide" Target="slides/slide5.xml"/><Relationship Id="rId30" Type="http://schemas.openxmlformats.org/officeDocument/2006/relationships/notesMaster" Target="notesMasters/notesMaster1.xml"/><Relationship Id="rId35" Type="http://schemas.openxmlformats.org/officeDocument/2006/relationships/theme" Target="theme/theme1.xml"/><Relationship Id="rId43" Type="http://schemas.microsoft.com/office/2016/11/relationships/changesInfo" Target="changesInfos/changesInfo1.xml"/><Relationship Id="rId8" Type="http://schemas.openxmlformats.org/officeDocument/2006/relationships/slideMaster" Target="slideMasters/slideMaster8.xml"/><Relationship Id="rId3" Type="http://schemas.openxmlformats.org/officeDocument/2006/relationships/slideMaster" Target="slideMasters/slideMaster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Bondio Andres German" userId="e077eb19-a58e-4f43-8d77-d46f2d270b92" providerId="ADAL" clId="{B838CCD1-A557-4104-8659-6E25C01346D2}"/>
    <pc:docChg chg="delSld modSld">
      <pc:chgData name="Bondio Andres German" userId="e077eb19-a58e-4f43-8d77-d46f2d270b92" providerId="ADAL" clId="{B838CCD1-A557-4104-8659-6E25C01346D2}" dt="2023-08-18T02:41:48.434" v="6" actId="47"/>
      <pc:docMkLst>
        <pc:docMk/>
      </pc:docMkLst>
      <pc:sldChg chg="del">
        <pc:chgData name="Bondio Andres German" userId="e077eb19-a58e-4f43-8d77-d46f2d270b92" providerId="ADAL" clId="{B838CCD1-A557-4104-8659-6E25C01346D2}" dt="2023-08-18T02:41:06.535" v="0" actId="47"/>
        <pc:sldMkLst>
          <pc:docMk/>
          <pc:sldMk cId="3127738262" sldId="2664"/>
        </pc:sldMkLst>
      </pc:sldChg>
      <pc:sldChg chg="del">
        <pc:chgData name="Bondio Andres German" userId="e077eb19-a58e-4f43-8d77-d46f2d270b92" providerId="ADAL" clId="{B838CCD1-A557-4104-8659-6E25C01346D2}" dt="2023-08-18T02:41:06.535" v="0" actId="47"/>
        <pc:sldMkLst>
          <pc:docMk/>
          <pc:sldMk cId="1033924672" sldId="2665"/>
        </pc:sldMkLst>
      </pc:sldChg>
      <pc:sldChg chg="del">
        <pc:chgData name="Bondio Andres German" userId="e077eb19-a58e-4f43-8d77-d46f2d270b92" providerId="ADAL" clId="{B838CCD1-A557-4104-8659-6E25C01346D2}" dt="2023-08-18T02:41:06.535" v="0" actId="47"/>
        <pc:sldMkLst>
          <pc:docMk/>
          <pc:sldMk cId="3971083214" sldId="2670"/>
        </pc:sldMkLst>
      </pc:sldChg>
      <pc:sldChg chg="del">
        <pc:chgData name="Bondio Andres German" userId="e077eb19-a58e-4f43-8d77-d46f2d270b92" providerId="ADAL" clId="{B838CCD1-A557-4104-8659-6E25C01346D2}" dt="2023-08-18T02:41:06.535" v="0" actId="47"/>
        <pc:sldMkLst>
          <pc:docMk/>
          <pc:sldMk cId="1633464778" sldId="2672"/>
        </pc:sldMkLst>
      </pc:sldChg>
      <pc:sldChg chg="del">
        <pc:chgData name="Bondio Andres German" userId="e077eb19-a58e-4f43-8d77-d46f2d270b92" providerId="ADAL" clId="{B838CCD1-A557-4104-8659-6E25C01346D2}" dt="2023-08-18T02:41:06.535" v="0" actId="47"/>
        <pc:sldMkLst>
          <pc:docMk/>
          <pc:sldMk cId="2646942607" sldId="2673"/>
        </pc:sldMkLst>
      </pc:sldChg>
      <pc:sldChg chg="modNotesTx">
        <pc:chgData name="Bondio Andres German" userId="e077eb19-a58e-4f43-8d77-d46f2d270b92" providerId="ADAL" clId="{B838CCD1-A557-4104-8659-6E25C01346D2}" dt="2023-08-18T02:41:23.646" v="2" actId="6549"/>
        <pc:sldMkLst>
          <pc:docMk/>
          <pc:sldMk cId="671276649" sldId="2674"/>
        </pc:sldMkLst>
      </pc:sldChg>
      <pc:sldChg chg="del">
        <pc:chgData name="Bondio Andres German" userId="e077eb19-a58e-4f43-8d77-d46f2d270b92" providerId="ADAL" clId="{B838CCD1-A557-4104-8659-6E25C01346D2}" dt="2023-08-18T02:41:06.535" v="0" actId="47"/>
        <pc:sldMkLst>
          <pc:docMk/>
          <pc:sldMk cId="2518211618" sldId="2680"/>
        </pc:sldMkLst>
      </pc:sldChg>
      <pc:sldChg chg="del">
        <pc:chgData name="Bondio Andres German" userId="e077eb19-a58e-4f43-8d77-d46f2d270b92" providerId="ADAL" clId="{B838CCD1-A557-4104-8659-6E25C01346D2}" dt="2023-08-18T02:41:06.535" v="0" actId="47"/>
        <pc:sldMkLst>
          <pc:docMk/>
          <pc:sldMk cId="447128171" sldId="2681"/>
        </pc:sldMkLst>
      </pc:sldChg>
      <pc:sldChg chg="del">
        <pc:chgData name="Bondio Andres German" userId="e077eb19-a58e-4f43-8d77-d46f2d270b92" providerId="ADAL" clId="{B838CCD1-A557-4104-8659-6E25C01346D2}" dt="2023-08-18T02:41:48.434" v="6" actId="47"/>
        <pc:sldMkLst>
          <pc:docMk/>
          <pc:sldMk cId="2793595032" sldId="2682"/>
        </pc:sldMkLst>
      </pc:sldChg>
      <pc:sldChg chg="del">
        <pc:chgData name="Bondio Andres German" userId="e077eb19-a58e-4f43-8d77-d46f2d270b92" providerId="ADAL" clId="{B838CCD1-A557-4104-8659-6E25C01346D2}" dt="2023-08-18T02:41:06.535" v="0" actId="47"/>
        <pc:sldMkLst>
          <pc:docMk/>
          <pc:sldMk cId="3989332695" sldId="2685"/>
        </pc:sldMkLst>
      </pc:sldChg>
      <pc:sldChg chg="del">
        <pc:chgData name="Bondio Andres German" userId="e077eb19-a58e-4f43-8d77-d46f2d270b92" providerId="ADAL" clId="{B838CCD1-A557-4104-8659-6E25C01346D2}" dt="2023-08-18T02:41:46.059" v="4" actId="47"/>
        <pc:sldMkLst>
          <pc:docMk/>
          <pc:sldMk cId="349814131" sldId="2688"/>
        </pc:sldMkLst>
      </pc:sldChg>
      <pc:sldChg chg="modNotesTx">
        <pc:chgData name="Bondio Andres German" userId="e077eb19-a58e-4f43-8d77-d46f2d270b92" providerId="ADAL" clId="{B838CCD1-A557-4104-8659-6E25C01346D2}" dt="2023-08-18T02:41:42.443" v="3" actId="6549"/>
        <pc:sldMkLst>
          <pc:docMk/>
          <pc:sldMk cId="4045632860" sldId="2690"/>
        </pc:sldMkLst>
      </pc:sldChg>
      <pc:sldChg chg="del">
        <pc:chgData name="Bondio Andres German" userId="e077eb19-a58e-4f43-8d77-d46f2d270b92" providerId="ADAL" clId="{B838CCD1-A557-4104-8659-6E25C01346D2}" dt="2023-08-18T02:41:47.423" v="5" actId="47"/>
        <pc:sldMkLst>
          <pc:docMk/>
          <pc:sldMk cId="127594965" sldId="2704"/>
        </pc:sldMkLst>
      </pc:sldChg>
      <pc:sldChg chg="del">
        <pc:chgData name="Bondio Andres German" userId="e077eb19-a58e-4f43-8d77-d46f2d270b92" providerId="ADAL" clId="{B838CCD1-A557-4104-8659-6E25C01346D2}" dt="2023-08-18T02:41:06.535" v="0" actId="47"/>
        <pc:sldMkLst>
          <pc:docMk/>
          <pc:sldMk cId="2632800895" sldId="2705"/>
        </pc:sldMkLst>
      </pc:sldChg>
      <pc:sldChg chg="del">
        <pc:chgData name="Bondio Andres German" userId="e077eb19-a58e-4f43-8d77-d46f2d270b92" providerId="ADAL" clId="{B838CCD1-A557-4104-8659-6E25C01346D2}" dt="2023-08-18T02:41:06.535" v="0" actId="47"/>
        <pc:sldMkLst>
          <pc:docMk/>
          <pc:sldMk cId="356073675" sldId="2706"/>
        </pc:sldMkLst>
      </pc:sldChg>
      <pc:sldChg chg="del">
        <pc:chgData name="Bondio Andres German" userId="e077eb19-a58e-4f43-8d77-d46f2d270b92" providerId="ADAL" clId="{B838CCD1-A557-4104-8659-6E25C01346D2}" dt="2023-08-18T02:41:06.535" v="0" actId="47"/>
        <pc:sldMkLst>
          <pc:docMk/>
          <pc:sldMk cId="800413683" sldId="2707"/>
        </pc:sldMkLst>
      </pc:sldChg>
      <pc:sldChg chg="del">
        <pc:chgData name="Bondio Andres German" userId="e077eb19-a58e-4f43-8d77-d46f2d270b92" providerId="ADAL" clId="{B838CCD1-A557-4104-8659-6E25C01346D2}" dt="2023-08-18T02:41:06.535" v="0" actId="47"/>
        <pc:sldMkLst>
          <pc:docMk/>
          <pc:sldMk cId="4229300861" sldId="2708"/>
        </pc:sldMkLst>
      </pc:sldChg>
      <pc:sldChg chg="del">
        <pc:chgData name="Bondio Andres German" userId="e077eb19-a58e-4f43-8d77-d46f2d270b92" providerId="ADAL" clId="{B838CCD1-A557-4104-8659-6E25C01346D2}" dt="2023-08-18T02:41:06.535" v="0" actId="47"/>
        <pc:sldMkLst>
          <pc:docMk/>
          <pc:sldMk cId="3913720101" sldId="2710"/>
        </pc:sldMkLst>
      </pc:sldChg>
      <pc:sldChg chg="del">
        <pc:chgData name="Bondio Andres German" userId="e077eb19-a58e-4f43-8d77-d46f2d270b92" providerId="ADAL" clId="{B838CCD1-A557-4104-8659-6E25C01346D2}" dt="2023-08-18T02:41:06.535" v="0" actId="47"/>
        <pc:sldMkLst>
          <pc:docMk/>
          <pc:sldMk cId="3280477966" sldId="2713"/>
        </pc:sldMkLst>
      </pc:sldChg>
      <pc:sldChg chg="del">
        <pc:chgData name="Bondio Andres German" userId="e077eb19-a58e-4f43-8d77-d46f2d270b92" providerId="ADAL" clId="{B838CCD1-A557-4104-8659-6E25C01346D2}" dt="2023-08-18T02:41:06.535" v="0" actId="47"/>
        <pc:sldMkLst>
          <pc:docMk/>
          <pc:sldMk cId="2073084887" sldId="2714"/>
        </pc:sldMkLst>
      </pc:sldChg>
      <pc:sldChg chg="del">
        <pc:chgData name="Bondio Andres German" userId="e077eb19-a58e-4f43-8d77-d46f2d270b92" providerId="ADAL" clId="{B838CCD1-A557-4104-8659-6E25C01346D2}" dt="2023-08-18T02:41:06.535" v="0" actId="47"/>
        <pc:sldMkLst>
          <pc:docMk/>
          <pc:sldMk cId="2341827007" sldId="2715"/>
        </pc:sldMkLst>
      </pc:sldChg>
      <pc:sldChg chg="del">
        <pc:chgData name="Bondio Andres German" userId="e077eb19-a58e-4f43-8d77-d46f2d270b92" providerId="ADAL" clId="{B838CCD1-A557-4104-8659-6E25C01346D2}" dt="2023-08-18T02:41:06.535" v="0" actId="47"/>
        <pc:sldMkLst>
          <pc:docMk/>
          <pc:sldMk cId="356124332" sldId="2716"/>
        </pc:sldMkLst>
      </pc:sldChg>
      <pc:sldChg chg="del">
        <pc:chgData name="Bondio Andres German" userId="e077eb19-a58e-4f43-8d77-d46f2d270b92" providerId="ADAL" clId="{B838CCD1-A557-4104-8659-6E25C01346D2}" dt="2023-08-18T02:41:06.535" v="0" actId="47"/>
        <pc:sldMkLst>
          <pc:docMk/>
          <pc:sldMk cId="3830824223" sldId="2718"/>
        </pc:sldMkLst>
      </pc:sldChg>
      <pc:sldChg chg="modNotesTx">
        <pc:chgData name="Bondio Andres German" userId="e077eb19-a58e-4f43-8d77-d46f2d270b92" providerId="ADAL" clId="{B838CCD1-A557-4104-8659-6E25C01346D2}" dt="2023-08-18T02:41:14.462" v="1" actId="6549"/>
        <pc:sldMkLst>
          <pc:docMk/>
          <pc:sldMk cId="156818256" sldId="2719"/>
        </pc:sldMkLst>
      </pc:sldChg>
      <pc:sldChg chg="del">
        <pc:chgData name="Bondio Andres German" userId="e077eb19-a58e-4f43-8d77-d46f2d270b92" providerId="ADAL" clId="{B838CCD1-A557-4104-8659-6E25C01346D2}" dt="2023-08-18T02:41:06.535" v="0" actId="47"/>
        <pc:sldMkLst>
          <pc:docMk/>
          <pc:sldMk cId="4124839253" sldId="2720"/>
        </pc:sldMkLst>
      </pc:sldChg>
      <pc:sldChg chg="del">
        <pc:chgData name="Bondio Andres German" userId="e077eb19-a58e-4f43-8d77-d46f2d270b92" providerId="ADAL" clId="{B838CCD1-A557-4104-8659-6E25C01346D2}" dt="2023-08-18T02:41:06.535" v="0" actId="47"/>
        <pc:sldMkLst>
          <pc:docMk/>
          <pc:sldMk cId="2492242624" sldId="2721"/>
        </pc:sldMkLst>
      </pc:sldChg>
      <pc:sldChg chg="del">
        <pc:chgData name="Bondio Andres German" userId="e077eb19-a58e-4f43-8d77-d46f2d270b92" providerId="ADAL" clId="{B838CCD1-A557-4104-8659-6E25C01346D2}" dt="2023-08-18T02:41:06.535" v="0" actId="47"/>
        <pc:sldMkLst>
          <pc:docMk/>
          <pc:sldMk cId="1792576407" sldId="2722"/>
        </pc:sldMkLst>
      </pc:sldChg>
      <pc:sldChg chg="del">
        <pc:chgData name="Bondio Andres German" userId="e077eb19-a58e-4f43-8d77-d46f2d270b92" providerId="ADAL" clId="{B838CCD1-A557-4104-8659-6E25C01346D2}" dt="2023-08-18T02:41:06.535" v="0" actId="47"/>
        <pc:sldMkLst>
          <pc:docMk/>
          <pc:sldMk cId="3519768842" sldId="2723"/>
        </pc:sldMkLst>
      </pc:sldChg>
      <pc:sldChg chg="del">
        <pc:chgData name="Bondio Andres German" userId="e077eb19-a58e-4f43-8d77-d46f2d270b92" providerId="ADAL" clId="{B838CCD1-A557-4104-8659-6E25C01346D2}" dt="2023-08-18T02:41:06.535" v="0" actId="47"/>
        <pc:sldMkLst>
          <pc:docMk/>
          <pc:sldMk cId="2693795593" sldId="2724"/>
        </pc:sldMkLst>
      </pc:sldChg>
      <pc:sldChg chg="del">
        <pc:chgData name="Bondio Andres German" userId="e077eb19-a58e-4f43-8d77-d46f2d270b92" providerId="ADAL" clId="{B838CCD1-A557-4104-8659-6E25C01346D2}" dt="2023-08-18T02:41:06.535" v="0" actId="47"/>
        <pc:sldMkLst>
          <pc:docMk/>
          <pc:sldMk cId="3361723917" sldId="2725"/>
        </pc:sldMkLst>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2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 xmlns:a16="http://schemas.microsoft.com/office/drawing/2014/main" id="{8CC198DB-AFBD-584A-8986-364FF2B03F46}"/>
              </a:ext>
            </a:extLst>
          </p:cNvPr>
          <p:cNvSpPr>
            <a:spLocks noGrp="1"/>
          </p:cNvSpPr>
          <p:nvPr>
            <p:ph type="hdr" sz="quarter"/>
          </p:nvPr>
        </p:nvSpPr>
        <p:spPr>
          <a:xfrm>
            <a:off x="0" y="0"/>
            <a:ext cx="3078427" cy="513508"/>
          </a:xfrm>
          <a:prstGeom prst="rect">
            <a:avLst/>
          </a:prstGeom>
        </p:spPr>
        <p:txBody>
          <a:bodyPr vert="horz" lIns="99075" tIns="49538" rIns="99075" bIns="49538" rtlCol="0"/>
          <a:lstStyle>
            <a:lvl1pPr algn="l">
              <a:defRPr sz="1300"/>
            </a:lvl1pPr>
          </a:lstStyle>
          <a:p>
            <a:endParaRPr lang="en-US" dirty="0">
              <a:latin typeface="Arial" panose="020B0604020202020204" pitchFamily="34" charset="0"/>
            </a:endParaRPr>
          </a:p>
        </p:txBody>
      </p:sp>
      <p:sp>
        <p:nvSpPr>
          <p:cNvPr id="3" name="Date Placeholder 2">
            <a:extLst>
              <a:ext uri="{FF2B5EF4-FFF2-40B4-BE49-F238E27FC236}">
                <a16:creationId xmlns="" xmlns:a16="http://schemas.microsoft.com/office/drawing/2014/main" id="{AD01315C-523F-A043-8029-B9921497126E}"/>
              </a:ext>
            </a:extLst>
          </p:cNvPr>
          <p:cNvSpPr>
            <a:spLocks noGrp="1"/>
          </p:cNvSpPr>
          <p:nvPr>
            <p:ph type="dt" sz="quarter" idx="1"/>
          </p:nvPr>
        </p:nvSpPr>
        <p:spPr>
          <a:xfrm>
            <a:off x="4023992" y="0"/>
            <a:ext cx="3078427" cy="513508"/>
          </a:xfrm>
          <a:prstGeom prst="rect">
            <a:avLst/>
          </a:prstGeom>
        </p:spPr>
        <p:txBody>
          <a:bodyPr vert="horz" lIns="99075" tIns="49538" rIns="99075" bIns="49538" rtlCol="0"/>
          <a:lstStyle>
            <a:lvl1pPr algn="r">
              <a:defRPr sz="1300"/>
            </a:lvl1pPr>
          </a:lstStyle>
          <a:p>
            <a:fld id="{E8CF71B8-DF2A-2E41-BE66-2E18A767DA8A}" type="datetimeFigureOut">
              <a:rPr lang="en-US" smtClean="0">
                <a:latin typeface="Arial" panose="020B0604020202020204" pitchFamily="34" charset="0"/>
              </a:rPr>
              <a:t>9/15/2023</a:t>
            </a:fld>
            <a:endParaRPr lang="en-US" dirty="0">
              <a:latin typeface="Arial" panose="020B0604020202020204" pitchFamily="34" charset="0"/>
            </a:endParaRPr>
          </a:p>
        </p:txBody>
      </p:sp>
      <p:sp>
        <p:nvSpPr>
          <p:cNvPr id="4" name="Footer Placeholder 3">
            <a:extLst>
              <a:ext uri="{FF2B5EF4-FFF2-40B4-BE49-F238E27FC236}">
                <a16:creationId xmlns="" xmlns:a16="http://schemas.microsoft.com/office/drawing/2014/main" id="{B9601424-70F4-1643-8E3A-557A0258D6B6}"/>
              </a:ext>
            </a:extLst>
          </p:cNvPr>
          <p:cNvSpPr>
            <a:spLocks noGrp="1"/>
          </p:cNvSpPr>
          <p:nvPr>
            <p:ph type="ftr" sz="quarter" idx="2"/>
          </p:nvPr>
        </p:nvSpPr>
        <p:spPr>
          <a:xfrm>
            <a:off x="0" y="9721107"/>
            <a:ext cx="3078427" cy="513507"/>
          </a:xfrm>
          <a:prstGeom prst="rect">
            <a:avLst/>
          </a:prstGeom>
        </p:spPr>
        <p:txBody>
          <a:bodyPr vert="horz" lIns="99075" tIns="49538" rIns="99075" bIns="49538" rtlCol="0" anchor="b"/>
          <a:lstStyle>
            <a:lvl1pPr algn="l">
              <a:defRPr sz="1300"/>
            </a:lvl1pPr>
          </a:lstStyle>
          <a:p>
            <a:endParaRPr lang="en-US" dirty="0">
              <a:latin typeface="Arial" panose="020B0604020202020204" pitchFamily="34" charset="0"/>
            </a:endParaRPr>
          </a:p>
        </p:txBody>
      </p:sp>
      <p:sp>
        <p:nvSpPr>
          <p:cNvPr id="5" name="Slide Number Placeholder 4">
            <a:extLst>
              <a:ext uri="{FF2B5EF4-FFF2-40B4-BE49-F238E27FC236}">
                <a16:creationId xmlns="" xmlns:a16="http://schemas.microsoft.com/office/drawing/2014/main" id="{E85BF48A-FF5C-8145-95A7-EE66A87C73DF}"/>
              </a:ext>
            </a:extLst>
          </p:cNvPr>
          <p:cNvSpPr>
            <a:spLocks noGrp="1"/>
          </p:cNvSpPr>
          <p:nvPr>
            <p:ph type="sldNum" sz="quarter" idx="3"/>
          </p:nvPr>
        </p:nvSpPr>
        <p:spPr>
          <a:xfrm>
            <a:off x="4023992" y="9721107"/>
            <a:ext cx="3078427" cy="513507"/>
          </a:xfrm>
          <a:prstGeom prst="rect">
            <a:avLst/>
          </a:prstGeom>
        </p:spPr>
        <p:txBody>
          <a:bodyPr vert="horz" lIns="99075" tIns="49538" rIns="99075" bIns="49538" rtlCol="0" anchor="b"/>
          <a:lstStyle>
            <a:lvl1pPr algn="r">
              <a:defRPr sz="1300"/>
            </a:lvl1pPr>
          </a:lstStyle>
          <a:p>
            <a:fld id="{A35F0CC5-85BE-A64A-BD47-54C66F7E93E3}" type="slidenum">
              <a:rPr lang="en-US" smtClean="0">
                <a:latin typeface="Arial" panose="020B0604020202020204" pitchFamily="34" charset="0"/>
              </a:rPr>
              <a:t>‹Nº›</a:t>
            </a:fld>
            <a:endParaRPr lang="en-US" dirty="0">
              <a:latin typeface="Arial" panose="020B0604020202020204" pitchFamily="34" charset="0"/>
            </a:endParaRPr>
          </a:p>
        </p:txBody>
      </p:sp>
    </p:spTree>
    <p:extLst>
      <p:ext uri="{BB962C8B-B14F-4D97-AF65-F5344CB8AC3E}">
        <p14:creationId xmlns:p14="http://schemas.microsoft.com/office/powerpoint/2010/main" val="401909529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78427" cy="513508"/>
          </a:xfrm>
          <a:prstGeom prst="rect">
            <a:avLst/>
          </a:prstGeom>
        </p:spPr>
        <p:txBody>
          <a:bodyPr vert="horz" lIns="99075" tIns="49538" rIns="99075" bIns="49538" rtlCol="0"/>
          <a:lstStyle>
            <a:lvl1pPr algn="l">
              <a:defRPr sz="1300"/>
            </a:lvl1pPr>
          </a:lstStyle>
          <a:p>
            <a:endParaRPr lang="en-US" dirty="0">
              <a:latin typeface="Arial" panose="020B0604020202020204" pitchFamily="34" charset="0"/>
            </a:endParaRPr>
          </a:p>
        </p:txBody>
      </p:sp>
      <p:sp>
        <p:nvSpPr>
          <p:cNvPr id="3" name="Date Placeholder 2"/>
          <p:cNvSpPr>
            <a:spLocks noGrp="1"/>
          </p:cNvSpPr>
          <p:nvPr>
            <p:ph type="dt" idx="1"/>
          </p:nvPr>
        </p:nvSpPr>
        <p:spPr>
          <a:xfrm>
            <a:off x="4023992" y="0"/>
            <a:ext cx="3078427" cy="513508"/>
          </a:xfrm>
          <a:prstGeom prst="rect">
            <a:avLst/>
          </a:prstGeom>
        </p:spPr>
        <p:txBody>
          <a:bodyPr vert="horz" lIns="99075" tIns="49538" rIns="99075" bIns="49538" rtlCol="0"/>
          <a:lstStyle>
            <a:lvl1pPr algn="r">
              <a:defRPr sz="1300"/>
            </a:lvl1pPr>
          </a:lstStyle>
          <a:p>
            <a:fld id="{0DD60A27-BF12-6744-9E93-932A0E34D8BB}" type="datetimeFigureOut">
              <a:rPr lang="en-US" smtClean="0">
                <a:latin typeface="Arial" panose="020B0604020202020204" pitchFamily="34" charset="0"/>
              </a:rPr>
              <a:t>9/15/2023</a:t>
            </a:fld>
            <a:endParaRPr lang="en-US" dirty="0">
              <a:latin typeface="Arial" panose="020B0604020202020204" pitchFamily="34" charset="0"/>
            </a:endParaRPr>
          </a:p>
        </p:txBody>
      </p:sp>
      <p:sp>
        <p:nvSpPr>
          <p:cNvPr id="4" name="Slide Image Placeholder 3"/>
          <p:cNvSpPr>
            <a:spLocks noGrp="1" noRot="1" noChangeAspect="1"/>
          </p:cNvSpPr>
          <p:nvPr>
            <p:ph type="sldImg" idx="2"/>
          </p:nvPr>
        </p:nvSpPr>
        <p:spPr>
          <a:xfrm>
            <a:off x="482600" y="1279525"/>
            <a:ext cx="6140450" cy="3454400"/>
          </a:xfrm>
          <a:prstGeom prst="rect">
            <a:avLst/>
          </a:prstGeom>
          <a:noFill/>
          <a:ln w="12700">
            <a:solidFill>
              <a:prstClr val="black"/>
            </a:solidFill>
          </a:ln>
        </p:spPr>
        <p:txBody>
          <a:bodyPr vert="horz" lIns="99075" tIns="49538" rIns="99075" bIns="49538" rtlCol="0" anchor="ctr"/>
          <a:lstStyle/>
          <a:p>
            <a:endParaRPr lang="en-US" dirty="0">
              <a:latin typeface="Arial" panose="020B0604020202020204" pitchFamily="34" charset="0"/>
            </a:endParaRPr>
          </a:p>
        </p:txBody>
      </p:sp>
      <p:sp>
        <p:nvSpPr>
          <p:cNvPr id="5" name="Notes Placeholder 4"/>
          <p:cNvSpPr>
            <a:spLocks noGrp="1"/>
          </p:cNvSpPr>
          <p:nvPr>
            <p:ph type="body" sz="quarter" idx="3"/>
          </p:nvPr>
        </p:nvSpPr>
        <p:spPr>
          <a:xfrm>
            <a:off x="710407" y="4925407"/>
            <a:ext cx="5683250" cy="4029879"/>
          </a:xfrm>
          <a:prstGeom prst="rect">
            <a:avLst/>
          </a:prstGeom>
        </p:spPr>
        <p:txBody>
          <a:bodyPr vert="horz" lIns="99075" tIns="49538" rIns="99075" bIns="49538"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9721107"/>
            <a:ext cx="3078427" cy="513507"/>
          </a:xfrm>
          <a:prstGeom prst="rect">
            <a:avLst/>
          </a:prstGeom>
        </p:spPr>
        <p:txBody>
          <a:bodyPr vert="horz" lIns="99075" tIns="49538" rIns="99075" bIns="49538" rtlCol="0" anchor="b"/>
          <a:lstStyle>
            <a:lvl1pPr algn="l">
              <a:defRPr sz="1300"/>
            </a:lvl1pPr>
          </a:lstStyle>
          <a:p>
            <a:endParaRPr lang="en-US" dirty="0">
              <a:latin typeface="Arial" panose="020B0604020202020204" pitchFamily="34" charset="0"/>
            </a:endParaRPr>
          </a:p>
        </p:txBody>
      </p:sp>
      <p:sp>
        <p:nvSpPr>
          <p:cNvPr id="7" name="Slide Number Placeholder 6"/>
          <p:cNvSpPr>
            <a:spLocks noGrp="1"/>
          </p:cNvSpPr>
          <p:nvPr>
            <p:ph type="sldNum" sz="quarter" idx="5"/>
          </p:nvPr>
        </p:nvSpPr>
        <p:spPr>
          <a:xfrm>
            <a:off x="4023992" y="9721107"/>
            <a:ext cx="3078427" cy="513507"/>
          </a:xfrm>
          <a:prstGeom prst="rect">
            <a:avLst/>
          </a:prstGeom>
        </p:spPr>
        <p:txBody>
          <a:bodyPr vert="horz" lIns="99075" tIns="49538" rIns="99075" bIns="49538" rtlCol="0" anchor="b"/>
          <a:lstStyle>
            <a:lvl1pPr algn="r">
              <a:defRPr sz="1300"/>
            </a:lvl1pPr>
          </a:lstStyle>
          <a:p>
            <a:fld id="{F07326F3-4732-B74B-9C70-D0992466E499}" type="slidenum">
              <a:rPr lang="en-US" smtClean="0">
                <a:latin typeface="Arial" panose="020B0604020202020204" pitchFamily="34" charset="0"/>
              </a:rPr>
              <a:t>‹Nº›</a:t>
            </a:fld>
            <a:endParaRPr lang="en-US" dirty="0">
              <a:latin typeface="Arial" panose="020B0604020202020204" pitchFamily="34" charset="0"/>
            </a:endParaRPr>
          </a:p>
        </p:txBody>
      </p:sp>
    </p:spTree>
    <p:extLst>
      <p:ext uri="{BB962C8B-B14F-4D97-AF65-F5344CB8AC3E}">
        <p14:creationId xmlns:p14="http://schemas.microsoft.com/office/powerpoint/2010/main" val="744632111"/>
      </p:ext>
    </p:extLst>
  </p:cSld>
  <p:clrMap bg1="lt1" tx1="dk1" bg2="lt2" tx2="dk2" accent1="accent1" accent2="accent2" accent3="accent3" accent4="accent4" accent5="accent5" accent6="accent6" hlink="hlink" folHlink="folHlink"/>
  <p:notesStyle>
    <a:lvl1pPr marL="0" algn="l" defTabSz="1219304" rtl="0" eaLnBrk="1" latinLnBrk="0" hangingPunct="1">
      <a:defRPr sz="1600" kern="1200">
        <a:solidFill>
          <a:schemeClr val="tx1"/>
        </a:solidFill>
        <a:latin typeface="+mn-lt"/>
        <a:ea typeface="+mn-ea"/>
        <a:cs typeface="+mn-cs"/>
      </a:defRPr>
    </a:lvl1pPr>
    <a:lvl2pPr marL="609651" algn="l" defTabSz="1219304" rtl="0" eaLnBrk="1" latinLnBrk="0" hangingPunct="1">
      <a:defRPr sz="1600" kern="1200">
        <a:solidFill>
          <a:schemeClr val="tx1"/>
        </a:solidFill>
        <a:latin typeface="+mn-lt"/>
        <a:ea typeface="+mn-ea"/>
        <a:cs typeface="+mn-cs"/>
      </a:defRPr>
    </a:lvl2pPr>
    <a:lvl3pPr marL="1219304" algn="l" defTabSz="1219304" rtl="0" eaLnBrk="1" latinLnBrk="0" hangingPunct="1">
      <a:defRPr sz="1600" kern="1200">
        <a:solidFill>
          <a:schemeClr val="tx1"/>
        </a:solidFill>
        <a:latin typeface="+mn-lt"/>
        <a:ea typeface="+mn-ea"/>
        <a:cs typeface="+mn-cs"/>
      </a:defRPr>
    </a:lvl3pPr>
    <a:lvl4pPr marL="1828957" algn="l" defTabSz="1219304" rtl="0" eaLnBrk="1" latinLnBrk="0" hangingPunct="1">
      <a:defRPr sz="1600" kern="1200">
        <a:solidFill>
          <a:schemeClr val="tx1"/>
        </a:solidFill>
        <a:latin typeface="+mn-lt"/>
        <a:ea typeface="+mn-ea"/>
        <a:cs typeface="+mn-cs"/>
      </a:defRPr>
    </a:lvl4pPr>
    <a:lvl5pPr marL="2438609" algn="l" defTabSz="1219304" rtl="0" eaLnBrk="1" latinLnBrk="0" hangingPunct="1">
      <a:defRPr sz="1600" kern="1200">
        <a:solidFill>
          <a:schemeClr val="tx1"/>
        </a:solidFill>
        <a:latin typeface="+mn-lt"/>
        <a:ea typeface="+mn-ea"/>
        <a:cs typeface="+mn-cs"/>
      </a:defRPr>
    </a:lvl5pPr>
    <a:lvl6pPr marL="3048261" algn="l" defTabSz="1219304" rtl="0" eaLnBrk="1" latinLnBrk="0" hangingPunct="1">
      <a:defRPr sz="1600" kern="1200">
        <a:solidFill>
          <a:schemeClr val="tx1"/>
        </a:solidFill>
        <a:latin typeface="+mn-lt"/>
        <a:ea typeface="+mn-ea"/>
        <a:cs typeface="+mn-cs"/>
      </a:defRPr>
    </a:lvl6pPr>
    <a:lvl7pPr marL="3657913" algn="l" defTabSz="1219304" rtl="0" eaLnBrk="1" latinLnBrk="0" hangingPunct="1">
      <a:defRPr sz="1600" kern="1200">
        <a:solidFill>
          <a:schemeClr val="tx1"/>
        </a:solidFill>
        <a:latin typeface="+mn-lt"/>
        <a:ea typeface="+mn-ea"/>
        <a:cs typeface="+mn-cs"/>
      </a:defRPr>
    </a:lvl7pPr>
    <a:lvl8pPr marL="4267566" algn="l" defTabSz="1219304" rtl="0" eaLnBrk="1" latinLnBrk="0" hangingPunct="1">
      <a:defRPr sz="1600" kern="1200">
        <a:solidFill>
          <a:schemeClr val="tx1"/>
        </a:solidFill>
        <a:latin typeface="+mn-lt"/>
        <a:ea typeface="+mn-ea"/>
        <a:cs typeface="+mn-cs"/>
      </a:defRPr>
    </a:lvl8pPr>
    <a:lvl9pPr marL="4877219" algn="l" defTabSz="1219304" rtl="0" eaLnBrk="1" latinLnBrk="0" hangingPunct="1">
      <a:defRPr sz="16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zh-CN" altLang="en-US" dirty="0"/>
          </a:p>
        </p:txBody>
      </p:sp>
      <p:sp>
        <p:nvSpPr>
          <p:cNvPr id="4" name="Slide Number Placeholder 3"/>
          <p:cNvSpPr>
            <a:spLocks noGrp="1"/>
          </p:cNvSpPr>
          <p:nvPr>
            <p:ph type="sldNum" sz="quarter" idx="10"/>
          </p:nvPr>
        </p:nvSpPr>
        <p:spPr/>
        <p:txBody>
          <a:bodyPr/>
          <a:lstStyle/>
          <a:p>
            <a:fld id="{F07326F3-4732-B74B-9C70-D0992466E499}" type="slidenum">
              <a:rPr lang="en-US" smtClean="0">
                <a:latin typeface="Arial" panose="020B0604020202020204" pitchFamily="34" charset="0"/>
              </a:rPr>
              <a:t>1</a:t>
            </a:fld>
            <a:endParaRPr lang="en-US">
              <a:latin typeface="Arial" panose="020B0604020202020204" pitchFamily="34" charset="0"/>
            </a:endParaRPr>
          </a:p>
        </p:txBody>
      </p:sp>
    </p:spTree>
    <p:extLst>
      <p:ext uri="{BB962C8B-B14F-4D97-AF65-F5344CB8AC3E}">
        <p14:creationId xmlns:p14="http://schemas.microsoft.com/office/powerpoint/2010/main" val="51273447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endParaRPr lang="es-ES" b="1" i="0" dirty="0">
              <a:solidFill>
                <a:srgbClr val="374151"/>
              </a:solidFill>
              <a:effectLst/>
              <a:latin typeface="Söhne"/>
            </a:endParaRPr>
          </a:p>
          <a:p>
            <a:endParaRPr lang="zh-CN" altLang="en-US" dirty="0"/>
          </a:p>
        </p:txBody>
      </p:sp>
      <p:sp>
        <p:nvSpPr>
          <p:cNvPr id="4" name="Slide Number Placeholder 3"/>
          <p:cNvSpPr>
            <a:spLocks noGrp="1"/>
          </p:cNvSpPr>
          <p:nvPr>
            <p:ph type="sldNum" sz="quarter" idx="10"/>
          </p:nvPr>
        </p:nvSpPr>
        <p:spPr/>
        <p:txBody>
          <a:bodyPr/>
          <a:lstStyle/>
          <a:p>
            <a:fld id="{F07326F3-4732-B74B-9C70-D0992466E499}" type="slidenum">
              <a:rPr lang="en-US" smtClean="0">
                <a:latin typeface="Arial" panose="020B0604020202020204" pitchFamily="34" charset="0"/>
              </a:rPr>
              <a:t>2</a:t>
            </a:fld>
            <a:endParaRPr lang="en-US">
              <a:latin typeface="Arial" panose="020B0604020202020204" pitchFamily="34" charset="0"/>
            </a:endParaRPr>
          </a:p>
        </p:txBody>
      </p:sp>
    </p:spTree>
    <p:extLst>
      <p:ext uri="{BB962C8B-B14F-4D97-AF65-F5344CB8AC3E}">
        <p14:creationId xmlns:p14="http://schemas.microsoft.com/office/powerpoint/2010/main" val="148817968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zh-CN" altLang="en-US" dirty="0"/>
          </a:p>
        </p:txBody>
      </p:sp>
      <p:sp>
        <p:nvSpPr>
          <p:cNvPr id="4" name="Slide Number Placeholder 3"/>
          <p:cNvSpPr>
            <a:spLocks noGrp="1"/>
          </p:cNvSpPr>
          <p:nvPr>
            <p:ph type="sldNum" sz="quarter" idx="10"/>
          </p:nvPr>
        </p:nvSpPr>
        <p:spPr/>
        <p:txBody>
          <a:bodyPr/>
          <a:lstStyle/>
          <a:p>
            <a:fld id="{F07326F3-4732-B74B-9C70-D0992466E499}" type="slidenum">
              <a:rPr lang="en-US" smtClean="0">
                <a:latin typeface="Arial" panose="020B0604020202020204" pitchFamily="34" charset="0"/>
              </a:rPr>
              <a:t>3</a:t>
            </a:fld>
            <a:endParaRPr lang="en-US">
              <a:latin typeface="Arial" panose="020B0604020202020204" pitchFamily="34" charset="0"/>
            </a:endParaRPr>
          </a:p>
        </p:txBody>
      </p:sp>
    </p:spTree>
    <p:extLst>
      <p:ext uri="{BB962C8B-B14F-4D97-AF65-F5344CB8AC3E}">
        <p14:creationId xmlns:p14="http://schemas.microsoft.com/office/powerpoint/2010/main" val="71454764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zh-CN" altLang="en-US" dirty="0"/>
          </a:p>
        </p:txBody>
      </p:sp>
      <p:sp>
        <p:nvSpPr>
          <p:cNvPr id="4" name="Slide Number Placeholder 3"/>
          <p:cNvSpPr>
            <a:spLocks noGrp="1"/>
          </p:cNvSpPr>
          <p:nvPr>
            <p:ph type="sldNum" sz="quarter" idx="10"/>
          </p:nvPr>
        </p:nvSpPr>
        <p:spPr/>
        <p:txBody>
          <a:bodyPr/>
          <a:lstStyle/>
          <a:p>
            <a:fld id="{F07326F3-4732-B74B-9C70-D0992466E499}" type="slidenum">
              <a:rPr lang="en-US" smtClean="0">
                <a:latin typeface="Arial" panose="020B0604020202020204" pitchFamily="34" charset="0"/>
              </a:rPr>
              <a:t>4</a:t>
            </a:fld>
            <a:endParaRPr lang="en-US">
              <a:latin typeface="Arial" panose="020B0604020202020204" pitchFamily="34" charset="0"/>
            </a:endParaRPr>
          </a:p>
        </p:txBody>
      </p:sp>
    </p:spTree>
    <p:extLst>
      <p:ext uri="{BB962C8B-B14F-4D97-AF65-F5344CB8AC3E}">
        <p14:creationId xmlns:p14="http://schemas.microsoft.com/office/powerpoint/2010/main" val="4706332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zh-CN" altLang="en-US" dirty="0"/>
          </a:p>
        </p:txBody>
      </p:sp>
      <p:sp>
        <p:nvSpPr>
          <p:cNvPr id="4" name="Slide Number Placeholder 3"/>
          <p:cNvSpPr>
            <a:spLocks noGrp="1"/>
          </p:cNvSpPr>
          <p:nvPr>
            <p:ph type="sldNum" sz="quarter" idx="10"/>
          </p:nvPr>
        </p:nvSpPr>
        <p:spPr/>
        <p:txBody>
          <a:bodyPr/>
          <a:lstStyle/>
          <a:p>
            <a:fld id="{F07326F3-4732-B74B-9C70-D0992466E499}" type="slidenum">
              <a:rPr lang="en-US" smtClean="0">
                <a:latin typeface="Arial" panose="020B0604020202020204" pitchFamily="34" charset="0"/>
              </a:rPr>
              <a:t>5</a:t>
            </a:fld>
            <a:endParaRPr lang="en-US">
              <a:latin typeface="Arial" panose="020B0604020202020204" pitchFamily="34" charset="0"/>
            </a:endParaRPr>
          </a:p>
        </p:txBody>
      </p:sp>
    </p:spTree>
    <p:extLst>
      <p:ext uri="{BB962C8B-B14F-4D97-AF65-F5344CB8AC3E}">
        <p14:creationId xmlns:p14="http://schemas.microsoft.com/office/powerpoint/2010/main" val="38082111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zh-CN" altLang="en-US" dirty="0"/>
          </a:p>
        </p:txBody>
      </p:sp>
      <p:sp>
        <p:nvSpPr>
          <p:cNvPr id="4" name="Slide Number Placeholder 3"/>
          <p:cNvSpPr>
            <a:spLocks noGrp="1"/>
          </p:cNvSpPr>
          <p:nvPr>
            <p:ph type="sldNum" sz="quarter" idx="10"/>
          </p:nvPr>
        </p:nvSpPr>
        <p:spPr/>
        <p:txBody>
          <a:bodyPr/>
          <a:lstStyle/>
          <a:p>
            <a:fld id="{F07326F3-4732-B74B-9C70-D0992466E499}" type="slidenum">
              <a:rPr lang="en-US" smtClean="0">
                <a:latin typeface="Arial" panose="020B0604020202020204" pitchFamily="34" charset="0"/>
              </a:rPr>
              <a:t>6</a:t>
            </a:fld>
            <a:endParaRPr lang="en-US">
              <a:latin typeface="Arial" panose="020B0604020202020204" pitchFamily="34" charset="0"/>
            </a:endParaRPr>
          </a:p>
        </p:txBody>
      </p:sp>
    </p:spTree>
    <p:extLst>
      <p:ext uri="{BB962C8B-B14F-4D97-AF65-F5344CB8AC3E}">
        <p14:creationId xmlns:p14="http://schemas.microsoft.com/office/powerpoint/2010/main" val="328554030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zh-CN" altLang="en-US" dirty="0"/>
          </a:p>
        </p:txBody>
      </p:sp>
      <p:sp>
        <p:nvSpPr>
          <p:cNvPr id="4" name="Slide Number Placeholder 3"/>
          <p:cNvSpPr>
            <a:spLocks noGrp="1"/>
          </p:cNvSpPr>
          <p:nvPr>
            <p:ph type="sldNum" sz="quarter" idx="10"/>
          </p:nvPr>
        </p:nvSpPr>
        <p:spPr/>
        <p:txBody>
          <a:bodyPr/>
          <a:lstStyle/>
          <a:p>
            <a:fld id="{F07326F3-4732-B74B-9C70-D0992466E499}" type="slidenum">
              <a:rPr lang="en-US" smtClean="0">
                <a:latin typeface="Arial" panose="020B0604020202020204" pitchFamily="34" charset="0"/>
              </a:rPr>
              <a:t>7</a:t>
            </a:fld>
            <a:endParaRPr lang="en-US">
              <a:latin typeface="Arial" panose="020B0604020202020204" pitchFamily="34" charset="0"/>
            </a:endParaRPr>
          </a:p>
        </p:txBody>
      </p:sp>
    </p:spTree>
    <p:extLst>
      <p:ext uri="{BB962C8B-B14F-4D97-AF65-F5344CB8AC3E}">
        <p14:creationId xmlns:p14="http://schemas.microsoft.com/office/powerpoint/2010/main" val="3579090358"/>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4.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5.jpeg"/><Relationship Id="rId1" Type="http://schemas.openxmlformats.org/officeDocument/2006/relationships/slideMaster" Target="../slideMasters/slideMaster4.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19.xml"/></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20.xml"/></Relationships>
</file>

<file path=ppt/slideLayouts/_rels/slideLayout9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Master" Target="../slideMasters/slideMaster20.xml"/></Relationships>
</file>

<file path=ppt/slideLayouts/_rels/slideLayout91.xml.rels><?xml version="1.0" encoding="UTF-8" standalone="yes"?>
<Relationships xmlns="http://schemas.openxmlformats.org/package/2006/relationships"><Relationship Id="rId1" Type="http://schemas.openxmlformats.org/officeDocument/2006/relationships/slideMaster" Target="../slideMasters/slideMaster20.xml"/></Relationships>
</file>

<file path=ppt/slideLayouts/_rels/slideLayout92.xml.rels><?xml version="1.0" encoding="UTF-8" standalone="yes"?>
<Relationships xmlns="http://schemas.openxmlformats.org/package/2006/relationships"><Relationship Id="rId1" Type="http://schemas.openxmlformats.org/officeDocument/2006/relationships/slideMaster" Target="../slideMasters/slideMaster20.xml"/></Relationships>
</file>

<file path=ppt/slideLayouts/_rels/slideLayout93.xml.rels><?xml version="1.0" encoding="UTF-8" standalone="yes"?>
<Relationships xmlns="http://schemas.openxmlformats.org/package/2006/relationships"><Relationship Id="rId1" Type="http://schemas.openxmlformats.org/officeDocument/2006/relationships/slideMaster" Target="../slideMasters/slideMaster20.xml"/></Relationships>
</file>

<file path=ppt/slideLayouts/_rels/slideLayout94.xml.rels><?xml version="1.0" encoding="UTF-8" standalone="yes"?>
<Relationships xmlns="http://schemas.openxmlformats.org/package/2006/relationships"><Relationship Id="rId1" Type="http://schemas.openxmlformats.org/officeDocument/2006/relationships/slideMaster" Target="../slideMasters/slideMaster20.xml"/></Relationships>
</file>

<file path=ppt/slideLayouts/_rels/slideLayout95.xml.rels><?xml version="1.0" encoding="UTF-8" standalone="yes"?>
<Relationships xmlns="http://schemas.openxmlformats.org/package/2006/relationships"><Relationship Id="rId1" Type="http://schemas.openxmlformats.org/officeDocument/2006/relationships/slideMaster" Target="../slideMasters/slideMaster20.xml"/></Relationships>
</file>

<file path=ppt/slideLayouts/_rels/slideLayout96.xml.rels><?xml version="1.0" encoding="UTF-8" standalone="yes"?>
<Relationships xmlns="http://schemas.openxmlformats.org/package/2006/relationships"><Relationship Id="rId1" Type="http://schemas.openxmlformats.org/officeDocument/2006/relationships/slideMaster" Target="../slideMasters/slideMaster20.xml"/></Relationships>
</file>

<file path=ppt/slideLayouts/_rels/slideLayout97.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Master" Target="../slideMasters/slideMaster22.xml"/></Relationships>
</file>

<file path=ppt/slideLayouts/_rels/slideLayout98.xml.rels><?xml version="1.0" encoding="UTF-8" standalone="yes"?>
<Relationships xmlns="http://schemas.openxmlformats.org/package/2006/relationships"><Relationship Id="rId1" Type="http://schemas.openxmlformats.org/officeDocument/2006/relationships/slideMaster" Target="../slideMasters/slideMaster22.xml"/></Relationships>
</file>

<file path=ppt/slideLayouts/_rels/slideLayout99.xml.rels><?xml version="1.0" encoding="UTF-8" standalone="yes"?>
<Relationships xmlns="http://schemas.openxmlformats.org/package/2006/relationships"><Relationship Id="rId1" Type="http://schemas.openxmlformats.org/officeDocument/2006/relationships/slideMaster" Target="../slideMasters/slideMaster22.xml"/></Relationships>
</file>

<file path=ppt/slideLayouts/_rels/slideLayout100.xml.rels><?xml version="1.0" encoding="UTF-8" standalone="yes"?>
<Relationships xmlns="http://schemas.openxmlformats.org/package/2006/relationships"><Relationship Id="rId1" Type="http://schemas.openxmlformats.org/officeDocument/2006/relationships/slideMaster" Target="../slideMasters/slideMaster22.xml"/></Relationships>
</file>

<file path=ppt/slideLayouts/_rels/slideLayout101.xml.rels><?xml version="1.0" encoding="UTF-8" standalone="yes"?>
<Relationships xmlns="http://schemas.openxmlformats.org/package/2006/relationships"><Relationship Id="rId1" Type="http://schemas.openxmlformats.org/officeDocument/2006/relationships/slideMaster" Target="../slideMasters/slideMaster22.xml"/></Relationships>
</file>

<file path=ppt/slideLayouts/_rels/slideLayout102.xml.rels><?xml version="1.0" encoding="UTF-8" standalone="yes"?>
<Relationships xmlns="http://schemas.openxmlformats.org/package/2006/relationships"><Relationship Id="rId1" Type="http://schemas.openxmlformats.org/officeDocument/2006/relationships/slideMaster" Target="../slideMasters/slideMaster22.xml"/></Relationships>
</file>

<file path=ppt/slideLayouts/_rels/slideLayout103.xml.rels><?xml version="1.0" encoding="UTF-8" standalone="yes"?>
<Relationships xmlns="http://schemas.openxmlformats.org/package/2006/relationships"><Relationship Id="rId1" Type="http://schemas.openxmlformats.org/officeDocument/2006/relationships/slideMaster" Target="../slideMasters/slideMaster2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探索版封面1">
    <p:spTree>
      <p:nvGrpSpPr>
        <p:cNvPr id="1" name=""/>
        <p:cNvGrpSpPr/>
        <p:nvPr/>
      </p:nvGrpSpPr>
      <p:grpSpPr>
        <a:xfrm>
          <a:off x="0" y="0"/>
          <a:ext cx="0" cy="0"/>
          <a:chOff x="0" y="0"/>
          <a:chExt cx="0" cy="0"/>
        </a:xfrm>
      </p:grpSpPr>
      <p:pic>
        <p:nvPicPr>
          <p:cNvPr id="2" name="图片 1"/>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26" y="0"/>
            <a:ext cx="12194710" cy="6858000"/>
          </a:xfrm>
          <a:prstGeom prst="rect">
            <a:avLst/>
          </a:prstGeom>
        </p:spPr>
      </p:pic>
      <p:sp>
        <p:nvSpPr>
          <p:cNvPr id="10" name="Title 1">
            <a:extLst>
              <a:ext uri="{FF2B5EF4-FFF2-40B4-BE49-F238E27FC236}">
                <a16:creationId xmlns="" xmlns:a16="http://schemas.microsoft.com/office/drawing/2014/main" id="{8227DEE9-8BE9-0D49-BF96-9E83C5312E00}"/>
              </a:ext>
            </a:extLst>
          </p:cNvPr>
          <p:cNvSpPr>
            <a:spLocks noGrp="1"/>
          </p:cNvSpPr>
          <p:nvPr>
            <p:ph type="ctrTitle" hasCustomPrompt="1"/>
          </p:nvPr>
        </p:nvSpPr>
        <p:spPr>
          <a:xfrm>
            <a:off x="2818477" y="1476364"/>
            <a:ext cx="6559809" cy="690255"/>
          </a:xfrm>
          <a:prstGeom prst="rect">
            <a:avLst/>
          </a:prstGeom>
          <a:ln>
            <a:noFill/>
            <a:prstDash val="dash"/>
          </a:ln>
        </p:spPr>
        <p:txBody>
          <a:bodyPr lIns="0" tIns="0" rIns="0" bIns="0" anchor="t">
            <a:normAutofit/>
          </a:bodyPr>
          <a:lstStyle>
            <a:lvl1pPr algn="ctr">
              <a:defRPr sz="3200" b="0" i="0">
                <a:solidFill>
                  <a:schemeClr val="bg1"/>
                </a:solidFill>
                <a:latin typeface="Microsoft YaHei" panose="020B0503020204020204" pitchFamily="34" charset="-122"/>
                <a:ea typeface="Microsoft YaHei" panose="020B0503020204020204" pitchFamily="34" charset="-122"/>
              </a:defRPr>
            </a:lvl1pPr>
          </a:lstStyle>
          <a:p>
            <a:r>
              <a:rPr lang="zh-CN" altLang="en-US" dirty="0"/>
              <a:t>单击此处添加标题</a:t>
            </a:r>
            <a:endParaRPr lang="en-US" dirty="0"/>
          </a:p>
        </p:txBody>
      </p:sp>
      <p:sp>
        <p:nvSpPr>
          <p:cNvPr id="6" name="Text Placeholder 5">
            <a:extLst>
              <a:ext uri="{FF2B5EF4-FFF2-40B4-BE49-F238E27FC236}">
                <a16:creationId xmlns="" xmlns:a16="http://schemas.microsoft.com/office/drawing/2014/main" id="{2F43DA98-D48D-6947-95EF-BA3B05E68822}"/>
              </a:ext>
            </a:extLst>
          </p:cNvPr>
          <p:cNvSpPr>
            <a:spLocks noGrp="1"/>
          </p:cNvSpPr>
          <p:nvPr>
            <p:ph type="body" sz="quarter" idx="10" hasCustomPrompt="1"/>
          </p:nvPr>
        </p:nvSpPr>
        <p:spPr>
          <a:xfrm>
            <a:off x="2830460" y="2320524"/>
            <a:ext cx="6535842" cy="643926"/>
          </a:xfrm>
          <a:prstGeom prst="rect">
            <a:avLst/>
          </a:prstGeom>
        </p:spPr>
        <p:txBody>
          <a:bodyPr/>
          <a:lstStyle>
            <a:lvl1pPr algn="ctr">
              <a:defRPr sz="1400">
                <a:solidFill>
                  <a:schemeClr val="bg1"/>
                </a:solidFill>
                <a:latin typeface="微软雅黑" panose="020B0503020204020204" pitchFamily="34" charset="-122"/>
                <a:ea typeface="微软雅黑" panose="020B0503020204020204" pitchFamily="34" charset="-122"/>
              </a:defRPr>
            </a:lvl1pPr>
          </a:lstStyle>
          <a:p>
            <a:pPr lvl="0"/>
            <a:r>
              <a:rPr lang="zh-CN" altLang="en-US" dirty="0"/>
              <a:t>单击此处添加文本</a:t>
            </a:r>
            <a:endParaRPr lang="en-US" dirty="0"/>
          </a:p>
        </p:txBody>
      </p:sp>
      <p:pic>
        <p:nvPicPr>
          <p:cNvPr id="3" name="图片 2"/>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9591675" y="6043569"/>
            <a:ext cx="1901836" cy="427660"/>
          </a:xfrm>
          <a:prstGeom prst="rect">
            <a:avLst/>
          </a:prstGeom>
        </p:spPr>
      </p:pic>
      <p:sp>
        <p:nvSpPr>
          <p:cNvPr id="11" name="Text Placeholder 14">
            <a:extLst>
              <a:ext uri="{FF2B5EF4-FFF2-40B4-BE49-F238E27FC236}">
                <a16:creationId xmlns="" xmlns:a16="http://schemas.microsoft.com/office/drawing/2014/main" id="{AF72FAD7-C8C3-754A-A498-D3A7EC29AB73}"/>
              </a:ext>
            </a:extLst>
          </p:cNvPr>
          <p:cNvSpPr>
            <a:spLocks noGrp="1"/>
          </p:cNvSpPr>
          <p:nvPr>
            <p:ph idx="1"/>
          </p:nvPr>
        </p:nvSpPr>
        <p:spPr>
          <a:xfrm>
            <a:off x="807340" y="6270651"/>
            <a:ext cx="1982316" cy="153611"/>
          </a:xfrm>
          <a:prstGeom prst="rect">
            <a:avLst/>
          </a:prstGeom>
        </p:spPr>
        <p:txBody>
          <a:bodyPr vert="horz" lIns="0" tIns="0" rIns="0" bIns="0" rtlCol="0">
            <a:noAutofit/>
          </a:bodyPr>
          <a:lstStyle>
            <a:lvl1pPr>
              <a:defRPr sz="1000">
                <a:solidFill>
                  <a:schemeClr val="bg1"/>
                </a:solidFill>
              </a:defRPr>
            </a:lvl1pPr>
          </a:lstStyle>
          <a:p>
            <a:pPr lvl="0"/>
            <a:r>
              <a:rPr lang="en-US" dirty="0"/>
              <a:t>Edit Master text styles</a:t>
            </a:r>
          </a:p>
        </p:txBody>
      </p:sp>
    </p:spTree>
    <p:extLst>
      <p:ext uri="{BB962C8B-B14F-4D97-AF65-F5344CB8AC3E}">
        <p14:creationId xmlns:p14="http://schemas.microsoft.com/office/powerpoint/2010/main" val="4164396497"/>
      </p:ext>
    </p:extLst>
  </p:cSld>
  <p:clrMapOvr>
    <a:masterClrMapping/>
  </p:clrMapOvr>
  <p:extLst>
    <p:ext uri="{DCECCB84-F9BA-43D5-87BE-67443E8EF086}">
      <p15:sldGuideLst xmlns="" xmlns:p15="http://schemas.microsoft.com/office/powerpoint/2012/main">
        <p15:guide id="1" orient="horz" pos="3414">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探索版封面2">
    <p:spTree>
      <p:nvGrpSpPr>
        <p:cNvPr id="1" name=""/>
        <p:cNvGrpSpPr/>
        <p:nvPr/>
      </p:nvGrpSpPr>
      <p:grpSpPr>
        <a:xfrm>
          <a:off x="0" y="0"/>
          <a:ext cx="0" cy="0"/>
          <a:chOff x="0" y="0"/>
          <a:chExt cx="0" cy="0"/>
        </a:xfrm>
      </p:grpSpPr>
      <p:pic>
        <p:nvPicPr>
          <p:cNvPr id="2" name="图片 1"/>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26" y="0"/>
            <a:ext cx="12194710" cy="6858000"/>
          </a:xfrm>
          <a:prstGeom prst="rect">
            <a:avLst/>
          </a:prstGeom>
        </p:spPr>
      </p:pic>
      <p:pic>
        <p:nvPicPr>
          <p:cNvPr id="3" name="图片 2"/>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9591675" y="6043569"/>
            <a:ext cx="1901836" cy="427660"/>
          </a:xfrm>
          <a:prstGeom prst="rect">
            <a:avLst/>
          </a:prstGeom>
        </p:spPr>
      </p:pic>
      <p:sp>
        <p:nvSpPr>
          <p:cNvPr id="7" name="Title 1">
            <a:extLst>
              <a:ext uri="{FF2B5EF4-FFF2-40B4-BE49-F238E27FC236}">
                <a16:creationId xmlns="" xmlns:a16="http://schemas.microsoft.com/office/drawing/2014/main" id="{8227DEE9-8BE9-0D49-BF96-9E83C5312E00}"/>
              </a:ext>
            </a:extLst>
          </p:cNvPr>
          <p:cNvSpPr>
            <a:spLocks noGrp="1"/>
          </p:cNvSpPr>
          <p:nvPr>
            <p:ph type="ctrTitle" hasCustomPrompt="1"/>
          </p:nvPr>
        </p:nvSpPr>
        <p:spPr>
          <a:xfrm>
            <a:off x="898996" y="907092"/>
            <a:ext cx="6559809" cy="690255"/>
          </a:xfrm>
          <a:prstGeom prst="rect">
            <a:avLst/>
          </a:prstGeom>
          <a:ln>
            <a:noFill/>
            <a:prstDash val="dash"/>
          </a:ln>
        </p:spPr>
        <p:txBody>
          <a:bodyPr lIns="0" tIns="0" rIns="0" bIns="0" anchor="t">
            <a:normAutofit/>
          </a:bodyPr>
          <a:lstStyle>
            <a:lvl1pPr algn="l">
              <a:defRPr sz="3200" b="0" i="0">
                <a:solidFill>
                  <a:schemeClr val="bg1"/>
                </a:solidFill>
                <a:latin typeface="Microsoft YaHei" panose="020B0503020204020204" pitchFamily="34" charset="-122"/>
                <a:ea typeface="Microsoft YaHei" panose="020B0503020204020204" pitchFamily="34" charset="-122"/>
              </a:defRPr>
            </a:lvl1pPr>
          </a:lstStyle>
          <a:p>
            <a:r>
              <a:rPr lang="zh-CN" altLang="en-US" dirty="0"/>
              <a:t>单击此处添加封面标题</a:t>
            </a:r>
            <a:endParaRPr lang="en-US" dirty="0"/>
          </a:p>
        </p:txBody>
      </p:sp>
      <p:sp>
        <p:nvSpPr>
          <p:cNvPr id="8" name="Text Placeholder 5">
            <a:extLst>
              <a:ext uri="{FF2B5EF4-FFF2-40B4-BE49-F238E27FC236}">
                <a16:creationId xmlns="" xmlns:a16="http://schemas.microsoft.com/office/drawing/2014/main" id="{2F43DA98-D48D-6947-95EF-BA3B05E68822}"/>
              </a:ext>
            </a:extLst>
          </p:cNvPr>
          <p:cNvSpPr>
            <a:spLocks noGrp="1"/>
          </p:cNvSpPr>
          <p:nvPr>
            <p:ph type="body" sz="quarter" idx="10" hasCustomPrompt="1"/>
          </p:nvPr>
        </p:nvSpPr>
        <p:spPr>
          <a:xfrm>
            <a:off x="929260" y="1949372"/>
            <a:ext cx="6535842" cy="643926"/>
          </a:xfrm>
          <a:prstGeom prst="rect">
            <a:avLst/>
          </a:prstGeom>
        </p:spPr>
        <p:txBody>
          <a:bodyPr/>
          <a:lstStyle>
            <a:lvl1pPr>
              <a:defRPr sz="1400">
                <a:solidFill>
                  <a:schemeClr val="bg1"/>
                </a:solidFill>
                <a:latin typeface="微软雅黑" panose="020B0503020204020204" pitchFamily="34" charset="-122"/>
                <a:ea typeface="微软雅黑" panose="020B0503020204020204" pitchFamily="34" charset="-122"/>
              </a:defRPr>
            </a:lvl1pPr>
          </a:lstStyle>
          <a:p>
            <a:pPr lvl="0"/>
            <a:r>
              <a:rPr lang="zh-CN" altLang="en-US" dirty="0"/>
              <a:t>单击此处添加文本</a:t>
            </a:r>
            <a:endParaRPr lang="en-US" dirty="0"/>
          </a:p>
        </p:txBody>
      </p:sp>
      <p:sp>
        <p:nvSpPr>
          <p:cNvPr id="9" name="Text Placeholder 14">
            <a:extLst>
              <a:ext uri="{FF2B5EF4-FFF2-40B4-BE49-F238E27FC236}">
                <a16:creationId xmlns="" xmlns:a16="http://schemas.microsoft.com/office/drawing/2014/main" id="{AF72FAD7-C8C3-754A-A498-D3A7EC29AB73}"/>
              </a:ext>
            </a:extLst>
          </p:cNvPr>
          <p:cNvSpPr>
            <a:spLocks noGrp="1"/>
          </p:cNvSpPr>
          <p:nvPr>
            <p:ph idx="1"/>
          </p:nvPr>
        </p:nvSpPr>
        <p:spPr>
          <a:xfrm>
            <a:off x="807340" y="6270651"/>
            <a:ext cx="1982316" cy="153611"/>
          </a:xfrm>
          <a:prstGeom prst="rect">
            <a:avLst/>
          </a:prstGeom>
        </p:spPr>
        <p:txBody>
          <a:bodyPr vert="horz" lIns="0" tIns="0" rIns="0" bIns="0" rtlCol="0">
            <a:noAutofit/>
          </a:bodyPr>
          <a:lstStyle>
            <a:lvl1pPr>
              <a:defRPr sz="1000">
                <a:solidFill>
                  <a:schemeClr val="bg1"/>
                </a:solidFill>
              </a:defRPr>
            </a:lvl1pPr>
          </a:lstStyle>
          <a:p>
            <a:pPr lvl="0"/>
            <a:r>
              <a:rPr lang="en-US" dirty="0"/>
              <a:t>Edit Master text styles</a:t>
            </a:r>
          </a:p>
        </p:txBody>
      </p:sp>
    </p:spTree>
    <p:extLst>
      <p:ext uri="{BB962C8B-B14F-4D97-AF65-F5344CB8AC3E}">
        <p14:creationId xmlns:p14="http://schemas.microsoft.com/office/powerpoint/2010/main" val="4133631775"/>
      </p:ext>
    </p:extLst>
  </p:cSld>
  <p:clrMapOvr>
    <a:masterClrMapping/>
  </p:clrMapOvr>
  <p:extLst>
    <p:ext uri="{DCECCB84-F9BA-43D5-87BE-67443E8EF086}">
      <p15:sldGuideLst xmlns="" xmlns:p15="http://schemas.microsoft.com/office/powerpoint/2012/main">
        <p15:guide id="1" orient="horz" pos="3414">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无限版封面">
    <p:spTree>
      <p:nvGrpSpPr>
        <p:cNvPr id="1" name=""/>
        <p:cNvGrpSpPr/>
        <p:nvPr/>
      </p:nvGrpSpPr>
      <p:grpSpPr>
        <a:xfrm>
          <a:off x="0" y="0"/>
          <a:ext cx="0" cy="0"/>
          <a:chOff x="0" y="0"/>
          <a:chExt cx="0" cy="0"/>
        </a:xfrm>
      </p:grpSpPr>
      <p:pic>
        <p:nvPicPr>
          <p:cNvPr id="3" name="图片 2"/>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2381" y="0"/>
            <a:ext cx="12192000" cy="6858000"/>
          </a:xfrm>
          <a:prstGeom prst="rect">
            <a:avLst/>
          </a:prstGeom>
        </p:spPr>
      </p:pic>
      <p:pic>
        <p:nvPicPr>
          <p:cNvPr id="10" name="图片 9"/>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9591675" y="6043569"/>
            <a:ext cx="1901836" cy="427660"/>
          </a:xfrm>
          <a:prstGeom prst="rect">
            <a:avLst/>
          </a:prstGeom>
        </p:spPr>
      </p:pic>
      <p:sp>
        <p:nvSpPr>
          <p:cNvPr id="12" name="Text Placeholder 14">
            <a:extLst>
              <a:ext uri="{FF2B5EF4-FFF2-40B4-BE49-F238E27FC236}">
                <a16:creationId xmlns="" xmlns:a16="http://schemas.microsoft.com/office/drawing/2014/main" id="{AF72FAD7-C8C3-754A-A498-D3A7EC29AB73}"/>
              </a:ext>
            </a:extLst>
          </p:cNvPr>
          <p:cNvSpPr>
            <a:spLocks noGrp="1"/>
          </p:cNvSpPr>
          <p:nvPr>
            <p:ph idx="1"/>
          </p:nvPr>
        </p:nvSpPr>
        <p:spPr>
          <a:xfrm>
            <a:off x="807340" y="6270651"/>
            <a:ext cx="1982316" cy="153611"/>
          </a:xfrm>
          <a:prstGeom prst="rect">
            <a:avLst/>
          </a:prstGeom>
        </p:spPr>
        <p:txBody>
          <a:bodyPr vert="horz" lIns="0" tIns="0" rIns="0" bIns="0" rtlCol="0">
            <a:noAutofit/>
          </a:bodyPr>
          <a:lstStyle>
            <a:lvl1pPr>
              <a:defRPr sz="1000">
                <a:solidFill>
                  <a:schemeClr val="bg1"/>
                </a:solidFill>
              </a:defRPr>
            </a:lvl1pPr>
          </a:lstStyle>
          <a:p>
            <a:pPr lvl="0"/>
            <a:r>
              <a:rPr lang="en-US" dirty="0"/>
              <a:t>Edit Master text styles</a:t>
            </a:r>
          </a:p>
        </p:txBody>
      </p:sp>
      <p:sp>
        <p:nvSpPr>
          <p:cNvPr id="8" name="Title 1">
            <a:extLst>
              <a:ext uri="{FF2B5EF4-FFF2-40B4-BE49-F238E27FC236}">
                <a16:creationId xmlns="" xmlns:a16="http://schemas.microsoft.com/office/drawing/2014/main" id="{8227DEE9-8BE9-0D49-BF96-9E83C5312E00}"/>
              </a:ext>
            </a:extLst>
          </p:cNvPr>
          <p:cNvSpPr>
            <a:spLocks noGrp="1"/>
          </p:cNvSpPr>
          <p:nvPr>
            <p:ph type="ctrTitle" hasCustomPrompt="1"/>
          </p:nvPr>
        </p:nvSpPr>
        <p:spPr>
          <a:xfrm>
            <a:off x="898996" y="907092"/>
            <a:ext cx="6559809" cy="690255"/>
          </a:xfrm>
          <a:prstGeom prst="rect">
            <a:avLst/>
          </a:prstGeom>
          <a:ln>
            <a:noFill/>
            <a:prstDash val="dash"/>
          </a:ln>
        </p:spPr>
        <p:txBody>
          <a:bodyPr lIns="0" tIns="0" rIns="0" bIns="0" anchor="t">
            <a:normAutofit/>
          </a:bodyPr>
          <a:lstStyle>
            <a:lvl1pPr algn="l">
              <a:defRPr sz="3200" b="0" i="0">
                <a:solidFill>
                  <a:schemeClr val="bg1"/>
                </a:solidFill>
                <a:latin typeface="Microsoft YaHei" panose="020B0503020204020204" pitchFamily="34" charset="-122"/>
                <a:ea typeface="Microsoft YaHei" panose="020B0503020204020204" pitchFamily="34" charset="-122"/>
              </a:defRPr>
            </a:lvl1pPr>
          </a:lstStyle>
          <a:p>
            <a:r>
              <a:rPr lang="zh-CN" altLang="en-US" dirty="0"/>
              <a:t>单击此处添加封面标题</a:t>
            </a:r>
            <a:endParaRPr lang="en-US" dirty="0"/>
          </a:p>
        </p:txBody>
      </p:sp>
      <p:sp>
        <p:nvSpPr>
          <p:cNvPr id="9" name="Text Placeholder 5">
            <a:extLst>
              <a:ext uri="{FF2B5EF4-FFF2-40B4-BE49-F238E27FC236}">
                <a16:creationId xmlns="" xmlns:a16="http://schemas.microsoft.com/office/drawing/2014/main" id="{2F43DA98-D48D-6947-95EF-BA3B05E68822}"/>
              </a:ext>
            </a:extLst>
          </p:cNvPr>
          <p:cNvSpPr>
            <a:spLocks noGrp="1"/>
          </p:cNvSpPr>
          <p:nvPr>
            <p:ph type="body" sz="quarter" idx="10" hasCustomPrompt="1"/>
          </p:nvPr>
        </p:nvSpPr>
        <p:spPr>
          <a:xfrm>
            <a:off x="929260" y="1949372"/>
            <a:ext cx="6535842" cy="643926"/>
          </a:xfrm>
          <a:prstGeom prst="rect">
            <a:avLst/>
          </a:prstGeom>
        </p:spPr>
        <p:txBody>
          <a:bodyPr/>
          <a:lstStyle>
            <a:lvl1pPr>
              <a:defRPr sz="1400">
                <a:solidFill>
                  <a:schemeClr val="bg1"/>
                </a:solidFill>
                <a:latin typeface="微软雅黑" panose="020B0503020204020204" pitchFamily="34" charset="-122"/>
                <a:ea typeface="微软雅黑" panose="020B0503020204020204" pitchFamily="34" charset="-122"/>
              </a:defRPr>
            </a:lvl1pPr>
          </a:lstStyle>
          <a:p>
            <a:pPr lvl="0"/>
            <a:r>
              <a:rPr lang="zh-CN" altLang="en-US" dirty="0"/>
              <a:t>单击此处添加文本</a:t>
            </a:r>
            <a:endParaRPr lang="en-US" dirty="0"/>
          </a:p>
        </p:txBody>
      </p:sp>
    </p:spTree>
    <p:extLst>
      <p:ext uri="{BB962C8B-B14F-4D97-AF65-F5344CB8AC3E}">
        <p14:creationId xmlns:p14="http://schemas.microsoft.com/office/powerpoint/2010/main" val="3051503017"/>
      </p:ext>
    </p:extLst>
  </p:cSld>
  <p:clrMapOvr>
    <a:masterClrMapping/>
  </p:clrMapOvr>
  <p:extLst>
    <p:ext uri="{DCECCB84-F9BA-43D5-87BE-67443E8EF086}">
      <p15:sldGuideLst xmlns="" xmlns:p15="http://schemas.microsoft.com/office/powerpoint/2012/main"/>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2_Contents page">
    <p:bg>
      <p:bgPr>
        <a:solidFill>
          <a:srgbClr val="EBEBEB"/>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83780461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userDrawn="1">
  <p:cSld name="章节页">
    <p:spTree>
      <p:nvGrpSpPr>
        <p:cNvPr id="1" name=""/>
        <p:cNvGrpSpPr/>
        <p:nvPr/>
      </p:nvGrpSpPr>
      <p:grpSpPr>
        <a:xfrm>
          <a:off x="0" y="0"/>
          <a:ext cx="0" cy="0"/>
          <a:chOff x="0" y="0"/>
          <a:chExt cx="0" cy="0"/>
        </a:xfrm>
      </p:grpSpPr>
      <p:sp>
        <p:nvSpPr>
          <p:cNvPr id="3" name="Subtitle 2">
            <a:extLst>
              <a:ext uri="{FF2B5EF4-FFF2-40B4-BE49-F238E27FC236}">
                <a16:creationId xmlns="" xmlns:a16="http://schemas.microsoft.com/office/drawing/2014/main" id="{D2A38214-5857-FC4E-B923-056100E16BCA}"/>
              </a:ext>
            </a:extLst>
          </p:cNvPr>
          <p:cNvSpPr>
            <a:spLocks noGrp="1"/>
          </p:cNvSpPr>
          <p:nvPr>
            <p:ph type="subTitle" idx="1" hasCustomPrompt="1"/>
          </p:nvPr>
        </p:nvSpPr>
        <p:spPr>
          <a:xfrm>
            <a:off x="729175" y="456134"/>
            <a:ext cx="10740640" cy="993400"/>
          </a:xfrm>
          <a:prstGeom prst="rect">
            <a:avLst/>
          </a:prstGeom>
        </p:spPr>
        <p:txBody>
          <a:bodyPr lIns="0" tIns="0" rIns="0" bIns="0" anchor="t">
            <a:normAutofit/>
          </a:bodyPr>
          <a:lstStyle>
            <a:lvl1pPr marL="0" indent="0" algn="l">
              <a:lnSpc>
                <a:spcPts val="3430"/>
              </a:lnSpc>
              <a:spcBef>
                <a:spcPts val="0"/>
              </a:spcBef>
              <a:buNone/>
              <a:defRPr sz="3200" baseline="0">
                <a:solidFill>
                  <a:schemeClr val="tx1"/>
                </a:solidFill>
                <a:latin typeface="Microsoft YaHei" panose="020B0503020204020204" pitchFamily="34" charset="-122"/>
                <a:ea typeface="Microsoft YaHei" panose="020B0503020204020204" pitchFamily="34" charset="-122"/>
              </a:defRPr>
            </a:lvl1pPr>
            <a:lvl2pPr marL="593900" indent="0" algn="ctr">
              <a:buNone/>
              <a:defRPr sz="2598"/>
            </a:lvl2pPr>
            <a:lvl3pPr marL="1187798" indent="0" algn="ctr">
              <a:buNone/>
              <a:defRPr sz="2338"/>
            </a:lvl3pPr>
            <a:lvl4pPr marL="1781699" indent="0" algn="ctr">
              <a:buNone/>
              <a:defRPr sz="2079"/>
            </a:lvl4pPr>
            <a:lvl5pPr marL="2375598" indent="0" algn="ctr">
              <a:buNone/>
              <a:defRPr sz="2079"/>
            </a:lvl5pPr>
            <a:lvl6pPr marL="2969497" indent="0" algn="ctr">
              <a:buNone/>
              <a:defRPr sz="2079"/>
            </a:lvl6pPr>
            <a:lvl7pPr marL="3563396" indent="0" algn="ctr">
              <a:buNone/>
              <a:defRPr sz="2079"/>
            </a:lvl7pPr>
            <a:lvl8pPr marL="4157297" indent="0" algn="ctr">
              <a:buNone/>
              <a:defRPr sz="2079"/>
            </a:lvl8pPr>
            <a:lvl9pPr marL="4751195" indent="0" algn="ctr">
              <a:buNone/>
              <a:defRPr sz="2079"/>
            </a:lvl9pPr>
          </a:lstStyle>
          <a:p>
            <a:r>
              <a:rPr lang="zh-CN" altLang="en-US" dirty="0"/>
              <a:t>单击此处添加标题</a:t>
            </a:r>
            <a:endParaRPr lang="en-US" dirty="0"/>
          </a:p>
        </p:txBody>
      </p:sp>
      <p:sp>
        <p:nvSpPr>
          <p:cNvPr id="5" name="Content Placeholder 2">
            <a:extLst>
              <a:ext uri="{FF2B5EF4-FFF2-40B4-BE49-F238E27FC236}">
                <a16:creationId xmlns="" xmlns:a16="http://schemas.microsoft.com/office/drawing/2014/main" id="{CA8B3F0C-616F-224A-B32F-9F9BF5EEE1BC}"/>
              </a:ext>
            </a:extLst>
          </p:cNvPr>
          <p:cNvSpPr>
            <a:spLocks noGrp="1"/>
          </p:cNvSpPr>
          <p:nvPr>
            <p:ph idx="12" hasCustomPrompt="1"/>
          </p:nvPr>
        </p:nvSpPr>
        <p:spPr>
          <a:xfrm>
            <a:off x="726021" y="1512875"/>
            <a:ext cx="10733557" cy="4690459"/>
          </a:xfrm>
          <a:prstGeom prst="rect">
            <a:avLst/>
          </a:prstGeom>
        </p:spPr>
        <p:txBody>
          <a:bodyPr lIns="0" tIns="0" rIns="0" bIns="0"/>
          <a:lstStyle>
            <a:lvl1pPr marL="179388" marR="0" indent="-168275" algn="l" defTabSz="1187798" rtl="0" eaLnBrk="1" fontAlgn="auto" latinLnBrk="0" hangingPunct="1">
              <a:lnSpc>
                <a:spcPct val="100000"/>
              </a:lnSpc>
              <a:spcBef>
                <a:spcPts val="0"/>
              </a:spcBef>
              <a:spcAft>
                <a:spcPts val="600"/>
              </a:spcAft>
              <a:buClr>
                <a:srgbClr val="000000"/>
              </a:buClr>
              <a:buSzTx/>
              <a:buFont typeface="Arial" panose="020B0604020202020204" pitchFamily="34" charset="0"/>
              <a:buChar char="•"/>
              <a:tabLst>
                <a:tab pos="1208088" algn="ctr"/>
              </a:tabLst>
              <a:defRPr sz="1800" baseline="0">
                <a:solidFill>
                  <a:schemeClr val="tx1"/>
                </a:solidFill>
                <a:latin typeface="Microsoft YaHei" panose="020B0503020204020204" pitchFamily="34" charset="-122"/>
                <a:ea typeface="Microsoft YaHei" panose="020B0503020204020204" pitchFamily="34" charset="-122"/>
                <a:cs typeface="Arial" panose="020B0604020202020204" pitchFamily="34" charset="0"/>
              </a:defRPr>
            </a:lvl1pPr>
            <a:lvl2pPr marL="329026" marR="0" indent="-168275" algn="l" defTabSz="1187798" rtl="0" eaLnBrk="1" fontAlgn="auto" latinLnBrk="0" hangingPunct="1">
              <a:lnSpc>
                <a:spcPct val="100000"/>
              </a:lnSpc>
              <a:spcBef>
                <a:spcPts val="0"/>
              </a:spcBef>
              <a:spcAft>
                <a:spcPts val="600"/>
              </a:spcAft>
              <a:buClr>
                <a:schemeClr val="tx1"/>
              </a:buClr>
              <a:buSzTx/>
              <a:buFont typeface=".AppleSystemUIFont"/>
              <a:buChar char="&gt;"/>
              <a:tabLst>
                <a:tab pos="1208088" algn="ctr"/>
              </a:tabLst>
              <a:defRPr sz="1600" baseline="0">
                <a:latin typeface="Microsoft YaHei" panose="020B0503020204020204" pitchFamily="34" charset="-122"/>
                <a:ea typeface="Microsoft YaHei" panose="020B0503020204020204" pitchFamily="34" charset="-122"/>
              </a:defRPr>
            </a:lvl2pPr>
            <a:lvl3pPr marL="1098575" marR="0" indent="-168275" algn="l" defTabSz="1187798" rtl="0" eaLnBrk="1" fontAlgn="auto" latinLnBrk="0" hangingPunct="1">
              <a:lnSpc>
                <a:spcPct val="100000"/>
              </a:lnSpc>
              <a:spcBef>
                <a:spcPts val="0"/>
              </a:spcBef>
              <a:spcAft>
                <a:spcPts val="600"/>
              </a:spcAft>
              <a:buClr>
                <a:schemeClr val="tx1"/>
              </a:buClr>
              <a:buSzTx/>
              <a:buFont typeface=".AppleSystemUIFont"/>
              <a:buChar char="-"/>
              <a:tabLst>
                <a:tab pos="1208088" algn="ctr"/>
              </a:tabLst>
              <a:defRPr sz="1299" baseline="0">
                <a:latin typeface="Microsoft YaHei" panose="020B0503020204020204" pitchFamily="34" charset="-122"/>
                <a:ea typeface="Microsoft YaHei" panose="020B0503020204020204" pitchFamily="34" charset="-122"/>
              </a:defRPr>
            </a:lvl3pPr>
            <a:lvl4pPr marL="525850" indent="-171159">
              <a:buFont typeface="Arial" panose="020B0604020202020204" pitchFamily="34" charset="0"/>
              <a:buChar char="•"/>
              <a:tabLst>
                <a:tab pos="1208420" algn="ctr"/>
              </a:tabLst>
              <a:defRPr sz="1299" baseline="0"/>
            </a:lvl4pPr>
            <a:lvl5pPr marL="525850" indent="-171159">
              <a:buFont typeface="Arial" panose="020B0604020202020204" pitchFamily="34" charset="0"/>
              <a:buChar char="•"/>
              <a:tabLst>
                <a:tab pos="1208420" algn="ctr"/>
              </a:tabLst>
              <a:defRPr sz="1299" baseline="0"/>
            </a:lvl5pPr>
          </a:lstStyle>
          <a:p>
            <a:pPr lvl="0"/>
            <a:r>
              <a:rPr lang="zh-CN" altLang="en-US" dirty="0"/>
              <a:t>单击此处添加文本</a:t>
            </a:r>
            <a:endParaRPr lang="en-US" dirty="0"/>
          </a:p>
          <a:p>
            <a:pPr marL="329026" marR="0" lvl="1" indent="-168275" algn="l" defTabSz="1187798" rtl="0" eaLnBrk="1" fontAlgn="auto" latinLnBrk="0" hangingPunct="1">
              <a:lnSpc>
                <a:spcPct val="100000"/>
              </a:lnSpc>
              <a:spcBef>
                <a:spcPts val="0"/>
              </a:spcBef>
              <a:spcAft>
                <a:spcPts val="600"/>
              </a:spcAft>
              <a:buClr>
                <a:schemeClr val="tx1"/>
              </a:buClr>
              <a:buSzTx/>
              <a:buFont typeface="Arial" panose="020B0604020202020204" pitchFamily="34" charset="0"/>
              <a:buChar char="•"/>
              <a:tabLst>
                <a:tab pos="1208088" algn="ctr"/>
              </a:tabLst>
              <a:defRPr/>
            </a:pPr>
            <a:r>
              <a:rPr lang="zh-CN" altLang="en-US" dirty="0"/>
              <a:t>单击此处添加文本</a:t>
            </a:r>
            <a:endParaRPr lang="en-US" dirty="0"/>
          </a:p>
          <a:p>
            <a:pPr marL="1098575" marR="0" lvl="2" indent="-168275" algn="l" defTabSz="1187798" rtl="0" eaLnBrk="1" fontAlgn="auto" latinLnBrk="0" hangingPunct="1">
              <a:lnSpc>
                <a:spcPct val="100000"/>
              </a:lnSpc>
              <a:spcBef>
                <a:spcPts val="0"/>
              </a:spcBef>
              <a:spcAft>
                <a:spcPts val="600"/>
              </a:spcAft>
              <a:buClr>
                <a:schemeClr val="tx1"/>
              </a:buClr>
              <a:buSzTx/>
              <a:buFont typeface="Arial" panose="020B0604020202020204" pitchFamily="34" charset="0"/>
              <a:buChar char="•"/>
              <a:tabLst>
                <a:tab pos="1208088" algn="ctr"/>
              </a:tabLst>
              <a:defRPr/>
            </a:pPr>
            <a:r>
              <a:rPr lang="zh-CN" altLang="en-US" dirty="0"/>
              <a:t>单击此处添加文本</a:t>
            </a:r>
            <a:endParaRPr lang="en-US" dirty="0"/>
          </a:p>
          <a:p>
            <a:pPr marL="1098575" marR="0" lvl="2" indent="-168275" algn="l" defTabSz="1187798" rtl="0" eaLnBrk="1" fontAlgn="auto" latinLnBrk="0" hangingPunct="1">
              <a:lnSpc>
                <a:spcPct val="100000"/>
              </a:lnSpc>
              <a:spcBef>
                <a:spcPts val="0"/>
              </a:spcBef>
              <a:spcAft>
                <a:spcPts val="600"/>
              </a:spcAft>
              <a:buClr>
                <a:schemeClr val="tx1"/>
              </a:buClr>
              <a:buSzTx/>
              <a:buFont typeface="Arial" panose="020B0604020202020204" pitchFamily="34" charset="0"/>
              <a:buChar char="•"/>
              <a:tabLst>
                <a:tab pos="1208088" algn="ctr"/>
              </a:tabLst>
              <a:defRPr/>
            </a:pPr>
            <a:endParaRPr lang="en-US" altLang="zh-CN" dirty="0"/>
          </a:p>
        </p:txBody>
      </p:sp>
    </p:spTree>
    <p:extLst>
      <p:ext uri="{BB962C8B-B14F-4D97-AF65-F5344CB8AC3E}">
        <p14:creationId xmlns:p14="http://schemas.microsoft.com/office/powerpoint/2010/main" val="1975429476"/>
      </p:ext>
    </p:extLst>
  </p:cSld>
  <p:clrMapOvr>
    <a:masterClrMapping/>
  </p:clrMapOvr>
  <p:extLst>
    <p:ext uri="{DCECCB84-F9BA-43D5-87BE-67443E8EF086}">
      <p15:sldGuideLst xmlns="" xmlns:p15="http://schemas.microsoft.com/office/powerpoint/2012/main"/>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Tree>
    <p:extLst>
      <p:ext uri="{BB962C8B-B14F-4D97-AF65-F5344CB8AC3E}">
        <p14:creationId xmlns:p14="http://schemas.microsoft.com/office/powerpoint/2010/main" val="399305286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探索版封底">
    <p:spTree>
      <p:nvGrpSpPr>
        <p:cNvPr id="1" name=""/>
        <p:cNvGrpSpPr/>
        <p:nvPr/>
      </p:nvGrpSpPr>
      <p:grpSpPr>
        <a:xfrm>
          <a:off x="0" y="0"/>
          <a:ext cx="0" cy="0"/>
          <a:chOff x="0" y="0"/>
          <a:chExt cx="0" cy="0"/>
        </a:xfrm>
      </p:grpSpPr>
      <p:pic>
        <p:nvPicPr>
          <p:cNvPr id="2" name="图片 1"/>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26" y="0"/>
            <a:ext cx="12194710" cy="6858000"/>
          </a:xfrm>
          <a:prstGeom prst="rect">
            <a:avLst/>
          </a:prstGeom>
        </p:spPr>
      </p:pic>
      <p:pic>
        <p:nvPicPr>
          <p:cNvPr id="10" name="图片 9"/>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9591675" y="6043569"/>
            <a:ext cx="1901836" cy="427660"/>
          </a:xfrm>
          <a:prstGeom prst="rect">
            <a:avLst/>
          </a:prstGeom>
        </p:spPr>
      </p:pic>
      <p:sp>
        <p:nvSpPr>
          <p:cNvPr id="12" name="Title 1">
            <a:extLst>
              <a:ext uri="{FF2B5EF4-FFF2-40B4-BE49-F238E27FC236}">
                <a16:creationId xmlns="" xmlns:a16="http://schemas.microsoft.com/office/drawing/2014/main" id="{8227DEE9-8BE9-0D49-BF96-9E83C5312E00}"/>
              </a:ext>
            </a:extLst>
          </p:cNvPr>
          <p:cNvSpPr>
            <a:spLocks noGrp="1"/>
          </p:cNvSpPr>
          <p:nvPr>
            <p:ph type="ctrTitle" hasCustomPrompt="1"/>
          </p:nvPr>
        </p:nvSpPr>
        <p:spPr>
          <a:xfrm>
            <a:off x="2818477" y="1630269"/>
            <a:ext cx="6559809" cy="690255"/>
          </a:xfrm>
          <a:prstGeom prst="rect">
            <a:avLst/>
          </a:prstGeom>
          <a:ln>
            <a:noFill/>
            <a:prstDash val="dash"/>
          </a:ln>
        </p:spPr>
        <p:txBody>
          <a:bodyPr lIns="0" tIns="0" rIns="0" bIns="0" anchor="t">
            <a:normAutofit/>
          </a:bodyPr>
          <a:lstStyle>
            <a:lvl1pPr algn="ctr">
              <a:defRPr sz="3200" b="0" i="0">
                <a:solidFill>
                  <a:schemeClr val="tx2"/>
                </a:solidFill>
                <a:latin typeface="Microsoft YaHei" panose="020B0503020204020204" pitchFamily="34" charset="-122"/>
                <a:ea typeface="Microsoft YaHei" panose="020B0503020204020204" pitchFamily="34" charset="-122"/>
              </a:defRPr>
            </a:lvl1pPr>
          </a:lstStyle>
          <a:p>
            <a:r>
              <a:rPr lang="zh-CN" altLang="en-US" dirty="0"/>
              <a:t>单击此处添加标题</a:t>
            </a:r>
            <a:endParaRPr lang="en-US" dirty="0"/>
          </a:p>
        </p:txBody>
      </p:sp>
      <p:sp>
        <p:nvSpPr>
          <p:cNvPr id="13" name="Text Placeholder 5">
            <a:extLst>
              <a:ext uri="{FF2B5EF4-FFF2-40B4-BE49-F238E27FC236}">
                <a16:creationId xmlns="" xmlns:a16="http://schemas.microsoft.com/office/drawing/2014/main" id="{2F43DA98-D48D-6947-95EF-BA3B05E68822}"/>
              </a:ext>
            </a:extLst>
          </p:cNvPr>
          <p:cNvSpPr>
            <a:spLocks noGrp="1"/>
          </p:cNvSpPr>
          <p:nvPr>
            <p:ph type="body" sz="quarter" idx="10" hasCustomPrompt="1"/>
          </p:nvPr>
        </p:nvSpPr>
        <p:spPr>
          <a:xfrm>
            <a:off x="2830460" y="2474429"/>
            <a:ext cx="6535842" cy="643926"/>
          </a:xfrm>
          <a:prstGeom prst="rect">
            <a:avLst/>
          </a:prstGeom>
        </p:spPr>
        <p:txBody>
          <a:bodyPr/>
          <a:lstStyle>
            <a:lvl1pPr algn="ctr">
              <a:defRPr sz="1400">
                <a:solidFill>
                  <a:schemeClr val="tx2"/>
                </a:solidFill>
                <a:latin typeface="微软雅黑" panose="020B0503020204020204" pitchFamily="34" charset="-122"/>
                <a:ea typeface="微软雅黑" panose="020B0503020204020204" pitchFamily="34" charset="-122"/>
              </a:defRPr>
            </a:lvl1pPr>
          </a:lstStyle>
          <a:p>
            <a:pPr lvl="0"/>
            <a:r>
              <a:rPr lang="zh-CN" altLang="en-US" dirty="0"/>
              <a:t>单击此处添加文本</a:t>
            </a:r>
            <a:endParaRPr lang="en-US" dirty="0"/>
          </a:p>
        </p:txBody>
      </p:sp>
    </p:spTree>
    <p:extLst>
      <p:ext uri="{BB962C8B-B14F-4D97-AF65-F5344CB8AC3E}">
        <p14:creationId xmlns:p14="http://schemas.microsoft.com/office/powerpoint/2010/main" val="386718346"/>
      </p:ext>
    </p:extLst>
  </p:cSld>
  <p:clrMapOvr>
    <a:masterClrMapping/>
  </p:clrMapOvr>
  <p:extLst>
    <p:ext uri="{DCECCB84-F9BA-43D5-87BE-67443E8EF086}">
      <p15:sldGuideLst xmlns="" xmlns:p15="http://schemas.microsoft.com/office/powerpoint/2012/main">
        <p15:guide id="1" orient="horz" pos="3414">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无限版封底">
    <p:bg>
      <p:bgPr>
        <a:solidFill>
          <a:srgbClr val="FFFFFF"/>
        </a:solidFill>
        <a:effectLst/>
      </p:bgPr>
    </p:bg>
    <p:spTree>
      <p:nvGrpSpPr>
        <p:cNvPr id="1" name=""/>
        <p:cNvGrpSpPr/>
        <p:nvPr/>
      </p:nvGrpSpPr>
      <p:grpSpPr>
        <a:xfrm>
          <a:off x="0" y="0"/>
          <a:ext cx="0" cy="0"/>
          <a:chOff x="0" y="0"/>
          <a:chExt cx="0" cy="0"/>
        </a:xfrm>
      </p:grpSpPr>
      <p:pic>
        <p:nvPicPr>
          <p:cNvPr id="3" name="图片 2"/>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2381" y="0"/>
            <a:ext cx="12192000" cy="6858000"/>
          </a:xfrm>
          <a:prstGeom prst="rect">
            <a:avLst/>
          </a:prstGeom>
        </p:spPr>
      </p:pic>
      <p:pic>
        <p:nvPicPr>
          <p:cNvPr id="5" name="图片 4"/>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9591675" y="6043569"/>
            <a:ext cx="1901836" cy="427660"/>
          </a:xfrm>
          <a:prstGeom prst="rect">
            <a:avLst/>
          </a:prstGeom>
        </p:spPr>
      </p:pic>
      <p:sp>
        <p:nvSpPr>
          <p:cNvPr id="6" name="Title 1">
            <a:extLst>
              <a:ext uri="{FF2B5EF4-FFF2-40B4-BE49-F238E27FC236}">
                <a16:creationId xmlns="" xmlns:a16="http://schemas.microsoft.com/office/drawing/2014/main" id="{8227DEE9-8BE9-0D49-BF96-9E83C5312E00}"/>
              </a:ext>
            </a:extLst>
          </p:cNvPr>
          <p:cNvSpPr>
            <a:spLocks noGrp="1"/>
          </p:cNvSpPr>
          <p:nvPr>
            <p:ph type="ctrTitle" hasCustomPrompt="1"/>
          </p:nvPr>
        </p:nvSpPr>
        <p:spPr>
          <a:xfrm>
            <a:off x="2818477" y="1630269"/>
            <a:ext cx="6559809" cy="690255"/>
          </a:xfrm>
          <a:prstGeom prst="rect">
            <a:avLst/>
          </a:prstGeom>
          <a:ln>
            <a:noFill/>
            <a:prstDash val="dash"/>
          </a:ln>
        </p:spPr>
        <p:txBody>
          <a:bodyPr lIns="0" tIns="0" rIns="0" bIns="0" anchor="t">
            <a:normAutofit/>
          </a:bodyPr>
          <a:lstStyle>
            <a:lvl1pPr algn="ctr">
              <a:defRPr sz="3200" b="0" i="0">
                <a:solidFill>
                  <a:schemeClr val="tx2"/>
                </a:solidFill>
                <a:latin typeface="Microsoft YaHei" panose="020B0503020204020204" pitchFamily="34" charset="-122"/>
                <a:ea typeface="Microsoft YaHei" panose="020B0503020204020204" pitchFamily="34" charset="-122"/>
              </a:defRPr>
            </a:lvl1pPr>
          </a:lstStyle>
          <a:p>
            <a:r>
              <a:rPr lang="zh-CN" altLang="en-US" dirty="0"/>
              <a:t>单击此处添加标题</a:t>
            </a:r>
            <a:endParaRPr lang="en-US" dirty="0"/>
          </a:p>
        </p:txBody>
      </p:sp>
      <p:sp>
        <p:nvSpPr>
          <p:cNvPr id="7" name="Text Placeholder 5">
            <a:extLst>
              <a:ext uri="{FF2B5EF4-FFF2-40B4-BE49-F238E27FC236}">
                <a16:creationId xmlns="" xmlns:a16="http://schemas.microsoft.com/office/drawing/2014/main" id="{2F43DA98-D48D-6947-95EF-BA3B05E68822}"/>
              </a:ext>
            </a:extLst>
          </p:cNvPr>
          <p:cNvSpPr>
            <a:spLocks noGrp="1"/>
          </p:cNvSpPr>
          <p:nvPr>
            <p:ph type="body" sz="quarter" idx="10" hasCustomPrompt="1"/>
          </p:nvPr>
        </p:nvSpPr>
        <p:spPr>
          <a:xfrm>
            <a:off x="2830460" y="2474429"/>
            <a:ext cx="6535842" cy="643926"/>
          </a:xfrm>
          <a:prstGeom prst="rect">
            <a:avLst/>
          </a:prstGeom>
        </p:spPr>
        <p:txBody>
          <a:bodyPr/>
          <a:lstStyle>
            <a:lvl1pPr algn="ctr">
              <a:defRPr sz="1400">
                <a:solidFill>
                  <a:schemeClr val="tx2"/>
                </a:solidFill>
                <a:latin typeface="微软雅黑" panose="020B0503020204020204" pitchFamily="34" charset="-122"/>
                <a:ea typeface="微软雅黑" panose="020B0503020204020204" pitchFamily="34" charset="-122"/>
              </a:defRPr>
            </a:lvl1pPr>
          </a:lstStyle>
          <a:p>
            <a:pPr lvl="0"/>
            <a:r>
              <a:rPr lang="zh-CN" altLang="en-US" dirty="0"/>
              <a:t>单击此处添加文本</a:t>
            </a:r>
            <a:endParaRPr lang="en-US" dirty="0"/>
          </a:p>
        </p:txBody>
      </p:sp>
    </p:spTree>
    <p:extLst>
      <p:ext uri="{BB962C8B-B14F-4D97-AF65-F5344CB8AC3E}">
        <p14:creationId xmlns:p14="http://schemas.microsoft.com/office/powerpoint/2010/main" val="366478601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userDrawn="1">
  <p:cSld name="章节页">
    <p:spTree>
      <p:nvGrpSpPr>
        <p:cNvPr id="1" name=""/>
        <p:cNvGrpSpPr/>
        <p:nvPr/>
      </p:nvGrpSpPr>
      <p:grpSpPr>
        <a:xfrm>
          <a:off x="0" y="0"/>
          <a:ext cx="0" cy="0"/>
          <a:chOff x="0" y="0"/>
          <a:chExt cx="0" cy="0"/>
        </a:xfrm>
      </p:grpSpPr>
      <p:sp>
        <p:nvSpPr>
          <p:cNvPr id="3" name="Subtitle 2">
            <a:extLst>
              <a:ext uri="{FF2B5EF4-FFF2-40B4-BE49-F238E27FC236}">
                <a16:creationId xmlns="" xmlns:a16="http://schemas.microsoft.com/office/drawing/2014/main" id="{D2A38214-5857-FC4E-B923-056100E16BCA}"/>
              </a:ext>
            </a:extLst>
          </p:cNvPr>
          <p:cNvSpPr>
            <a:spLocks noGrp="1"/>
          </p:cNvSpPr>
          <p:nvPr>
            <p:ph type="subTitle" idx="1" hasCustomPrompt="1"/>
          </p:nvPr>
        </p:nvSpPr>
        <p:spPr>
          <a:xfrm>
            <a:off x="729175" y="456134"/>
            <a:ext cx="10740640" cy="993400"/>
          </a:xfrm>
          <a:prstGeom prst="rect">
            <a:avLst/>
          </a:prstGeom>
        </p:spPr>
        <p:txBody>
          <a:bodyPr lIns="0" tIns="0" rIns="0" bIns="0" anchor="t">
            <a:normAutofit/>
          </a:bodyPr>
          <a:lstStyle>
            <a:lvl1pPr marL="0" indent="0" algn="l">
              <a:lnSpc>
                <a:spcPts val="3430"/>
              </a:lnSpc>
              <a:spcBef>
                <a:spcPts val="0"/>
              </a:spcBef>
              <a:buNone/>
              <a:defRPr sz="3200" baseline="0">
                <a:solidFill>
                  <a:schemeClr val="tx1"/>
                </a:solidFill>
                <a:latin typeface="Microsoft YaHei" panose="020B0503020204020204" pitchFamily="34" charset="-122"/>
                <a:ea typeface="Microsoft YaHei" panose="020B0503020204020204" pitchFamily="34" charset="-122"/>
              </a:defRPr>
            </a:lvl1pPr>
            <a:lvl2pPr marL="593900" indent="0" algn="ctr">
              <a:buNone/>
              <a:defRPr sz="2598"/>
            </a:lvl2pPr>
            <a:lvl3pPr marL="1187798" indent="0" algn="ctr">
              <a:buNone/>
              <a:defRPr sz="2338"/>
            </a:lvl3pPr>
            <a:lvl4pPr marL="1781699" indent="0" algn="ctr">
              <a:buNone/>
              <a:defRPr sz="2079"/>
            </a:lvl4pPr>
            <a:lvl5pPr marL="2375598" indent="0" algn="ctr">
              <a:buNone/>
              <a:defRPr sz="2079"/>
            </a:lvl5pPr>
            <a:lvl6pPr marL="2969497" indent="0" algn="ctr">
              <a:buNone/>
              <a:defRPr sz="2079"/>
            </a:lvl6pPr>
            <a:lvl7pPr marL="3563396" indent="0" algn="ctr">
              <a:buNone/>
              <a:defRPr sz="2079"/>
            </a:lvl7pPr>
            <a:lvl8pPr marL="4157297" indent="0" algn="ctr">
              <a:buNone/>
              <a:defRPr sz="2079"/>
            </a:lvl8pPr>
            <a:lvl9pPr marL="4751195" indent="0" algn="ctr">
              <a:buNone/>
              <a:defRPr sz="2079"/>
            </a:lvl9pPr>
          </a:lstStyle>
          <a:p>
            <a:r>
              <a:rPr lang="zh-CN" altLang="en-US" dirty="0"/>
              <a:t>单击此处添加标题</a:t>
            </a:r>
            <a:endParaRPr lang="en-US" dirty="0"/>
          </a:p>
        </p:txBody>
      </p:sp>
      <p:sp>
        <p:nvSpPr>
          <p:cNvPr id="5" name="Content Placeholder 2">
            <a:extLst>
              <a:ext uri="{FF2B5EF4-FFF2-40B4-BE49-F238E27FC236}">
                <a16:creationId xmlns="" xmlns:a16="http://schemas.microsoft.com/office/drawing/2014/main" id="{CA8B3F0C-616F-224A-B32F-9F9BF5EEE1BC}"/>
              </a:ext>
            </a:extLst>
          </p:cNvPr>
          <p:cNvSpPr>
            <a:spLocks noGrp="1"/>
          </p:cNvSpPr>
          <p:nvPr>
            <p:ph idx="12" hasCustomPrompt="1"/>
          </p:nvPr>
        </p:nvSpPr>
        <p:spPr>
          <a:xfrm>
            <a:off x="726021" y="1512875"/>
            <a:ext cx="10733557" cy="4690459"/>
          </a:xfrm>
          <a:prstGeom prst="rect">
            <a:avLst/>
          </a:prstGeom>
        </p:spPr>
        <p:txBody>
          <a:bodyPr lIns="0" tIns="0" rIns="0" bIns="0"/>
          <a:lstStyle>
            <a:lvl1pPr marL="179388" marR="0" indent="-168275" algn="l" defTabSz="1187798" rtl="0" eaLnBrk="1" fontAlgn="auto" latinLnBrk="0" hangingPunct="1">
              <a:lnSpc>
                <a:spcPct val="100000"/>
              </a:lnSpc>
              <a:spcBef>
                <a:spcPts val="0"/>
              </a:spcBef>
              <a:spcAft>
                <a:spcPts val="600"/>
              </a:spcAft>
              <a:buClr>
                <a:srgbClr val="000000"/>
              </a:buClr>
              <a:buSzTx/>
              <a:buFont typeface="Arial" panose="020B0604020202020204" pitchFamily="34" charset="0"/>
              <a:buChar char="•"/>
              <a:tabLst>
                <a:tab pos="1208088" algn="ctr"/>
              </a:tabLst>
              <a:defRPr sz="1800" baseline="0">
                <a:solidFill>
                  <a:schemeClr val="tx1"/>
                </a:solidFill>
                <a:latin typeface="Microsoft YaHei" panose="020B0503020204020204" pitchFamily="34" charset="-122"/>
                <a:ea typeface="Microsoft YaHei" panose="020B0503020204020204" pitchFamily="34" charset="-122"/>
                <a:cs typeface="Arial" panose="020B0604020202020204" pitchFamily="34" charset="0"/>
              </a:defRPr>
            </a:lvl1pPr>
            <a:lvl2pPr marL="329026" marR="0" indent="-168275" algn="l" defTabSz="1187798" rtl="0" eaLnBrk="1" fontAlgn="auto" latinLnBrk="0" hangingPunct="1">
              <a:lnSpc>
                <a:spcPct val="100000"/>
              </a:lnSpc>
              <a:spcBef>
                <a:spcPts val="0"/>
              </a:spcBef>
              <a:spcAft>
                <a:spcPts val="600"/>
              </a:spcAft>
              <a:buClr>
                <a:schemeClr val="tx1"/>
              </a:buClr>
              <a:buSzTx/>
              <a:buFont typeface=".AppleSystemUIFont"/>
              <a:buChar char="&gt;"/>
              <a:tabLst>
                <a:tab pos="1208088" algn="ctr"/>
              </a:tabLst>
              <a:defRPr sz="1600" baseline="0">
                <a:latin typeface="Microsoft YaHei" panose="020B0503020204020204" pitchFamily="34" charset="-122"/>
                <a:ea typeface="Microsoft YaHei" panose="020B0503020204020204" pitchFamily="34" charset="-122"/>
              </a:defRPr>
            </a:lvl2pPr>
            <a:lvl3pPr marL="1098575" marR="0" indent="-168275" algn="l" defTabSz="1187798" rtl="0" eaLnBrk="1" fontAlgn="auto" latinLnBrk="0" hangingPunct="1">
              <a:lnSpc>
                <a:spcPct val="100000"/>
              </a:lnSpc>
              <a:spcBef>
                <a:spcPts val="0"/>
              </a:spcBef>
              <a:spcAft>
                <a:spcPts val="600"/>
              </a:spcAft>
              <a:buClr>
                <a:schemeClr val="tx1"/>
              </a:buClr>
              <a:buSzTx/>
              <a:buFont typeface=".AppleSystemUIFont"/>
              <a:buChar char="-"/>
              <a:tabLst>
                <a:tab pos="1208088" algn="ctr"/>
              </a:tabLst>
              <a:defRPr sz="1299" baseline="0">
                <a:latin typeface="Microsoft YaHei" panose="020B0503020204020204" pitchFamily="34" charset="-122"/>
                <a:ea typeface="Microsoft YaHei" panose="020B0503020204020204" pitchFamily="34" charset="-122"/>
              </a:defRPr>
            </a:lvl3pPr>
            <a:lvl4pPr marL="525850" indent="-171159">
              <a:buFont typeface="Arial" panose="020B0604020202020204" pitchFamily="34" charset="0"/>
              <a:buChar char="•"/>
              <a:tabLst>
                <a:tab pos="1208420" algn="ctr"/>
              </a:tabLst>
              <a:defRPr sz="1299" baseline="0"/>
            </a:lvl4pPr>
            <a:lvl5pPr marL="525850" indent="-171159">
              <a:buFont typeface="Arial" panose="020B0604020202020204" pitchFamily="34" charset="0"/>
              <a:buChar char="•"/>
              <a:tabLst>
                <a:tab pos="1208420" algn="ctr"/>
              </a:tabLst>
              <a:defRPr sz="1299" baseline="0"/>
            </a:lvl5pPr>
          </a:lstStyle>
          <a:p>
            <a:pPr lvl="0"/>
            <a:r>
              <a:rPr lang="zh-CN" altLang="en-US" dirty="0"/>
              <a:t>单击此处添加文本</a:t>
            </a:r>
            <a:endParaRPr lang="en-US" dirty="0"/>
          </a:p>
          <a:p>
            <a:pPr marL="329026" marR="0" lvl="1" indent="-168275" algn="l" defTabSz="1187798" rtl="0" eaLnBrk="1" fontAlgn="auto" latinLnBrk="0" hangingPunct="1">
              <a:lnSpc>
                <a:spcPct val="100000"/>
              </a:lnSpc>
              <a:spcBef>
                <a:spcPts val="0"/>
              </a:spcBef>
              <a:spcAft>
                <a:spcPts val="600"/>
              </a:spcAft>
              <a:buClr>
                <a:schemeClr val="tx1"/>
              </a:buClr>
              <a:buSzTx/>
              <a:buFont typeface="Arial" panose="020B0604020202020204" pitchFamily="34" charset="0"/>
              <a:buChar char="•"/>
              <a:tabLst>
                <a:tab pos="1208088" algn="ctr"/>
              </a:tabLst>
              <a:defRPr/>
            </a:pPr>
            <a:r>
              <a:rPr lang="zh-CN" altLang="en-US" dirty="0"/>
              <a:t>单击此处添加文本</a:t>
            </a:r>
            <a:endParaRPr lang="en-US" dirty="0"/>
          </a:p>
          <a:p>
            <a:pPr marL="1098575" marR="0" lvl="2" indent="-168275" algn="l" defTabSz="1187798" rtl="0" eaLnBrk="1" fontAlgn="auto" latinLnBrk="0" hangingPunct="1">
              <a:lnSpc>
                <a:spcPct val="100000"/>
              </a:lnSpc>
              <a:spcBef>
                <a:spcPts val="0"/>
              </a:spcBef>
              <a:spcAft>
                <a:spcPts val="600"/>
              </a:spcAft>
              <a:buClr>
                <a:schemeClr val="tx1"/>
              </a:buClr>
              <a:buSzTx/>
              <a:buFont typeface="Arial" panose="020B0604020202020204" pitchFamily="34" charset="0"/>
              <a:buChar char="•"/>
              <a:tabLst>
                <a:tab pos="1208088" algn="ctr"/>
              </a:tabLst>
              <a:defRPr/>
            </a:pPr>
            <a:r>
              <a:rPr lang="zh-CN" altLang="en-US" dirty="0"/>
              <a:t>单击此处添加文本</a:t>
            </a:r>
            <a:endParaRPr lang="en-US" dirty="0"/>
          </a:p>
          <a:p>
            <a:pPr marL="1098575" marR="0" lvl="2" indent="-168275" algn="l" defTabSz="1187798" rtl="0" eaLnBrk="1" fontAlgn="auto" latinLnBrk="0" hangingPunct="1">
              <a:lnSpc>
                <a:spcPct val="100000"/>
              </a:lnSpc>
              <a:spcBef>
                <a:spcPts val="0"/>
              </a:spcBef>
              <a:spcAft>
                <a:spcPts val="600"/>
              </a:spcAft>
              <a:buClr>
                <a:schemeClr val="tx1"/>
              </a:buClr>
              <a:buSzTx/>
              <a:buFont typeface="Arial" panose="020B0604020202020204" pitchFamily="34" charset="0"/>
              <a:buChar char="•"/>
              <a:tabLst>
                <a:tab pos="1208088" algn="ctr"/>
              </a:tabLst>
              <a:defRPr/>
            </a:pPr>
            <a:endParaRPr lang="en-US" altLang="zh-CN" dirty="0"/>
          </a:p>
        </p:txBody>
      </p:sp>
    </p:spTree>
    <p:extLst>
      <p:ext uri="{BB962C8B-B14F-4D97-AF65-F5344CB8AC3E}">
        <p14:creationId xmlns:p14="http://schemas.microsoft.com/office/powerpoint/2010/main" val="3590109599"/>
      </p:ext>
    </p:extLst>
  </p:cSld>
  <p:clrMapOvr>
    <a:masterClrMapping/>
  </p:clrMapOvr>
  <p:extLst>
    <p:ext uri="{DCECCB84-F9BA-43D5-87BE-67443E8EF086}">
      <p15:sldGuideLst xmlns="" xmlns:p15="http://schemas.microsoft.com/office/powerpoint/2012/main">
        <p15:guide id="1" pos="3842">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仅标题">
    <p:spTree>
      <p:nvGrpSpPr>
        <p:cNvPr id="1" name=""/>
        <p:cNvGrpSpPr/>
        <p:nvPr/>
      </p:nvGrpSpPr>
      <p:grpSpPr>
        <a:xfrm>
          <a:off x="0" y="0"/>
          <a:ext cx="0" cy="0"/>
          <a:chOff x="0" y="0"/>
          <a:chExt cx="0" cy="0"/>
        </a:xfrm>
      </p:grpSpPr>
    </p:spTree>
    <p:extLst>
      <p:ext uri="{BB962C8B-B14F-4D97-AF65-F5344CB8AC3E}">
        <p14:creationId xmlns:p14="http://schemas.microsoft.com/office/powerpoint/2010/main" val="281672387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userDrawn="1">
  <p:cSld name="章节页">
    <p:spTree>
      <p:nvGrpSpPr>
        <p:cNvPr id="1" name=""/>
        <p:cNvGrpSpPr/>
        <p:nvPr/>
      </p:nvGrpSpPr>
      <p:grpSpPr>
        <a:xfrm>
          <a:off x="0" y="0"/>
          <a:ext cx="0" cy="0"/>
          <a:chOff x="0" y="0"/>
          <a:chExt cx="0" cy="0"/>
        </a:xfrm>
      </p:grpSpPr>
      <p:sp>
        <p:nvSpPr>
          <p:cNvPr id="3" name="Subtitle 2">
            <a:extLst>
              <a:ext uri="{FF2B5EF4-FFF2-40B4-BE49-F238E27FC236}">
                <a16:creationId xmlns="" xmlns:a16="http://schemas.microsoft.com/office/drawing/2014/main" id="{D2A38214-5857-FC4E-B923-056100E16BCA}"/>
              </a:ext>
            </a:extLst>
          </p:cNvPr>
          <p:cNvSpPr>
            <a:spLocks noGrp="1"/>
          </p:cNvSpPr>
          <p:nvPr>
            <p:ph type="subTitle" idx="1" hasCustomPrompt="1"/>
          </p:nvPr>
        </p:nvSpPr>
        <p:spPr>
          <a:xfrm>
            <a:off x="729175" y="456134"/>
            <a:ext cx="10740640" cy="993400"/>
          </a:xfrm>
          <a:prstGeom prst="rect">
            <a:avLst/>
          </a:prstGeom>
        </p:spPr>
        <p:txBody>
          <a:bodyPr lIns="0" tIns="0" rIns="0" bIns="0" anchor="t">
            <a:normAutofit/>
          </a:bodyPr>
          <a:lstStyle>
            <a:lvl1pPr marL="0" indent="0" algn="l">
              <a:lnSpc>
                <a:spcPts val="3430"/>
              </a:lnSpc>
              <a:spcBef>
                <a:spcPts val="0"/>
              </a:spcBef>
              <a:buNone/>
              <a:defRPr sz="3200" baseline="0">
                <a:solidFill>
                  <a:schemeClr val="tx1"/>
                </a:solidFill>
                <a:latin typeface="Microsoft YaHei" panose="020B0503020204020204" pitchFamily="34" charset="-122"/>
                <a:ea typeface="Microsoft YaHei" panose="020B0503020204020204" pitchFamily="34" charset="-122"/>
              </a:defRPr>
            </a:lvl1pPr>
            <a:lvl2pPr marL="593900" indent="0" algn="ctr">
              <a:buNone/>
              <a:defRPr sz="2598"/>
            </a:lvl2pPr>
            <a:lvl3pPr marL="1187798" indent="0" algn="ctr">
              <a:buNone/>
              <a:defRPr sz="2338"/>
            </a:lvl3pPr>
            <a:lvl4pPr marL="1781699" indent="0" algn="ctr">
              <a:buNone/>
              <a:defRPr sz="2079"/>
            </a:lvl4pPr>
            <a:lvl5pPr marL="2375598" indent="0" algn="ctr">
              <a:buNone/>
              <a:defRPr sz="2079"/>
            </a:lvl5pPr>
            <a:lvl6pPr marL="2969497" indent="0" algn="ctr">
              <a:buNone/>
              <a:defRPr sz="2079"/>
            </a:lvl6pPr>
            <a:lvl7pPr marL="3563396" indent="0" algn="ctr">
              <a:buNone/>
              <a:defRPr sz="2079"/>
            </a:lvl7pPr>
            <a:lvl8pPr marL="4157297" indent="0" algn="ctr">
              <a:buNone/>
              <a:defRPr sz="2079"/>
            </a:lvl8pPr>
            <a:lvl9pPr marL="4751195" indent="0" algn="ctr">
              <a:buNone/>
              <a:defRPr sz="2079"/>
            </a:lvl9pPr>
          </a:lstStyle>
          <a:p>
            <a:r>
              <a:rPr lang="zh-CN" altLang="en-US" dirty="0"/>
              <a:t>单击此处添加标题</a:t>
            </a:r>
            <a:endParaRPr lang="en-US" dirty="0"/>
          </a:p>
        </p:txBody>
      </p:sp>
      <p:sp>
        <p:nvSpPr>
          <p:cNvPr id="5" name="Content Placeholder 2">
            <a:extLst>
              <a:ext uri="{FF2B5EF4-FFF2-40B4-BE49-F238E27FC236}">
                <a16:creationId xmlns="" xmlns:a16="http://schemas.microsoft.com/office/drawing/2014/main" id="{CA8B3F0C-616F-224A-B32F-9F9BF5EEE1BC}"/>
              </a:ext>
            </a:extLst>
          </p:cNvPr>
          <p:cNvSpPr>
            <a:spLocks noGrp="1"/>
          </p:cNvSpPr>
          <p:nvPr>
            <p:ph idx="12" hasCustomPrompt="1"/>
          </p:nvPr>
        </p:nvSpPr>
        <p:spPr>
          <a:xfrm>
            <a:off x="726021" y="1512875"/>
            <a:ext cx="10733557" cy="4690459"/>
          </a:xfrm>
          <a:prstGeom prst="rect">
            <a:avLst/>
          </a:prstGeom>
        </p:spPr>
        <p:txBody>
          <a:bodyPr lIns="0" tIns="0" rIns="0" bIns="0"/>
          <a:lstStyle>
            <a:lvl1pPr marL="179388" marR="0" indent="-168275" algn="l" defTabSz="1187798" rtl="0" eaLnBrk="1" fontAlgn="auto" latinLnBrk="0" hangingPunct="1">
              <a:lnSpc>
                <a:spcPct val="100000"/>
              </a:lnSpc>
              <a:spcBef>
                <a:spcPts val="0"/>
              </a:spcBef>
              <a:spcAft>
                <a:spcPts val="600"/>
              </a:spcAft>
              <a:buClr>
                <a:srgbClr val="000000"/>
              </a:buClr>
              <a:buSzTx/>
              <a:buFont typeface="Arial" panose="020B0604020202020204" pitchFamily="34" charset="0"/>
              <a:buChar char="•"/>
              <a:tabLst>
                <a:tab pos="1208088" algn="ctr"/>
              </a:tabLst>
              <a:defRPr sz="1800" baseline="0">
                <a:solidFill>
                  <a:schemeClr val="tx1"/>
                </a:solidFill>
                <a:latin typeface="Microsoft YaHei" panose="020B0503020204020204" pitchFamily="34" charset="-122"/>
                <a:ea typeface="Microsoft YaHei" panose="020B0503020204020204" pitchFamily="34" charset="-122"/>
                <a:cs typeface="Arial" panose="020B0604020202020204" pitchFamily="34" charset="0"/>
              </a:defRPr>
            </a:lvl1pPr>
            <a:lvl2pPr marL="329026" marR="0" indent="-168275" algn="l" defTabSz="1187798" rtl="0" eaLnBrk="1" fontAlgn="auto" latinLnBrk="0" hangingPunct="1">
              <a:lnSpc>
                <a:spcPct val="100000"/>
              </a:lnSpc>
              <a:spcBef>
                <a:spcPts val="0"/>
              </a:spcBef>
              <a:spcAft>
                <a:spcPts val="600"/>
              </a:spcAft>
              <a:buClr>
                <a:schemeClr val="tx1"/>
              </a:buClr>
              <a:buSzTx/>
              <a:buFont typeface=".AppleSystemUIFont"/>
              <a:buChar char="&gt;"/>
              <a:tabLst>
                <a:tab pos="1208088" algn="ctr"/>
              </a:tabLst>
              <a:defRPr sz="1600" baseline="0">
                <a:latin typeface="Microsoft YaHei" panose="020B0503020204020204" pitchFamily="34" charset="-122"/>
                <a:ea typeface="Microsoft YaHei" panose="020B0503020204020204" pitchFamily="34" charset="-122"/>
              </a:defRPr>
            </a:lvl2pPr>
            <a:lvl3pPr marL="1098575" marR="0" indent="-168275" algn="l" defTabSz="1187798" rtl="0" eaLnBrk="1" fontAlgn="auto" latinLnBrk="0" hangingPunct="1">
              <a:lnSpc>
                <a:spcPct val="100000"/>
              </a:lnSpc>
              <a:spcBef>
                <a:spcPts val="0"/>
              </a:spcBef>
              <a:spcAft>
                <a:spcPts val="600"/>
              </a:spcAft>
              <a:buClr>
                <a:schemeClr val="tx1"/>
              </a:buClr>
              <a:buSzTx/>
              <a:buFont typeface=".AppleSystemUIFont"/>
              <a:buChar char="-"/>
              <a:tabLst>
                <a:tab pos="1208088" algn="ctr"/>
              </a:tabLst>
              <a:defRPr sz="1299" baseline="0">
                <a:latin typeface="Microsoft YaHei" panose="020B0503020204020204" pitchFamily="34" charset="-122"/>
                <a:ea typeface="Microsoft YaHei" panose="020B0503020204020204" pitchFamily="34" charset="-122"/>
              </a:defRPr>
            </a:lvl3pPr>
            <a:lvl4pPr marL="525850" indent="-171159">
              <a:buFont typeface="Arial" panose="020B0604020202020204" pitchFamily="34" charset="0"/>
              <a:buChar char="•"/>
              <a:tabLst>
                <a:tab pos="1208420" algn="ctr"/>
              </a:tabLst>
              <a:defRPr sz="1299" baseline="0"/>
            </a:lvl4pPr>
            <a:lvl5pPr marL="525850" indent="-171159">
              <a:buFont typeface="Arial" panose="020B0604020202020204" pitchFamily="34" charset="0"/>
              <a:buChar char="•"/>
              <a:tabLst>
                <a:tab pos="1208420" algn="ctr"/>
              </a:tabLst>
              <a:defRPr sz="1299" baseline="0"/>
            </a:lvl5pPr>
          </a:lstStyle>
          <a:p>
            <a:pPr lvl="0"/>
            <a:r>
              <a:rPr lang="zh-CN" altLang="en-US" dirty="0"/>
              <a:t>单击此处添加文本</a:t>
            </a:r>
            <a:endParaRPr lang="en-US" dirty="0"/>
          </a:p>
          <a:p>
            <a:pPr marL="329026" marR="0" lvl="1" indent="-168275" algn="l" defTabSz="1187798" rtl="0" eaLnBrk="1" fontAlgn="auto" latinLnBrk="0" hangingPunct="1">
              <a:lnSpc>
                <a:spcPct val="100000"/>
              </a:lnSpc>
              <a:spcBef>
                <a:spcPts val="0"/>
              </a:spcBef>
              <a:spcAft>
                <a:spcPts val="600"/>
              </a:spcAft>
              <a:buClr>
                <a:schemeClr val="tx1"/>
              </a:buClr>
              <a:buSzTx/>
              <a:buFont typeface="Arial" panose="020B0604020202020204" pitchFamily="34" charset="0"/>
              <a:buChar char="•"/>
              <a:tabLst>
                <a:tab pos="1208088" algn="ctr"/>
              </a:tabLst>
              <a:defRPr/>
            </a:pPr>
            <a:r>
              <a:rPr lang="zh-CN" altLang="en-US" dirty="0"/>
              <a:t>单击此处添加文本</a:t>
            </a:r>
            <a:endParaRPr lang="en-US" dirty="0"/>
          </a:p>
          <a:p>
            <a:pPr marL="1098575" marR="0" lvl="2" indent="-168275" algn="l" defTabSz="1187798" rtl="0" eaLnBrk="1" fontAlgn="auto" latinLnBrk="0" hangingPunct="1">
              <a:lnSpc>
                <a:spcPct val="100000"/>
              </a:lnSpc>
              <a:spcBef>
                <a:spcPts val="0"/>
              </a:spcBef>
              <a:spcAft>
                <a:spcPts val="600"/>
              </a:spcAft>
              <a:buClr>
                <a:schemeClr val="tx1"/>
              </a:buClr>
              <a:buSzTx/>
              <a:buFont typeface="Arial" panose="020B0604020202020204" pitchFamily="34" charset="0"/>
              <a:buChar char="•"/>
              <a:tabLst>
                <a:tab pos="1208088" algn="ctr"/>
              </a:tabLst>
              <a:defRPr/>
            </a:pPr>
            <a:r>
              <a:rPr lang="zh-CN" altLang="en-US" dirty="0"/>
              <a:t>单击此处添加文本</a:t>
            </a:r>
            <a:endParaRPr lang="en-US" dirty="0"/>
          </a:p>
          <a:p>
            <a:pPr marL="1098575" marR="0" lvl="2" indent="-168275" algn="l" defTabSz="1187798" rtl="0" eaLnBrk="1" fontAlgn="auto" latinLnBrk="0" hangingPunct="1">
              <a:lnSpc>
                <a:spcPct val="100000"/>
              </a:lnSpc>
              <a:spcBef>
                <a:spcPts val="0"/>
              </a:spcBef>
              <a:spcAft>
                <a:spcPts val="600"/>
              </a:spcAft>
              <a:buClr>
                <a:schemeClr val="tx1"/>
              </a:buClr>
              <a:buSzTx/>
              <a:buFont typeface="Arial" panose="020B0604020202020204" pitchFamily="34" charset="0"/>
              <a:buChar char="•"/>
              <a:tabLst>
                <a:tab pos="1208088" algn="ctr"/>
              </a:tabLst>
              <a:defRPr/>
            </a:pPr>
            <a:endParaRPr lang="en-US" altLang="zh-CN" dirty="0"/>
          </a:p>
        </p:txBody>
      </p:sp>
    </p:spTree>
    <p:extLst>
      <p:ext uri="{BB962C8B-B14F-4D97-AF65-F5344CB8AC3E}">
        <p14:creationId xmlns:p14="http://schemas.microsoft.com/office/powerpoint/2010/main" val="2441014359"/>
      </p:ext>
    </p:extLst>
  </p:cSld>
  <p:clrMapOvr>
    <a:masterClrMapping/>
  </p:clrMapOvr>
  <p:extLst>
    <p:ext uri="{DCECCB84-F9BA-43D5-87BE-67443E8EF086}">
      <p15:sldGuideLst xmlns="" xmlns:p15="http://schemas.microsoft.com/office/powerpoint/2012/main">
        <p15:guide id="1" pos="3842">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type="tx">
  <p:cSld name="空白">
    <p:spTree>
      <p:nvGrpSpPr>
        <p:cNvPr id="1" name=""/>
        <p:cNvGrpSpPr/>
        <p:nvPr/>
      </p:nvGrpSpPr>
      <p:grpSpPr>
        <a:xfrm>
          <a:off x="0" y="0"/>
          <a:ext cx="0" cy="0"/>
          <a:chOff x="0" y="0"/>
          <a:chExt cx="0" cy="0"/>
        </a:xfrm>
      </p:grpSpPr>
    </p:spTree>
    <p:extLst>
      <p:ext uri="{BB962C8B-B14F-4D97-AF65-F5344CB8AC3E}">
        <p14:creationId xmlns:p14="http://schemas.microsoft.com/office/powerpoint/2010/main" val="40289761"/>
      </p:ext>
    </p:extLst>
  </p:cSld>
  <p:clrMapOvr>
    <a:masterClrMapping/>
  </p:clrMapOvr>
  <p:transition spd="med"/>
</p:sldLayout>
</file>

<file path=ppt/slideLayouts/slideLayout13.xml><?xml version="1.0" encoding="utf-8"?>
<p:sldLayout xmlns:a="http://schemas.openxmlformats.org/drawingml/2006/main" xmlns:r="http://schemas.openxmlformats.org/officeDocument/2006/relationships" xmlns:p="http://schemas.openxmlformats.org/presentationml/2006/main" type="obj">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409630" y="468677"/>
            <a:ext cx="11377506" cy="1042275"/>
          </a:xfrm>
          <a:prstGeom prst="rect">
            <a:avLst/>
          </a:prstGeom>
        </p:spPr>
        <p:txBody>
          <a:bodyPr/>
          <a:lstStyle/>
          <a:p>
            <a:r>
              <a:rPr lang="zh-CN" altLang="en-US"/>
              <a:t>单击此处编辑母版标题样式</a:t>
            </a:r>
          </a:p>
        </p:txBody>
      </p:sp>
      <p:sp>
        <p:nvSpPr>
          <p:cNvPr id="3" name="内容占位符 2"/>
          <p:cNvSpPr>
            <a:spLocks noGrp="1"/>
          </p:cNvSpPr>
          <p:nvPr>
            <p:ph idx="1"/>
          </p:nvPr>
        </p:nvSpPr>
        <p:spPr>
          <a:xfrm>
            <a:off x="609681" y="1599829"/>
            <a:ext cx="10977404" cy="4526502"/>
          </a:xfrm>
          <a:prstGeom prst="rect">
            <a:avLst/>
          </a:prstGeo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1049334090"/>
      </p:ext>
    </p:extLst>
  </p:cSld>
  <p:clrMapOvr>
    <a:masterClrMapping/>
  </p:clrMapOvr>
  <p:transition spd="med" advClick="0"/>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1_Chinese text page">
    <p:spTree>
      <p:nvGrpSpPr>
        <p:cNvPr id="1" name=""/>
        <p:cNvGrpSpPr/>
        <p:nvPr/>
      </p:nvGrpSpPr>
      <p:grpSpPr>
        <a:xfrm>
          <a:off x="0" y="0"/>
          <a:ext cx="0" cy="0"/>
          <a:chOff x="0" y="0"/>
          <a:chExt cx="0" cy="0"/>
        </a:xfrm>
      </p:grpSpPr>
      <p:sp>
        <p:nvSpPr>
          <p:cNvPr id="3" name="Subtitle 2">
            <a:extLst>
              <a:ext uri="{FF2B5EF4-FFF2-40B4-BE49-F238E27FC236}">
                <a16:creationId xmlns="" xmlns:a16="http://schemas.microsoft.com/office/drawing/2014/main" id="{D2A38214-5857-FC4E-B923-056100E16BCA}"/>
              </a:ext>
            </a:extLst>
          </p:cNvPr>
          <p:cNvSpPr>
            <a:spLocks noGrp="1"/>
          </p:cNvSpPr>
          <p:nvPr>
            <p:ph type="subTitle" idx="1" hasCustomPrompt="1"/>
          </p:nvPr>
        </p:nvSpPr>
        <p:spPr>
          <a:xfrm>
            <a:off x="729175" y="456134"/>
            <a:ext cx="10740640" cy="993400"/>
          </a:xfrm>
          <a:prstGeom prst="rect">
            <a:avLst/>
          </a:prstGeom>
        </p:spPr>
        <p:txBody>
          <a:bodyPr lIns="0" tIns="0" rIns="0" bIns="0" anchor="t">
            <a:normAutofit/>
          </a:bodyPr>
          <a:lstStyle>
            <a:lvl1pPr marL="0" indent="0" algn="l">
              <a:lnSpc>
                <a:spcPts val="3430"/>
              </a:lnSpc>
              <a:spcBef>
                <a:spcPts val="0"/>
              </a:spcBef>
              <a:buNone/>
              <a:defRPr sz="2400" baseline="0">
                <a:solidFill>
                  <a:schemeClr val="tx1"/>
                </a:solidFill>
                <a:latin typeface="Arial" panose="020B0604020202020204" pitchFamily="34" charset="0"/>
                <a:ea typeface="Microsoft YaHei" panose="020B0503020204020204" pitchFamily="34" charset="-122"/>
                <a:cs typeface="Arial" panose="020B0604020202020204" pitchFamily="34" charset="0"/>
              </a:defRPr>
            </a:lvl1pPr>
            <a:lvl2pPr marL="593900" indent="0" algn="ctr">
              <a:buNone/>
              <a:defRPr sz="2598"/>
            </a:lvl2pPr>
            <a:lvl3pPr marL="1187798" indent="0" algn="ctr">
              <a:buNone/>
              <a:defRPr sz="2338"/>
            </a:lvl3pPr>
            <a:lvl4pPr marL="1781699" indent="0" algn="ctr">
              <a:buNone/>
              <a:defRPr sz="2079"/>
            </a:lvl4pPr>
            <a:lvl5pPr marL="2375598" indent="0" algn="ctr">
              <a:buNone/>
              <a:defRPr sz="2079"/>
            </a:lvl5pPr>
            <a:lvl6pPr marL="2969497" indent="0" algn="ctr">
              <a:buNone/>
              <a:defRPr sz="2079"/>
            </a:lvl6pPr>
            <a:lvl7pPr marL="3563396" indent="0" algn="ctr">
              <a:buNone/>
              <a:defRPr sz="2079"/>
            </a:lvl7pPr>
            <a:lvl8pPr marL="4157297" indent="0" algn="ctr">
              <a:buNone/>
              <a:defRPr sz="2079"/>
            </a:lvl8pPr>
            <a:lvl9pPr marL="4751195" indent="0" algn="ctr">
              <a:buNone/>
              <a:defRPr sz="2079"/>
            </a:lvl9pPr>
          </a:lstStyle>
          <a:p>
            <a:r>
              <a:rPr lang="en-US" altLang="zh-CN" dirty="0"/>
              <a:t>Ari</a:t>
            </a:r>
            <a:endParaRPr lang="en-US" dirty="0"/>
          </a:p>
        </p:txBody>
      </p:sp>
    </p:spTree>
    <p:extLst>
      <p:ext uri="{BB962C8B-B14F-4D97-AF65-F5344CB8AC3E}">
        <p14:creationId xmlns:p14="http://schemas.microsoft.com/office/powerpoint/2010/main" val="1286718601"/>
      </p:ext>
    </p:extLst>
  </p:cSld>
  <p:clrMapOvr>
    <a:masterClrMapping/>
  </p:clrMapOvr>
  <p:extLst>
    <p:ext uri="{DCECCB84-F9BA-43D5-87BE-67443E8EF086}">
      <p15:sldGuideLst xmlns="" xmlns:p15="http://schemas.microsoft.com/office/powerpoint/2012/main">
        <p15:guide id="1" pos="3842">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2_自定义版式">
    <p:spTree>
      <p:nvGrpSpPr>
        <p:cNvPr id="1" name=""/>
        <p:cNvGrpSpPr/>
        <p:nvPr/>
      </p:nvGrpSpPr>
      <p:grpSpPr>
        <a:xfrm>
          <a:off x="0" y="0"/>
          <a:ext cx="0" cy="0"/>
          <a:chOff x="0" y="0"/>
          <a:chExt cx="0" cy="0"/>
        </a:xfrm>
      </p:grpSpPr>
    </p:spTree>
    <p:extLst>
      <p:ext uri="{BB962C8B-B14F-4D97-AF65-F5344CB8AC3E}">
        <p14:creationId xmlns:p14="http://schemas.microsoft.com/office/powerpoint/2010/main" val="372694247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269349" y="289515"/>
            <a:ext cx="11660392" cy="899665"/>
          </a:xfrm>
          <a:prstGeom prst="rect">
            <a:avLst/>
          </a:prstGeom>
        </p:spPr>
        <p:txBody>
          <a:bodyPr/>
          <a:lstStyle/>
          <a:p>
            <a:r>
              <a:rPr lang="en-US"/>
              <a:t>Click to edit Master title style</a:t>
            </a:r>
            <a:endParaRPr lang="en-US" dirty="0"/>
          </a:p>
        </p:txBody>
      </p:sp>
    </p:spTree>
    <p:extLst>
      <p:ext uri="{BB962C8B-B14F-4D97-AF65-F5344CB8AC3E}">
        <p14:creationId xmlns:p14="http://schemas.microsoft.com/office/powerpoint/2010/main" val="17542660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3_自定义版式">
    <p:spTree>
      <p:nvGrpSpPr>
        <p:cNvPr id="1" name=""/>
        <p:cNvGrpSpPr/>
        <p:nvPr/>
      </p:nvGrpSpPr>
      <p:grpSpPr>
        <a:xfrm>
          <a:off x="0" y="0"/>
          <a:ext cx="0" cy="0"/>
          <a:chOff x="0" y="0"/>
          <a:chExt cx="0" cy="0"/>
        </a:xfrm>
      </p:grpSpPr>
    </p:spTree>
    <p:extLst>
      <p:ext uri="{BB962C8B-B14F-4D97-AF65-F5344CB8AC3E}">
        <p14:creationId xmlns:p14="http://schemas.microsoft.com/office/powerpoint/2010/main" val="2524001176"/>
      </p:ext>
    </p:extLst>
  </p:cSld>
  <p:clrMapOvr>
    <a:masterClrMapping/>
  </p:clrMapOvr>
  <p:transition advClick="0"/>
</p:sldLayout>
</file>

<file path=ppt/slideLayouts/slideLayout18.xml><?xml version="1.0" encoding="utf-8"?>
<p:sldLayout xmlns:a="http://schemas.openxmlformats.org/drawingml/2006/main" xmlns:r="http://schemas.openxmlformats.org/officeDocument/2006/relationships" xmlns:p="http://schemas.openxmlformats.org/presentationml/2006/main" type="titleOnly">
  <p:cSld name="1_仅标题">
    <p:spTree>
      <p:nvGrpSpPr>
        <p:cNvPr id="1" name=""/>
        <p:cNvGrpSpPr/>
        <p:nvPr/>
      </p:nvGrpSpPr>
      <p:grpSpPr>
        <a:xfrm>
          <a:off x="0" y="0"/>
          <a:ext cx="0" cy="0"/>
          <a:chOff x="0" y="0"/>
          <a:chExt cx="0" cy="0"/>
        </a:xfrm>
      </p:grpSpPr>
      <p:sp>
        <p:nvSpPr>
          <p:cNvPr id="2" name="标题 1"/>
          <p:cNvSpPr>
            <a:spLocks noGrp="1"/>
          </p:cNvSpPr>
          <p:nvPr>
            <p:ph type="title"/>
          </p:nvPr>
        </p:nvSpPr>
        <p:spPr>
          <a:xfrm>
            <a:off x="838200" y="365125"/>
            <a:ext cx="10520363" cy="1325563"/>
          </a:xfrm>
          <a:prstGeom prst="rect">
            <a:avLst/>
          </a:prstGeom>
        </p:spPr>
        <p:txBody>
          <a:bodyPr/>
          <a:lstStyle/>
          <a:p>
            <a:r>
              <a:rPr lang="zh-CN" altLang="en-US"/>
              <a:t>单击此处编辑母版标题样式</a:t>
            </a:r>
          </a:p>
        </p:txBody>
      </p:sp>
    </p:spTree>
    <p:extLst>
      <p:ext uri="{BB962C8B-B14F-4D97-AF65-F5344CB8AC3E}">
        <p14:creationId xmlns:p14="http://schemas.microsoft.com/office/powerpoint/2010/main" val="247849005"/>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7_Chinese text page">
    <p:spTree>
      <p:nvGrpSpPr>
        <p:cNvPr id="1" name=""/>
        <p:cNvGrpSpPr/>
        <p:nvPr/>
      </p:nvGrpSpPr>
      <p:grpSpPr>
        <a:xfrm>
          <a:off x="0" y="0"/>
          <a:ext cx="0" cy="0"/>
          <a:chOff x="0" y="0"/>
          <a:chExt cx="0" cy="0"/>
        </a:xfrm>
      </p:grpSpPr>
      <p:sp>
        <p:nvSpPr>
          <p:cNvPr id="3" name="Subtitle 2">
            <a:extLst>
              <a:ext uri="{FF2B5EF4-FFF2-40B4-BE49-F238E27FC236}">
                <a16:creationId xmlns="" xmlns:a16="http://schemas.microsoft.com/office/drawing/2014/main" id="{D2A38214-5857-FC4E-B923-056100E16BCA}"/>
              </a:ext>
            </a:extLst>
          </p:cNvPr>
          <p:cNvSpPr>
            <a:spLocks noGrp="1"/>
          </p:cNvSpPr>
          <p:nvPr>
            <p:ph type="subTitle" idx="1" hasCustomPrompt="1"/>
          </p:nvPr>
        </p:nvSpPr>
        <p:spPr>
          <a:xfrm>
            <a:off x="729175" y="456134"/>
            <a:ext cx="11467588" cy="497595"/>
          </a:xfrm>
          <a:prstGeom prst="rect">
            <a:avLst/>
          </a:prstGeom>
        </p:spPr>
        <p:txBody>
          <a:bodyPr lIns="0" tIns="0" rIns="0" bIns="0" anchor="t">
            <a:normAutofit/>
          </a:bodyPr>
          <a:lstStyle>
            <a:lvl1pPr marL="0" indent="0" algn="l">
              <a:lnSpc>
                <a:spcPts val="3429"/>
              </a:lnSpc>
              <a:spcBef>
                <a:spcPts val="0"/>
              </a:spcBef>
              <a:buNone/>
              <a:defRPr sz="2800" baseline="0">
                <a:solidFill>
                  <a:schemeClr val="tx1"/>
                </a:solidFill>
                <a:latin typeface="Microsoft YaHei" panose="020B0503020204020204" pitchFamily="34" charset="-122"/>
                <a:ea typeface="Microsoft YaHei" panose="020B0503020204020204" pitchFamily="34" charset="-122"/>
              </a:defRPr>
            </a:lvl1pPr>
            <a:lvl2pPr marL="593662" indent="0" algn="ctr">
              <a:buNone/>
              <a:defRPr sz="2597"/>
            </a:lvl2pPr>
            <a:lvl3pPr marL="1187323" indent="0" algn="ctr">
              <a:buNone/>
              <a:defRPr sz="2337"/>
            </a:lvl3pPr>
            <a:lvl4pPr marL="1780986" indent="0" algn="ctr">
              <a:buNone/>
              <a:defRPr sz="2078"/>
            </a:lvl4pPr>
            <a:lvl5pPr marL="2374648" indent="0" algn="ctr">
              <a:buNone/>
              <a:defRPr sz="2078"/>
            </a:lvl5pPr>
            <a:lvl6pPr marL="2968309" indent="0" algn="ctr">
              <a:buNone/>
              <a:defRPr sz="2078"/>
            </a:lvl6pPr>
            <a:lvl7pPr marL="3561971" indent="0" algn="ctr">
              <a:buNone/>
              <a:defRPr sz="2078"/>
            </a:lvl7pPr>
            <a:lvl8pPr marL="4155634" indent="0" algn="ctr">
              <a:buNone/>
              <a:defRPr sz="2078"/>
            </a:lvl8pPr>
            <a:lvl9pPr marL="4749295" indent="0" algn="ctr">
              <a:buNone/>
              <a:defRPr sz="2078"/>
            </a:lvl9pPr>
          </a:lstStyle>
          <a:p>
            <a:r>
              <a:rPr lang="zh-CN" altLang="en-US" dirty="0"/>
              <a:t>单击此处添加标题</a:t>
            </a:r>
            <a:endParaRPr lang="en-US" dirty="0"/>
          </a:p>
        </p:txBody>
      </p:sp>
    </p:spTree>
    <p:extLst>
      <p:ext uri="{BB962C8B-B14F-4D97-AF65-F5344CB8AC3E}">
        <p14:creationId xmlns:p14="http://schemas.microsoft.com/office/powerpoint/2010/main" val="221365954"/>
      </p:ext>
    </p:extLst>
  </p:cSld>
  <p:clrMapOvr>
    <a:masterClrMapping/>
  </p:clrMapOvr>
  <p:extLst>
    <p:ext uri="{DCECCB84-F9BA-43D5-87BE-67443E8EF086}">
      <p15:sldGuideLst xmlns="" xmlns:p15="http://schemas.microsoft.com/office/powerpoint/2012/main">
        <p15:guide id="1" pos="3842">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2_Chinese text page">
    <p:spTree>
      <p:nvGrpSpPr>
        <p:cNvPr id="1" name=""/>
        <p:cNvGrpSpPr/>
        <p:nvPr/>
      </p:nvGrpSpPr>
      <p:grpSpPr>
        <a:xfrm>
          <a:off x="0" y="0"/>
          <a:ext cx="0" cy="0"/>
          <a:chOff x="0" y="0"/>
          <a:chExt cx="0" cy="0"/>
        </a:xfrm>
      </p:grpSpPr>
      <p:sp>
        <p:nvSpPr>
          <p:cNvPr id="3" name="Subtitle 2">
            <a:extLst>
              <a:ext uri="{FF2B5EF4-FFF2-40B4-BE49-F238E27FC236}">
                <a16:creationId xmlns="" xmlns:a16="http://schemas.microsoft.com/office/drawing/2014/main" id="{D2A38214-5857-FC4E-B923-056100E16BCA}"/>
              </a:ext>
            </a:extLst>
          </p:cNvPr>
          <p:cNvSpPr>
            <a:spLocks noGrp="1"/>
          </p:cNvSpPr>
          <p:nvPr>
            <p:ph type="subTitle" idx="1" hasCustomPrompt="1"/>
          </p:nvPr>
        </p:nvSpPr>
        <p:spPr>
          <a:xfrm>
            <a:off x="729175" y="456134"/>
            <a:ext cx="10740640" cy="993400"/>
          </a:xfrm>
          <a:prstGeom prst="rect">
            <a:avLst/>
          </a:prstGeom>
        </p:spPr>
        <p:txBody>
          <a:bodyPr lIns="0" tIns="0" rIns="0" bIns="0" anchor="t">
            <a:normAutofit/>
          </a:bodyPr>
          <a:lstStyle>
            <a:lvl1pPr marL="0" indent="0" algn="l">
              <a:lnSpc>
                <a:spcPts val="3430"/>
              </a:lnSpc>
              <a:spcBef>
                <a:spcPts val="0"/>
              </a:spcBef>
              <a:buNone/>
              <a:defRPr sz="3200" baseline="0">
                <a:solidFill>
                  <a:schemeClr val="tx1"/>
                </a:solidFill>
                <a:latin typeface="Arial" panose="020B0604020202020204" pitchFamily="34" charset="0"/>
                <a:ea typeface="Microsoft YaHei" panose="020B0503020204020204" pitchFamily="34" charset="-122"/>
                <a:cs typeface="Arial" panose="020B0604020202020204" pitchFamily="34" charset="0"/>
              </a:defRPr>
            </a:lvl1pPr>
            <a:lvl2pPr marL="593900" indent="0" algn="ctr">
              <a:buNone/>
              <a:defRPr sz="2598"/>
            </a:lvl2pPr>
            <a:lvl3pPr marL="1187798" indent="0" algn="ctr">
              <a:buNone/>
              <a:defRPr sz="2338"/>
            </a:lvl3pPr>
            <a:lvl4pPr marL="1781699" indent="0" algn="ctr">
              <a:buNone/>
              <a:defRPr sz="2079"/>
            </a:lvl4pPr>
            <a:lvl5pPr marL="2375598" indent="0" algn="ctr">
              <a:buNone/>
              <a:defRPr sz="2079"/>
            </a:lvl5pPr>
            <a:lvl6pPr marL="2969497" indent="0" algn="ctr">
              <a:buNone/>
              <a:defRPr sz="2079"/>
            </a:lvl6pPr>
            <a:lvl7pPr marL="3563396" indent="0" algn="ctr">
              <a:buNone/>
              <a:defRPr sz="2079"/>
            </a:lvl7pPr>
            <a:lvl8pPr marL="4157297" indent="0" algn="ctr">
              <a:buNone/>
              <a:defRPr sz="2079"/>
            </a:lvl8pPr>
            <a:lvl9pPr marL="4751195" indent="0" algn="ctr">
              <a:buNone/>
              <a:defRPr sz="2079"/>
            </a:lvl9pPr>
          </a:lstStyle>
          <a:p>
            <a:r>
              <a:rPr lang="en-US" dirty="0"/>
              <a:t>Click to edit Master title style</a:t>
            </a:r>
          </a:p>
        </p:txBody>
      </p:sp>
      <p:sp>
        <p:nvSpPr>
          <p:cNvPr id="7" name="Content Placeholder 2">
            <a:extLst>
              <a:ext uri="{FF2B5EF4-FFF2-40B4-BE49-F238E27FC236}">
                <a16:creationId xmlns="" xmlns:a16="http://schemas.microsoft.com/office/drawing/2014/main" id="{8A4EAA63-3827-DA40-B921-C01084B9DA87}"/>
              </a:ext>
            </a:extLst>
          </p:cNvPr>
          <p:cNvSpPr>
            <a:spLocks noGrp="1"/>
          </p:cNvSpPr>
          <p:nvPr>
            <p:ph idx="10" hasCustomPrompt="1"/>
          </p:nvPr>
        </p:nvSpPr>
        <p:spPr>
          <a:xfrm>
            <a:off x="726023" y="1501989"/>
            <a:ext cx="10733557" cy="4690459"/>
          </a:xfrm>
          <a:prstGeom prst="rect">
            <a:avLst/>
          </a:prstGeom>
        </p:spPr>
        <p:txBody>
          <a:bodyPr lIns="0" tIns="0" rIns="0" bIns="0"/>
          <a:lstStyle>
            <a:lvl1pPr marL="12373" indent="0">
              <a:lnSpc>
                <a:spcPct val="100000"/>
              </a:lnSpc>
              <a:spcBef>
                <a:spcPts val="0"/>
              </a:spcBef>
              <a:buFontTx/>
              <a:buNone/>
              <a:tabLst>
                <a:tab pos="1208420" algn="ctr"/>
              </a:tabLst>
              <a:defRPr sz="1800" baseline="0">
                <a:solidFill>
                  <a:schemeClr val="tx1"/>
                </a:solidFill>
                <a:latin typeface="Arial" panose="020B0604020202020204" pitchFamily="34" charset="0"/>
                <a:ea typeface="Microsoft YaHei" panose="020B0503020204020204" pitchFamily="34" charset="-122"/>
                <a:cs typeface="Arial" panose="020B0604020202020204" pitchFamily="34" charset="0"/>
              </a:defRPr>
            </a:lvl1pPr>
            <a:lvl2pPr marL="525850" indent="-171159">
              <a:buFont typeface="Arial" panose="020B0604020202020204" pitchFamily="34" charset="0"/>
              <a:buChar char="•"/>
              <a:tabLst>
                <a:tab pos="1208420" algn="ctr"/>
              </a:tabLst>
              <a:defRPr sz="1299" baseline="0"/>
            </a:lvl2pPr>
            <a:lvl3pPr marL="525850" indent="-171159">
              <a:buFont typeface="Arial" panose="020B0604020202020204" pitchFamily="34" charset="0"/>
              <a:buChar char="•"/>
              <a:tabLst>
                <a:tab pos="1208420" algn="ctr"/>
              </a:tabLst>
              <a:defRPr sz="1299" baseline="0"/>
            </a:lvl3pPr>
            <a:lvl4pPr marL="525850" indent="-171159">
              <a:buFont typeface="Arial" panose="020B0604020202020204" pitchFamily="34" charset="0"/>
              <a:buChar char="•"/>
              <a:tabLst>
                <a:tab pos="1208420" algn="ctr"/>
              </a:tabLst>
              <a:defRPr sz="1299" baseline="0"/>
            </a:lvl4pPr>
            <a:lvl5pPr marL="525850" indent="-171159">
              <a:buFont typeface="Arial" panose="020B0604020202020204" pitchFamily="34" charset="0"/>
              <a:buChar char="•"/>
              <a:tabLst>
                <a:tab pos="1208420" algn="ctr"/>
              </a:tabLst>
              <a:defRPr sz="1299" baseline="0"/>
            </a:lvl5pPr>
          </a:lstStyle>
          <a:p>
            <a:pPr lvl="0"/>
            <a:r>
              <a:rPr lang="en-US" dirty="0"/>
              <a:t>Click to edit Master text style</a:t>
            </a:r>
          </a:p>
        </p:txBody>
      </p:sp>
    </p:spTree>
    <p:extLst>
      <p:ext uri="{BB962C8B-B14F-4D97-AF65-F5344CB8AC3E}">
        <p14:creationId xmlns:p14="http://schemas.microsoft.com/office/powerpoint/2010/main" val="617360292"/>
      </p:ext>
    </p:extLst>
  </p:cSld>
  <p:clrMapOvr>
    <a:masterClrMapping/>
  </p:clrMapOvr>
  <p:extLst>
    <p:ext uri="{DCECCB84-F9BA-43D5-87BE-67443E8EF086}">
      <p15:sldGuideLst xmlns="" xmlns:p15="http://schemas.microsoft.com/office/powerpoint/2012/main">
        <p15:guide id="1" pos="3842">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type="blank">
  <p:cSld name="1_空白">
    <p:spTree>
      <p:nvGrpSpPr>
        <p:cNvPr id="1" name=""/>
        <p:cNvGrpSpPr/>
        <p:nvPr/>
      </p:nvGrpSpPr>
      <p:grpSpPr>
        <a:xfrm>
          <a:off x="0" y="0"/>
          <a:ext cx="0" cy="0"/>
          <a:chOff x="0" y="0"/>
          <a:chExt cx="0" cy="0"/>
        </a:xfrm>
      </p:grpSpPr>
    </p:spTree>
    <p:extLst>
      <p:ext uri="{BB962C8B-B14F-4D97-AF65-F5344CB8AC3E}">
        <p14:creationId xmlns:p14="http://schemas.microsoft.com/office/powerpoint/2010/main" val="29619436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2.xml><?xml version="1.0" encoding="utf-8"?>
<p:sldLayout xmlns:a="http://schemas.openxmlformats.org/drawingml/2006/main" xmlns:r="http://schemas.openxmlformats.org/officeDocument/2006/relationships" xmlns:p="http://schemas.openxmlformats.org/presentationml/2006/main" userDrawn="1">
  <p:cSld name="1_章节页">
    <p:spTree>
      <p:nvGrpSpPr>
        <p:cNvPr id="1" name=""/>
        <p:cNvGrpSpPr/>
        <p:nvPr/>
      </p:nvGrpSpPr>
      <p:grpSpPr>
        <a:xfrm>
          <a:off x="0" y="0"/>
          <a:ext cx="0" cy="0"/>
          <a:chOff x="0" y="0"/>
          <a:chExt cx="0" cy="0"/>
        </a:xfrm>
      </p:grpSpPr>
    </p:spTree>
    <p:extLst>
      <p:ext uri="{BB962C8B-B14F-4D97-AF65-F5344CB8AC3E}">
        <p14:creationId xmlns:p14="http://schemas.microsoft.com/office/powerpoint/2010/main" val="1760530407"/>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userDrawn="1">
  <p:cSld name="39_Chinese text page">
    <p:spTree>
      <p:nvGrpSpPr>
        <p:cNvPr id="1" name=""/>
        <p:cNvGrpSpPr/>
        <p:nvPr/>
      </p:nvGrpSpPr>
      <p:grpSpPr>
        <a:xfrm>
          <a:off x="0" y="0"/>
          <a:ext cx="0" cy="0"/>
          <a:chOff x="0" y="0"/>
          <a:chExt cx="0" cy="0"/>
        </a:xfrm>
      </p:grpSpPr>
      <p:sp>
        <p:nvSpPr>
          <p:cNvPr id="3" name="Subtitle 2">
            <a:extLst>
              <a:ext uri="{FF2B5EF4-FFF2-40B4-BE49-F238E27FC236}">
                <a16:creationId xmlns="" xmlns:a16="http://schemas.microsoft.com/office/drawing/2014/main" id="{D2A38214-5857-FC4E-B923-056100E16BCA}"/>
              </a:ext>
            </a:extLst>
          </p:cNvPr>
          <p:cNvSpPr>
            <a:spLocks noGrp="1"/>
          </p:cNvSpPr>
          <p:nvPr>
            <p:ph type="subTitle" idx="1" hasCustomPrompt="1"/>
          </p:nvPr>
        </p:nvSpPr>
        <p:spPr>
          <a:xfrm>
            <a:off x="729175" y="456134"/>
            <a:ext cx="10740640" cy="993400"/>
          </a:xfrm>
          <a:prstGeom prst="rect">
            <a:avLst/>
          </a:prstGeom>
        </p:spPr>
        <p:txBody>
          <a:bodyPr lIns="0" tIns="0" rIns="0" bIns="0" anchor="t">
            <a:normAutofit/>
          </a:bodyPr>
          <a:lstStyle>
            <a:lvl1pPr marL="0" indent="0" algn="l">
              <a:lnSpc>
                <a:spcPts val="3429"/>
              </a:lnSpc>
              <a:spcBef>
                <a:spcPts val="0"/>
              </a:spcBef>
              <a:buNone/>
              <a:defRPr sz="2799" baseline="0">
                <a:solidFill>
                  <a:schemeClr val="tx1"/>
                </a:solidFill>
                <a:latin typeface="Microsoft YaHei" panose="020B0503020204020204" pitchFamily="34" charset="-122"/>
                <a:ea typeface="Microsoft YaHei" panose="020B0503020204020204" pitchFamily="34" charset="-122"/>
              </a:defRPr>
            </a:lvl1pPr>
            <a:lvl2pPr marL="593722" indent="0" algn="ctr">
              <a:buNone/>
              <a:defRPr sz="2597"/>
            </a:lvl2pPr>
            <a:lvl3pPr marL="1187441" indent="0" algn="ctr">
              <a:buNone/>
              <a:defRPr sz="2338"/>
            </a:lvl3pPr>
            <a:lvl4pPr marL="1781165" indent="0" algn="ctr">
              <a:buNone/>
              <a:defRPr sz="2079"/>
            </a:lvl4pPr>
            <a:lvl5pPr marL="2374885" indent="0" algn="ctr">
              <a:buNone/>
              <a:defRPr sz="2079"/>
            </a:lvl5pPr>
            <a:lvl6pPr marL="2968606" indent="0" algn="ctr">
              <a:buNone/>
              <a:defRPr sz="2079"/>
            </a:lvl6pPr>
            <a:lvl7pPr marL="3562327" indent="0" algn="ctr">
              <a:buNone/>
              <a:defRPr sz="2079"/>
            </a:lvl7pPr>
            <a:lvl8pPr marL="4156050" indent="0" algn="ctr">
              <a:buNone/>
              <a:defRPr sz="2079"/>
            </a:lvl8pPr>
            <a:lvl9pPr marL="4749770" indent="0" algn="ctr">
              <a:buNone/>
              <a:defRPr sz="2079"/>
            </a:lvl9pPr>
          </a:lstStyle>
          <a:p>
            <a:r>
              <a:rPr lang="zh-CN" altLang="en-US" dirty="0"/>
              <a:t>单击此处添加标题</a:t>
            </a:r>
            <a:endParaRPr lang="en-US" dirty="0"/>
          </a:p>
        </p:txBody>
      </p:sp>
    </p:spTree>
    <p:extLst>
      <p:ext uri="{BB962C8B-B14F-4D97-AF65-F5344CB8AC3E}">
        <p14:creationId xmlns:p14="http://schemas.microsoft.com/office/powerpoint/2010/main" val="772455155"/>
      </p:ext>
    </p:extLst>
  </p:cSld>
  <p:clrMapOvr>
    <a:masterClrMapping/>
  </p:clrMapOvr>
  <p:extLst>
    <p:ext uri="{DCECCB84-F9BA-43D5-87BE-67443E8EF086}">
      <p15:sldGuideLst xmlns="" xmlns:p15="http://schemas.microsoft.com/office/powerpoint/2012/main">
        <p15:guide id="1" pos="3842">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userDrawn="1">
  <p:cSld name="标题和竖排文字">
    <p:spTree>
      <p:nvGrpSpPr>
        <p:cNvPr id="1" name=""/>
        <p:cNvGrpSpPr/>
        <p:nvPr/>
      </p:nvGrpSpPr>
      <p:grpSpPr>
        <a:xfrm>
          <a:off x="0" y="0"/>
          <a:ext cx="0" cy="0"/>
          <a:chOff x="0" y="0"/>
          <a:chExt cx="0" cy="0"/>
        </a:xfrm>
      </p:grpSpPr>
    </p:spTree>
    <p:extLst>
      <p:ext uri="{BB962C8B-B14F-4D97-AF65-F5344CB8AC3E}">
        <p14:creationId xmlns:p14="http://schemas.microsoft.com/office/powerpoint/2010/main" val="1553644725"/>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userDrawn="1">
  <p:cSld name="36_Chinese text page">
    <p:spTree>
      <p:nvGrpSpPr>
        <p:cNvPr id="1" name=""/>
        <p:cNvGrpSpPr/>
        <p:nvPr/>
      </p:nvGrpSpPr>
      <p:grpSpPr>
        <a:xfrm>
          <a:off x="0" y="0"/>
          <a:ext cx="0" cy="0"/>
          <a:chOff x="0" y="0"/>
          <a:chExt cx="0" cy="0"/>
        </a:xfrm>
      </p:grpSpPr>
      <p:sp>
        <p:nvSpPr>
          <p:cNvPr id="3" name="Subtitle 2">
            <a:extLst>
              <a:ext uri="{FF2B5EF4-FFF2-40B4-BE49-F238E27FC236}">
                <a16:creationId xmlns="" xmlns:a16="http://schemas.microsoft.com/office/drawing/2014/main" id="{D2A38214-5857-FC4E-B923-056100E16BCA}"/>
              </a:ext>
            </a:extLst>
          </p:cNvPr>
          <p:cNvSpPr>
            <a:spLocks noGrp="1"/>
          </p:cNvSpPr>
          <p:nvPr>
            <p:ph type="subTitle" idx="1" hasCustomPrompt="1"/>
          </p:nvPr>
        </p:nvSpPr>
        <p:spPr>
          <a:xfrm>
            <a:off x="729175" y="456134"/>
            <a:ext cx="10740640" cy="993400"/>
          </a:xfrm>
          <a:prstGeom prst="rect">
            <a:avLst/>
          </a:prstGeom>
        </p:spPr>
        <p:txBody>
          <a:bodyPr lIns="0" tIns="0" rIns="0" bIns="0" anchor="t">
            <a:normAutofit/>
          </a:bodyPr>
          <a:lstStyle>
            <a:lvl1pPr marL="0" indent="0" algn="l">
              <a:lnSpc>
                <a:spcPts val="3430"/>
              </a:lnSpc>
              <a:spcBef>
                <a:spcPts val="0"/>
              </a:spcBef>
              <a:buNone/>
              <a:defRPr sz="2800" baseline="0">
                <a:solidFill>
                  <a:schemeClr val="tx1"/>
                </a:solidFill>
                <a:latin typeface="Microsoft YaHei" panose="020B0503020204020204" pitchFamily="34" charset="-122"/>
                <a:ea typeface="Microsoft YaHei" panose="020B0503020204020204" pitchFamily="34" charset="-122"/>
              </a:defRPr>
            </a:lvl1pPr>
            <a:lvl2pPr marL="593900" indent="0" algn="ctr">
              <a:buNone/>
              <a:defRPr sz="2598"/>
            </a:lvl2pPr>
            <a:lvl3pPr marL="1187798" indent="0" algn="ctr">
              <a:buNone/>
              <a:defRPr sz="2338"/>
            </a:lvl3pPr>
            <a:lvl4pPr marL="1781699" indent="0" algn="ctr">
              <a:buNone/>
              <a:defRPr sz="2079"/>
            </a:lvl4pPr>
            <a:lvl5pPr marL="2375598" indent="0" algn="ctr">
              <a:buNone/>
              <a:defRPr sz="2079"/>
            </a:lvl5pPr>
            <a:lvl6pPr marL="2969497" indent="0" algn="ctr">
              <a:buNone/>
              <a:defRPr sz="2079"/>
            </a:lvl6pPr>
            <a:lvl7pPr marL="3563396" indent="0" algn="ctr">
              <a:buNone/>
              <a:defRPr sz="2079"/>
            </a:lvl7pPr>
            <a:lvl8pPr marL="4157297" indent="0" algn="ctr">
              <a:buNone/>
              <a:defRPr sz="2079"/>
            </a:lvl8pPr>
            <a:lvl9pPr marL="4751195" indent="0" algn="ctr">
              <a:buNone/>
              <a:defRPr sz="2079"/>
            </a:lvl9pPr>
          </a:lstStyle>
          <a:p>
            <a:r>
              <a:rPr lang="zh-CN" altLang="en-US" dirty="0"/>
              <a:t>单击此处添加标题</a:t>
            </a:r>
            <a:endParaRPr lang="en-US" dirty="0"/>
          </a:p>
        </p:txBody>
      </p:sp>
    </p:spTree>
    <p:extLst>
      <p:ext uri="{BB962C8B-B14F-4D97-AF65-F5344CB8AC3E}">
        <p14:creationId xmlns:p14="http://schemas.microsoft.com/office/powerpoint/2010/main" val="2581076421"/>
      </p:ext>
    </p:extLst>
  </p:cSld>
  <p:clrMapOvr>
    <a:masterClrMapping/>
  </p:clrMapOvr>
  <p:extLst>
    <p:ext uri="{DCECCB84-F9BA-43D5-87BE-67443E8EF086}">
      <p15:sldGuideLst xmlns="" xmlns:p15="http://schemas.microsoft.com/office/powerpoint/2012/main">
        <p15:guide id="1" pos="3842">
          <p15:clr>
            <a:srgbClr val="FBAE40"/>
          </p15:clr>
        </p15:guide>
      </p15:sldGuideLst>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userDrawn="1">
  <p:cSld name="58_Chinese text page">
    <p:spTree>
      <p:nvGrpSpPr>
        <p:cNvPr id="1" name=""/>
        <p:cNvGrpSpPr/>
        <p:nvPr/>
      </p:nvGrpSpPr>
      <p:grpSpPr>
        <a:xfrm>
          <a:off x="0" y="0"/>
          <a:ext cx="0" cy="0"/>
          <a:chOff x="0" y="0"/>
          <a:chExt cx="0" cy="0"/>
        </a:xfrm>
      </p:grpSpPr>
      <p:sp>
        <p:nvSpPr>
          <p:cNvPr id="3" name="Subtitle 2">
            <a:extLst>
              <a:ext uri="{FF2B5EF4-FFF2-40B4-BE49-F238E27FC236}">
                <a16:creationId xmlns="" xmlns:a16="http://schemas.microsoft.com/office/drawing/2014/main" id="{D2A38214-5857-FC4E-B923-056100E16BCA}"/>
              </a:ext>
            </a:extLst>
          </p:cNvPr>
          <p:cNvSpPr>
            <a:spLocks noGrp="1"/>
          </p:cNvSpPr>
          <p:nvPr>
            <p:ph type="subTitle" idx="1" hasCustomPrompt="1"/>
          </p:nvPr>
        </p:nvSpPr>
        <p:spPr>
          <a:xfrm>
            <a:off x="729176" y="451861"/>
            <a:ext cx="10740513" cy="444567"/>
          </a:xfrm>
          <a:prstGeom prst="rect">
            <a:avLst/>
          </a:prstGeom>
        </p:spPr>
        <p:txBody>
          <a:bodyPr wrap="square" lIns="0" tIns="0" rIns="0" bIns="0" anchor="ctr" anchorCtr="0">
            <a:spAutoFit/>
          </a:bodyPr>
          <a:lstStyle>
            <a:lvl1pPr marL="0" indent="0" algn="l">
              <a:lnSpc>
                <a:spcPts val="3428"/>
              </a:lnSpc>
              <a:spcBef>
                <a:spcPts val="0"/>
              </a:spcBef>
              <a:buNone/>
              <a:defRPr sz="2399" b="1" baseline="0">
                <a:solidFill>
                  <a:schemeClr val="tx1"/>
                </a:solidFill>
                <a:latin typeface="Microsoft YaHei" panose="020B0503020204020204" pitchFamily="34" charset="-122"/>
                <a:ea typeface="Microsoft YaHei" panose="020B0503020204020204" pitchFamily="34" charset="-122"/>
              </a:defRPr>
            </a:lvl1pPr>
            <a:lvl2pPr marL="593648" indent="0" algn="ctr">
              <a:buNone/>
              <a:defRPr sz="2597"/>
            </a:lvl2pPr>
            <a:lvl3pPr marL="1187293" indent="0" algn="ctr">
              <a:buNone/>
              <a:defRPr sz="2337"/>
            </a:lvl3pPr>
            <a:lvl4pPr marL="1780942" indent="0" algn="ctr">
              <a:buNone/>
              <a:defRPr sz="2079"/>
            </a:lvl4pPr>
            <a:lvl5pPr marL="2374589" indent="0" algn="ctr">
              <a:buNone/>
              <a:defRPr sz="2079"/>
            </a:lvl5pPr>
            <a:lvl6pPr marL="2968235" indent="0" algn="ctr">
              <a:buNone/>
              <a:defRPr sz="2079"/>
            </a:lvl6pPr>
            <a:lvl7pPr marL="3561882" indent="0" algn="ctr">
              <a:buNone/>
              <a:defRPr sz="2079"/>
            </a:lvl7pPr>
            <a:lvl8pPr marL="4155531" indent="0" algn="ctr">
              <a:buNone/>
              <a:defRPr sz="2079"/>
            </a:lvl8pPr>
            <a:lvl9pPr marL="4749176" indent="0" algn="ctr">
              <a:buNone/>
              <a:defRPr sz="2079"/>
            </a:lvl9pPr>
          </a:lstStyle>
          <a:p>
            <a:r>
              <a:rPr lang="zh-CN" altLang="en-US" dirty="0"/>
              <a:t>单击此处添加标题</a:t>
            </a:r>
            <a:endParaRPr lang="en-US" dirty="0"/>
          </a:p>
        </p:txBody>
      </p:sp>
    </p:spTree>
    <p:extLst>
      <p:ext uri="{BB962C8B-B14F-4D97-AF65-F5344CB8AC3E}">
        <p14:creationId xmlns:p14="http://schemas.microsoft.com/office/powerpoint/2010/main" val="990318779"/>
      </p:ext>
    </p:extLst>
  </p:cSld>
  <p:clrMapOvr>
    <a:masterClrMapping/>
  </p:clrMapOvr>
  <p:extLst>
    <p:ext uri="{DCECCB84-F9BA-43D5-87BE-67443E8EF086}">
      <p15:sldGuideLst xmlns="" xmlns:p15="http://schemas.microsoft.com/office/powerpoint/2012/main">
        <p15:guide id="1" pos="3842">
          <p15:clr>
            <a:srgbClr val="FBAE40"/>
          </p15:clr>
        </p15:guide>
      </p15:sldGuideLst>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userDrawn="1">
  <p:cSld name="9_Chinese text page">
    <p:spTree>
      <p:nvGrpSpPr>
        <p:cNvPr id="1" name=""/>
        <p:cNvGrpSpPr/>
        <p:nvPr/>
      </p:nvGrpSpPr>
      <p:grpSpPr>
        <a:xfrm>
          <a:off x="0" y="0"/>
          <a:ext cx="0" cy="0"/>
          <a:chOff x="0" y="0"/>
          <a:chExt cx="0" cy="0"/>
        </a:xfrm>
      </p:grpSpPr>
      <p:sp>
        <p:nvSpPr>
          <p:cNvPr id="3" name="Subtitle 2">
            <a:extLst>
              <a:ext uri="{FF2B5EF4-FFF2-40B4-BE49-F238E27FC236}">
                <a16:creationId xmlns="" xmlns:a16="http://schemas.microsoft.com/office/drawing/2014/main" id="{D2A38214-5857-FC4E-B923-056100E16BCA}"/>
              </a:ext>
            </a:extLst>
          </p:cNvPr>
          <p:cNvSpPr>
            <a:spLocks noGrp="1"/>
          </p:cNvSpPr>
          <p:nvPr>
            <p:ph type="subTitle" idx="1" hasCustomPrompt="1"/>
          </p:nvPr>
        </p:nvSpPr>
        <p:spPr>
          <a:xfrm>
            <a:off x="729176" y="456134"/>
            <a:ext cx="10740640" cy="993400"/>
          </a:xfrm>
          <a:prstGeom prst="rect">
            <a:avLst/>
          </a:prstGeom>
        </p:spPr>
        <p:txBody>
          <a:bodyPr lIns="0" tIns="0" rIns="0" bIns="0" anchor="t">
            <a:normAutofit/>
          </a:bodyPr>
          <a:lstStyle>
            <a:lvl1pPr marL="0" indent="0" algn="ctr">
              <a:lnSpc>
                <a:spcPts val="3428"/>
              </a:lnSpc>
              <a:spcBef>
                <a:spcPts val="0"/>
              </a:spcBef>
              <a:buNone/>
              <a:defRPr sz="2799" baseline="0">
                <a:solidFill>
                  <a:schemeClr val="tx1"/>
                </a:solidFill>
                <a:latin typeface="Microsoft YaHei" panose="020B0503020204020204" pitchFamily="34" charset="-122"/>
                <a:ea typeface="Microsoft YaHei" panose="020B0503020204020204" pitchFamily="34" charset="-122"/>
              </a:defRPr>
            </a:lvl1pPr>
            <a:lvl2pPr marL="593663" indent="0" algn="ctr">
              <a:buNone/>
              <a:defRPr sz="2597"/>
            </a:lvl2pPr>
            <a:lvl3pPr marL="1187323" indent="0" algn="ctr">
              <a:buNone/>
              <a:defRPr sz="2337"/>
            </a:lvl3pPr>
            <a:lvl4pPr marL="1780987" indent="0" algn="ctr">
              <a:buNone/>
              <a:defRPr sz="2078"/>
            </a:lvl4pPr>
            <a:lvl5pPr marL="2374648" indent="0" algn="ctr">
              <a:buNone/>
              <a:defRPr sz="2078"/>
            </a:lvl5pPr>
            <a:lvl6pPr marL="2968309" indent="0" algn="ctr">
              <a:buNone/>
              <a:defRPr sz="2078"/>
            </a:lvl6pPr>
            <a:lvl7pPr marL="3561971" indent="0" algn="ctr">
              <a:buNone/>
              <a:defRPr sz="2078"/>
            </a:lvl7pPr>
            <a:lvl8pPr marL="4155634" indent="0" algn="ctr">
              <a:buNone/>
              <a:defRPr sz="2078"/>
            </a:lvl8pPr>
            <a:lvl9pPr marL="4749295" indent="0" algn="ctr">
              <a:buNone/>
              <a:defRPr sz="2078"/>
            </a:lvl9pPr>
          </a:lstStyle>
          <a:p>
            <a:r>
              <a:rPr lang="zh-CN" altLang="en-US"/>
              <a:t>单击此处添加标题</a:t>
            </a:r>
            <a:endParaRPr lang="en-US"/>
          </a:p>
        </p:txBody>
      </p:sp>
    </p:spTree>
    <p:extLst>
      <p:ext uri="{BB962C8B-B14F-4D97-AF65-F5344CB8AC3E}">
        <p14:creationId xmlns:p14="http://schemas.microsoft.com/office/powerpoint/2010/main" val="2715773020"/>
      </p:ext>
    </p:extLst>
  </p:cSld>
  <p:clrMapOvr>
    <a:masterClrMapping/>
  </p:clrMapOvr>
  <p:extLst>
    <p:ext uri="{DCECCB84-F9BA-43D5-87BE-67443E8EF086}">
      <p15:sldGuideLst xmlns="" xmlns:p15="http://schemas.microsoft.com/office/powerpoint/2012/main">
        <p15:guide id="1" pos="3842">
          <p15:clr>
            <a:srgbClr val="FBAE40"/>
          </p15:clr>
        </p15:guide>
      </p15:sldGuideLst>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userDrawn="1">
  <p:cSld name="2_章节页">
    <p:spTree>
      <p:nvGrpSpPr>
        <p:cNvPr id="1" name=""/>
        <p:cNvGrpSpPr/>
        <p:nvPr/>
      </p:nvGrpSpPr>
      <p:grpSpPr>
        <a:xfrm>
          <a:off x="0" y="0"/>
          <a:ext cx="0" cy="0"/>
          <a:chOff x="0" y="0"/>
          <a:chExt cx="0" cy="0"/>
        </a:xfrm>
      </p:grpSpPr>
      <p:sp>
        <p:nvSpPr>
          <p:cNvPr id="3" name="Subtitle 2">
            <a:extLst>
              <a:ext uri="{FF2B5EF4-FFF2-40B4-BE49-F238E27FC236}">
                <a16:creationId xmlns="" xmlns:a16="http://schemas.microsoft.com/office/drawing/2014/main" id="{D2A38214-5857-FC4E-B923-056100E16BCA}"/>
              </a:ext>
            </a:extLst>
          </p:cNvPr>
          <p:cNvSpPr>
            <a:spLocks noGrp="1"/>
          </p:cNvSpPr>
          <p:nvPr>
            <p:ph type="subTitle" idx="1" hasCustomPrompt="1"/>
          </p:nvPr>
        </p:nvSpPr>
        <p:spPr>
          <a:xfrm>
            <a:off x="729175" y="456134"/>
            <a:ext cx="10740640" cy="993400"/>
          </a:xfrm>
          <a:prstGeom prst="rect">
            <a:avLst/>
          </a:prstGeom>
        </p:spPr>
        <p:txBody>
          <a:bodyPr lIns="0" tIns="0" rIns="0" bIns="0" anchor="t">
            <a:normAutofit/>
          </a:bodyPr>
          <a:lstStyle>
            <a:lvl1pPr marL="0" indent="0" algn="l">
              <a:lnSpc>
                <a:spcPts val="3430"/>
              </a:lnSpc>
              <a:spcBef>
                <a:spcPts val="0"/>
              </a:spcBef>
              <a:buNone/>
              <a:defRPr sz="3200" baseline="0">
                <a:solidFill>
                  <a:schemeClr val="tx1"/>
                </a:solidFill>
                <a:latin typeface="Microsoft YaHei" panose="020B0503020204020204" pitchFamily="34" charset="-122"/>
                <a:ea typeface="Microsoft YaHei" panose="020B0503020204020204" pitchFamily="34" charset="-122"/>
              </a:defRPr>
            </a:lvl1pPr>
            <a:lvl2pPr marL="593900" indent="0" algn="ctr">
              <a:buNone/>
              <a:defRPr sz="2598"/>
            </a:lvl2pPr>
            <a:lvl3pPr marL="1187798" indent="0" algn="ctr">
              <a:buNone/>
              <a:defRPr sz="2338"/>
            </a:lvl3pPr>
            <a:lvl4pPr marL="1781699" indent="0" algn="ctr">
              <a:buNone/>
              <a:defRPr sz="2079"/>
            </a:lvl4pPr>
            <a:lvl5pPr marL="2375598" indent="0" algn="ctr">
              <a:buNone/>
              <a:defRPr sz="2079"/>
            </a:lvl5pPr>
            <a:lvl6pPr marL="2969497" indent="0" algn="ctr">
              <a:buNone/>
              <a:defRPr sz="2079"/>
            </a:lvl6pPr>
            <a:lvl7pPr marL="3563396" indent="0" algn="ctr">
              <a:buNone/>
              <a:defRPr sz="2079"/>
            </a:lvl7pPr>
            <a:lvl8pPr marL="4157297" indent="0" algn="ctr">
              <a:buNone/>
              <a:defRPr sz="2079"/>
            </a:lvl8pPr>
            <a:lvl9pPr marL="4751195" indent="0" algn="ctr">
              <a:buNone/>
              <a:defRPr sz="2079"/>
            </a:lvl9pPr>
          </a:lstStyle>
          <a:p>
            <a:r>
              <a:rPr lang="zh-CN" altLang="en-US" dirty="0"/>
              <a:t>单击此处添加标题</a:t>
            </a:r>
            <a:endParaRPr lang="en-US" dirty="0"/>
          </a:p>
        </p:txBody>
      </p:sp>
    </p:spTree>
    <p:extLst>
      <p:ext uri="{BB962C8B-B14F-4D97-AF65-F5344CB8AC3E}">
        <p14:creationId xmlns:p14="http://schemas.microsoft.com/office/powerpoint/2010/main" val="4220277484"/>
      </p:ext>
    </p:extLst>
  </p:cSld>
  <p:clrMapOvr>
    <a:masterClrMapping/>
  </p:clrMapOvr>
  <p:extLst>
    <p:ext uri="{DCECCB84-F9BA-43D5-87BE-67443E8EF086}">
      <p15:sldGuideLst xmlns="" xmlns:p15="http://schemas.microsoft.com/office/powerpoint/2012/main"/>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userDrawn="1">
  <p:cSld name="2_仅标题">
    <p:spTree>
      <p:nvGrpSpPr>
        <p:cNvPr id="1" name=""/>
        <p:cNvGrpSpPr/>
        <p:nvPr/>
      </p:nvGrpSpPr>
      <p:grpSpPr>
        <a:xfrm>
          <a:off x="0" y="0"/>
          <a:ext cx="0" cy="0"/>
          <a:chOff x="0" y="0"/>
          <a:chExt cx="0" cy="0"/>
        </a:xfrm>
      </p:grpSpPr>
      <p:sp>
        <p:nvSpPr>
          <p:cNvPr id="9" name="标题 8"/>
          <p:cNvSpPr>
            <a:spLocks noGrp="1"/>
          </p:cNvSpPr>
          <p:nvPr>
            <p:ph type="title"/>
          </p:nvPr>
        </p:nvSpPr>
        <p:spPr>
          <a:xfrm>
            <a:off x="838528" y="365126"/>
            <a:ext cx="10519708" cy="1325563"/>
          </a:xfrm>
          <a:prstGeom prst="rect">
            <a:avLst/>
          </a:prstGeom>
        </p:spPr>
        <p:txBody>
          <a:bodyPr/>
          <a:lstStyle/>
          <a:p>
            <a:r>
              <a:rPr lang="zh-CN" altLang="en-US"/>
              <a:t>单击此处编辑母版标题样式</a:t>
            </a:r>
          </a:p>
        </p:txBody>
      </p:sp>
    </p:spTree>
    <p:extLst>
      <p:ext uri="{BB962C8B-B14F-4D97-AF65-F5344CB8AC3E}">
        <p14:creationId xmlns:p14="http://schemas.microsoft.com/office/powerpoint/2010/main" val="359204662"/>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userDrawn="1">
  <p:cSld name="21_Chinese text page">
    <p:spTree>
      <p:nvGrpSpPr>
        <p:cNvPr id="1" name=""/>
        <p:cNvGrpSpPr/>
        <p:nvPr/>
      </p:nvGrpSpPr>
      <p:grpSpPr>
        <a:xfrm>
          <a:off x="0" y="0"/>
          <a:ext cx="0" cy="0"/>
          <a:chOff x="0" y="0"/>
          <a:chExt cx="0" cy="0"/>
        </a:xfrm>
      </p:grpSpPr>
      <p:sp>
        <p:nvSpPr>
          <p:cNvPr id="3" name="Subtitle 2">
            <a:extLst>
              <a:ext uri="{FF2B5EF4-FFF2-40B4-BE49-F238E27FC236}">
                <a16:creationId xmlns="" xmlns:a16="http://schemas.microsoft.com/office/drawing/2014/main" id="{D2A38214-5857-FC4E-B923-056100E16BCA}"/>
              </a:ext>
            </a:extLst>
          </p:cNvPr>
          <p:cNvSpPr>
            <a:spLocks noGrp="1"/>
          </p:cNvSpPr>
          <p:nvPr>
            <p:ph type="subTitle" idx="1" hasCustomPrompt="1"/>
          </p:nvPr>
        </p:nvSpPr>
        <p:spPr>
          <a:xfrm>
            <a:off x="729175" y="456134"/>
            <a:ext cx="10740640" cy="993400"/>
          </a:xfrm>
          <a:prstGeom prst="rect">
            <a:avLst/>
          </a:prstGeom>
        </p:spPr>
        <p:txBody>
          <a:bodyPr lIns="0" tIns="0" rIns="0" bIns="0" anchor="t">
            <a:normAutofit/>
          </a:bodyPr>
          <a:lstStyle>
            <a:lvl1pPr marL="0" indent="0" algn="l">
              <a:lnSpc>
                <a:spcPts val="3430"/>
              </a:lnSpc>
              <a:spcBef>
                <a:spcPts val="0"/>
              </a:spcBef>
              <a:buNone/>
              <a:defRPr sz="3200" baseline="0">
                <a:solidFill>
                  <a:schemeClr val="tx1"/>
                </a:solidFill>
                <a:latin typeface="Microsoft YaHei" panose="020B0503020204020204" pitchFamily="34" charset="-122"/>
                <a:ea typeface="Microsoft YaHei" panose="020B0503020204020204" pitchFamily="34" charset="-122"/>
              </a:defRPr>
            </a:lvl1pPr>
            <a:lvl2pPr marL="593900" indent="0" algn="ctr">
              <a:buNone/>
              <a:defRPr sz="2598"/>
            </a:lvl2pPr>
            <a:lvl3pPr marL="1187798" indent="0" algn="ctr">
              <a:buNone/>
              <a:defRPr sz="2338"/>
            </a:lvl3pPr>
            <a:lvl4pPr marL="1781699" indent="0" algn="ctr">
              <a:buNone/>
              <a:defRPr sz="2079"/>
            </a:lvl4pPr>
            <a:lvl5pPr marL="2375598" indent="0" algn="ctr">
              <a:buNone/>
              <a:defRPr sz="2079"/>
            </a:lvl5pPr>
            <a:lvl6pPr marL="2969497" indent="0" algn="ctr">
              <a:buNone/>
              <a:defRPr sz="2079"/>
            </a:lvl6pPr>
            <a:lvl7pPr marL="3563396" indent="0" algn="ctr">
              <a:buNone/>
              <a:defRPr sz="2079"/>
            </a:lvl7pPr>
            <a:lvl8pPr marL="4157297" indent="0" algn="ctr">
              <a:buNone/>
              <a:defRPr sz="2079"/>
            </a:lvl8pPr>
            <a:lvl9pPr marL="4751195" indent="0" algn="ctr">
              <a:buNone/>
              <a:defRPr sz="2079"/>
            </a:lvl9pPr>
          </a:lstStyle>
          <a:p>
            <a:r>
              <a:rPr lang="zh-CN" altLang="en-US" dirty="0"/>
              <a:t>单击此处添加标题</a:t>
            </a:r>
            <a:endParaRPr lang="en-US" dirty="0"/>
          </a:p>
        </p:txBody>
      </p:sp>
      <p:sp>
        <p:nvSpPr>
          <p:cNvPr id="7" name="Content Placeholder 2">
            <a:extLst>
              <a:ext uri="{FF2B5EF4-FFF2-40B4-BE49-F238E27FC236}">
                <a16:creationId xmlns="" xmlns:a16="http://schemas.microsoft.com/office/drawing/2014/main" id="{8A4EAA63-3827-DA40-B921-C01084B9DA87}"/>
              </a:ext>
            </a:extLst>
          </p:cNvPr>
          <p:cNvSpPr>
            <a:spLocks noGrp="1"/>
          </p:cNvSpPr>
          <p:nvPr>
            <p:ph idx="10" hasCustomPrompt="1"/>
          </p:nvPr>
        </p:nvSpPr>
        <p:spPr>
          <a:xfrm>
            <a:off x="736908" y="1501989"/>
            <a:ext cx="10733557" cy="4690459"/>
          </a:xfrm>
          <a:prstGeom prst="rect">
            <a:avLst/>
          </a:prstGeom>
        </p:spPr>
        <p:txBody>
          <a:bodyPr lIns="0" tIns="0" rIns="0" bIns="0"/>
          <a:lstStyle>
            <a:lvl1pPr marL="12373" indent="0">
              <a:lnSpc>
                <a:spcPct val="100000"/>
              </a:lnSpc>
              <a:spcBef>
                <a:spcPts val="0"/>
              </a:spcBef>
              <a:buFontTx/>
              <a:buNone/>
              <a:tabLst>
                <a:tab pos="1208420" algn="ctr"/>
              </a:tabLst>
              <a:defRPr sz="1800" baseline="0">
                <a:solidFill>
                  <a:schemeClr val="tx1"/>
                </a:solidFill>
                <a:latin typeface="Microsoft YaHei" panose="020B0503020204020204" pitchFamily="34" charset="-122"/>
                <a:ea typeface="Microsoft YaHei" panose="020B0503020204020204" pitchFamily="34" charset="-122"/>
                <a:cs typeface="Arial" panose="020B0604020202020204" pitchFamily="34" charset="0"/>
              </a:defRPr>
            </a:lvl1pPr>
            <a:lvl2pPr marL="525850" indent="-171159">
              <a:buFont typeface="Arial" panose="020B0604020202020204" pitchFamily="34" charset="0"/>
              <a:buChar char="•"/>
              <a:tabLst>
                <a:tab pos="1208420" algn="ctr"/>
              </a:tabLst>
              <a:defRPr sz="1299" baseline="0"/>
            </a:lvl2pPr>
            <a:lvl3pPr marL="525850" indent="-171159">
              <a:buFont typeface="Arial" panose="020B0604020202020204" pitchFamily="34" charset="0"/>
              <a:buChar char="•"/>
              <a:tabLst>
                <a:tab pos="1208420" algn="ctr"/>
              </a:tabLst>
              <a:defRPr sz="1299" baseline="0"/>
            </a:lvl3pPr>
            <a:lvl4pPr marL="525850" indent="-171159">
              <a:buFont typeface="Arial" panose="020B0604020202020204" pitchFamily="34" charset="0"/>
              <a:buChar char="•"/>
              <a:tabLst>
                <a:tab pos="1208420" algn="ctr"/>
              </a:tabLst>
              <a:defRPr sz="1299" baseline="0"/>
            </a:lvl4pPr>
            <a:lvl5pPr marL="525850" indent="-171159">
              <a:buFont typeface="Arial" panose="020B0604020202020204" pitchFamily="34" charset="0"/>
              <a:buChar char="•"/>
              <a:tabLst>
                <a:tab pos="1208420" algn="ctr"/>
              </a:tabLst>
              <a:defRPr sz="1299" baseline="0"/>
            </a:lvl5pPr>
          </a:lstStyle>
          <a:p>
            <a:pPr lvl="0"/>
            <a:r>
              <a:rPr lang="zh-CN" altLang="en-US" dirty="0"/>
              <a:t>单击此处添加文本</a:t>
            </a:r>
            <a:endParaRPr lang="en-US" dirty="0"/>
          </a:p>
        </p:txBody>
      </p:sp>
    </p:spTree>
    <p:extLst>
      <p:ext uri="{BB962C8B-B14F-4D97-AF65-F5344CB8AC3E}">
        <p14:creationId xmlns:p14="http://schemas.microsoft.com/office/powerpoint/2010/main" val="272552740"/>
      </p:ext>
    </p:extLst>
  </p:cSld>
  <p:clrMapOvr>
    <a:masterClrMapping/>
  </p:clrMapOvr>
  <p:extLst>
    <p:ext uri="{DCECCB84-F9BA-43D5-87BE-67443E8EF086}">
      <p15:sldGuideLst xmlns="" xmlns:p15="http://schemas.microsoft.com/office/powerpoint/2012/main">
        <p15:guide id="1" pos="3842">
          <p15:clr>
            <a:srgbClr val="FBAE40"/>
          </p15:clr>
        </p15:guide>
      </p15:sldGuideLst>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userDrawn="1">
  <p:cSld name="章节页1">
    <p:spTree>
      <p:nvGrpSpPr>
        <p:cNvPr id="1" name=""/>
        <p:cNvGrpSpPr/>
        <p:nvPr/>
      </p:nvGrpSpPr>
      <p:grpSpPr>
        <a:xfrm>
          <a:off x="0" y="0"/>
          <a:ext cx="0" cy="0"/>
          <a:chOff x="0" y="0"/>
          <a:chExt cx="0" cy="0"/>
        </a:xfrm>
      </p:grpSpPr>
      <p:sp>
        <p:nvSpPr>
          <p:cNvPr id="5" name="Content Placeholder 2">
            <a:extLst>
              <a:ext uri="{FF2B5EF4-FFF2-40B4-BE49-F238E27FC236}">
                <a16:creationId xmlns="" xmlns:a16="http://schemas.microsoft.com/office/drawing/2014/main" id="{CA8B3F0C-616F-224A-B32F-9F9BF5EEE1BC}"/>
              </a:ext>
            </a:extLst>
          </p:cNvPr>
          <p:cNvSpPr>
            <a:spLocks noGrp="1"/>
          </p:cNvSpPr>
          <p:nvPr>
            <p:ph idx="12" hasCustomPrompt="1"/>
          </p:nvPr>
        </p:nvSpPr>
        <p:spPr>
          <a:xfrm>
            <a:off x="442275" y="1244339"/>
            <a:ext cx="11265816" cy="4958996"/>
          </a:xfrm>
          <a:prstGeom prst="rect">
            <a:avLst/>
          </a:prstGeom>
        </p:spPr>
        <p:txBody>
          <a:bodyPr lIns="0" tIns="0" rIns="0" bIns="0"/>
          <a:lstStyle>
            <a:lvl1pPr marL="179172" marR="0" indent="-168074" algn="l" defTabSz="1186373" rtl="0" eaLnBrk="1" fontAlgn="auto" latinLnBrk="0" hangingPunct="1">
              <a:lnSpc>
                <a:spcPct val="100000"/>
              </a:lnSpc>
              <a:spcBef>
                <a:spcPts val="0"/>
              </a:spcBef>
              <a:spcAft>
                <a:spcPts val="600"/>
              </a:spcAft>
              <a:buClr>
                <a:srgbClr val="000000"/>
              </a:buClr>
              <a:buSzTx/>
              <a:buFont typeface="Arial" panose="020B0604020202020204" pitchFamily="34" charset="0"/>
              <a:buChar char="•"/>
              <a:tabLst>
                <a:tab pos="1206639" algn="ctr"/>
              </a:tabLst>
              <a:defRPr sz="1797" baseline="0">
                <a:solidFill>
                  <a:schemeClr val="tx1"/>
                </a:solidFill>
                <a:latin typeface="微软雅黑" panose="020B0503020204020204" pitchFamily="34" charset="-122"/>
                <a:ea typeface="微软雅黑" panose="020B0503020204020204" pitchFamily="34" charset="-122"/>
                <a:cs typeface="Arial" panose="020B0604020202020204" pitchFamily="34" charset="0"/>
              </a:defRPr>
            </a:lvl1pPr>
            <a:lvl2pPr marL="328630" marR="0" indent="-168074" algn="l" defTabSz="1186373" rtl="0" eaLnBrk="1" fontAlgn="auto" latinLnBrk="0" hangingPunct="1">
              <a:lnSpc>
                <a:spcPct val="100000"/>
              </a:lnSpc>
              <a:spcBef>
                <a:spcPts val="0"/>
              </a:spcBef>
              <a:spcAft>
                <a:spcPts val="600"/>
              </a:spcAft>
              <a:buClr>
                <a:schemeClr val="tx1"/>
              </a:buClr>
              <a:buSzTx/>
              <a:buFont typeface=".AppleSystemUIFont"/>
              <a:buChar char="&gt;"/>
              <a:tabLst>
                <a:tab pos="1206639" algn="ctr"/>
              </a:tabLst>
              <a:defRPr sz="1597" baseline="0">
                <a:latin typeface="微软雅黑" panose="020B0503020204020204" pitchFamily="34" charset="-122"/>
                <a:ea typeface="微软雅黑" panose="020B0503020204020204" pitchFamily="34" charset="-122"/>
              </a:defRPr>
            </a:lvl2pPr>
            <a:lvl3pPr marL="929184" marR="0" indent="0" algn="l" defTabSz="1186373" rtl="0" eaLnBrk="1" fontAlgn="auto" latinLnBrk="0" hangingPunct="1">
              <a:lnSpc>
                <a:spcPct val="100000"/>
              </a:lnSpc>
              <a:spcBef>
                <a:spcPts val="0"/>
              </a:spcBef>
              <a:spcAft>
                <a:spcPts val="600"/>
              </a:spcAft>
              <a:buClr>
                <a:schemeClr val="tx1"/>
              </a:buClr>
              <a:buSzTx/>
              <a:buFont typeface=".AppleSystemUIFont"/>
              <a:buNone/>
              <a:tabLst>
                <a:tab pos="1206639" algn="ctr"/>
              </a:tabLst>
              <a:defRPr sz="1296" baseline="0">
                <a:latin typeface="微软雅黑" panose="020B0503020204020204" pitchFamily="34" charset="-122"/>
                <a:ea typeface="微软雅黑" panose="020B0503020204020204" pitchFamily="34" charset="-122"/>
              </a:defRPr>
            </a:lvl3pPr>
            <a:lvl4pPr marL="525220" indent="-170955">
              <a:buFont typeface="Arial" panose="020B0604020202020204" pitchFamily="34" charset="0"/>
              <a:buChar char="•"/>
              <a:tabLst>
                <a:tab pos="1206971" algn="ctr"/>
              </a:tabLst>
              <a:defRPr sz="1296" baseline="0"/>
            </a:lvl4pPr>
            <a:lvl5pPr marL="525220" indent="-170955">
              <a:buFont typeface="Arial" panose="020B0604020202020204" pitchFamily="34" charset="0"/>
              <a:buChar char="•"/>
              <a:tabLst>
                <a:tab pos="1206971" algn="ctr"/>
              </a:tabLst>
              <a:defRPr sz="1296" baseline="0"/>
            </a:lvl5pPr>
          </a:lstStyle>
          <a:p>
            <a:pPr lvl="0"/>
            <a:r>
              <a:rPr lang="zh-CN" altLang="en-US" dirty="0"/>
              <a:t>单击此处添加文本</a:t>
            </a:r>
            <a:endParaRPr lang="en-US" altLang="zh-CN" dirty="0"/>
          </a:p>
        </p:txBody>
      </p:sp>
      <p:sp>
        <p:nvSpPr>
          <p:cNvPr id="6" name="标题 5"/>
          <p:cNvSpPr>
            <a:spLocks noGrp="1"/>
          </p:cNvSpPr>
          <p:nvPr>
            <p:ph type="title"/>
          </p:nvPr>
        </p:nvSpPr>
        <p:spPr>
          <a:xfrm>
            <a:off x="442277" y="348791"/>
            <a:ext cx="11265817" cy="559472"/>
          </a:xfrm>
          <a:prstGeom prst="rect">
            <a:avLst/>
          </a:prstGeom>
        </p:spPr>
        <p:txBody>
          <a:bodyPr anchor="ctr"/>
          <a:lstStyle>
            <a:lvl1pPr>
              <a:lnSpc>
                <a:spcPct val="100000"/>
              </a:lnSpc>
              <a:defRPr sz="2797" b="1">
                <a:solidFill>
                  <a:srgbClr val="C00000"/>
                </a:solidFill>
                <a:latin typeface="微软雅黑" panose="020B0503020204020204" pitchFamily="34" charset="-122"/>
                <a:ea typeface="微软雅黑" panose="020B0503020204020204" pitchFamily="34" charset="-122"/>
              </a:defRPr>
            </a:lvl1pPr>
          </a:lstStyle>
          <a:p>
            <a:r>
              <a:rPr lang="zh-CN" altLang="en-US" dirty="0"/>
              <a:t>单击此处编辑母版标题样式</a:t>
            </a:r>
          </a:p>
        </p:txBody>
      </p:sp>
      <p:grpSp>
        <p:nvGrpSpPr>
          <p:cNvPr id="4" name="Group 46"/>
          <p:cNvGrpSpPr>
            <a:grpSpLocks noChangeAspect="1"/>
          </p:cNvGrpSpPr>
          <p:nvPr userDrawn="1"/>
        </p:nvGrpSpPr>
        <p:grpSpPr>
          <a:xfrm>
            <a:off x="12295786" y="2625395"/>
            <a:ext cx="1963324" cy="4233515"/>
            <a:chOff x="5343883" y="-48857"/>
            <a:chExt cx="3263588" cy="7037279"/>
          </a:xfrm>
        </p:grpSpPr>
        <p:sp>
          <p:nvSpPr>
            <p:cNvPr id="7" name="矩形 13"/>
            <p:cNvSpPr/>
            <p:nvPr/>
          </p:nvSpPr>
          <p:spPr>
            <a:xfrm>
              <a:off x="5356401" y="1934171"/>
              <a:ext cx="791510" cy="664397"/>
            </a:xfrm>
            <a:prstGeom prst="rect">
              <a:avLst/>
            </a:prstGeom>
            <a:solidFill>
              <a:srgbClr val="C40054"/>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3381">
                <a:lnSpc>
                  <a:spcPts val="620"/>
                </a:lnSpc>
              </a:pPr>
              <a:r>
                <a:rPr kumimoji="1" lang="en-US" altLang="zh-CN" sz="500" b="1" dirty="0">
                  <a:solidFill>
                    <a:srgbClr val="FFFFFF"/>
                  </a:solidFill>
                  <a:latin typeface="Arial" panose="020B0604020202020204" pitchFamily="34" charset="0"/>
                  <a:ea typeface="Arial" charset="0"/>
                  <a:cs typeface="Arial" charset="0"/>
                </a:rPr>
                <a:t>RGB</a:t>
              </a:r>
              <a:br>
                <a:rPr kumimoji="1" lang="en-US" altLang="zh-CN" sz="500" b="1" dirty="0">
                  <a:solidFill>
                    <a:srgbClr val="FFFFFF"/>
                  </a:solidFill>
                  <a:latin typeface="Arial" panose="020B0604020202020204" pitchFamily="34" charset="0"/>
                  <a:ea typeface="Arial" charset="0"/>
                  <a:cs typeface="Arial" charset="0"/>
                </a:rPr>
              </a:br>
              <a:r>
                <a:rPr kumimoji="1" lang="en-US" altLang="zh-CN" sz="500" b="1" dirty="0">
                  <a:solidFill>
                    <a:srgbClr val="FFFFFF"/>
                  </a:solidFill>
                  <a:latin typeface="Arial" panose="020B0604020202020204" pitchFamily="34" charset="0"/>
                  <a:ea typeface="Arial" charset="0"/>
                  <a:cs typeface="Arial" charset="0"/>
                </a:rPr>
                <a:t>196/0/84</a:t>
              </a:r>
            </a:p>
          </p:txBody>
        </p:sp>
        <p:sp>
          <p:nvSpPr>
            <p:cNvPr id="8" name="文本框 15"/>
            <p:cNvSpPr txBox="1"/>
            <p:nvPr/>
          </p:nvSpPr>
          <p:spPr>
            <a:xfrm>
              <a:off x="5352721" y="1694497"/>
              <a:ext cx="1636699" cy="204645"/>
            </a:xfrm>
            <a:prstGeom prst="rect">
              <a:avLst/>
            </a:prstGeom>
            <a:noFill/>
          </p:spPr>
          <p:txBody>
            <a:bodyPr wrap="square" lIns="0" tIns="0" rIns="0" bIns="0" rtlCol="0" anchor="b" anchorCtr="0">
              <a:spAutoFit/>
            </a:bodyPr>
            <a:lstStyle/>
            <a:p>
              <a:pPr defTabSz="913381"/>
              <a:r>
                <a:rPr kumimoji="1" lang="zh-CN" altLang="en-US" sz="800">
                  <a:solidFill>
                    <a:srgbClr val="1B1B18"/>
                  </a:solidFill>
                  <a:latin typeface="Arial" panose="020B0604020202020204" pitchFamily="34" charset="0"/>
                  <a:cs typeface="Arial" panose="020B0604020202020204" pitchFamily="34" charset="0"/>
                </a:rPr>
                <a:t>公司辅助色</a:t>
              </a:r>
              <a:endParaRPr kumimoji="1" lang="zh-CN" altLang="en-US" sz="800" dirty="0">
                <a:solidFill>
                  <a:srgbClr val="1B1B18"/>
                </a:solidFill>
                <a:latin typeface="Arial" panose="020B0604020202020204" pitchFamily="34" charset="0"/>
                <a:cs typeface="Arial" panose="020B0604020202020204" pitchFamily="34" charset="0"/>
              </a:endParaRPr>
            </a:p>
          </p:txBody>
        </p:sp>
        <p:sp>
          <p:nvSpPr>
            <p:cNvPr id="9" name="矩形 13"/>
            <p:cNvSpPr/>
            <p:nvPr/>
          </p:nvSpPr>
          <p:spPr>
            <a:xfrm>
              <a:off x="6184680" y="1934171"/>
              <a:ext cx="791510" cy="664397"/>
            </a:xfrm>
            <a:prstGeom prst="rect">
              <a:avLst/>
            </a:prstGeom>
            <a:solidFill>
              <a:srgbClr val="CB377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3381">
                <a:lnSpc>
                  <a:spcPts val="620"/>
                </a:lnSpc>
              </a:pPr>
              <a:r>
                <a:rPr kumimoji="1" lang="en-US" altLang="zh-CN" sz="500" b="1" dirty="0">
                  <a:solidFill>
                    <a:srgbClr val="FFFFFF"/>
                  </a:solidFill>
                  <a:latin typeface="Arial" panose="020B0604020202020204" pitchFamily="34" charset="0"/>
                  <a:ea typeface="Arial" charset="0"/>
                  <a:cs typeface="Arial" charset="0"/>
                </a:rPr>
                <a:t>RGB</a:t>
              </a:r>
              <a:br>
                <a:rPr kumimoji="1" lang="en-US" altLang="zh-CN" sz="500" b="1" dirty="0">
                  <a:solidFill>
                    <a:srgbClr val="FFFFFF"/>
                  </a:solidFill>
                  <a:latin typeface="Arial" panose="020B0604020202020204" pitchFamily="34" charset="0"/>
                  <a:ea typeface="Arial" charset="0"/>
                  <a:cs typeface="Arial" charset="0"/>
                </a:rPr>
              </a:br>
              <a:r>
                <a:rPr kumimoji="1" lang="en-US" altLang="zh-CN" sz="500" b="1" dirty="0">
                  <a:solidFill>
                    <a:srgbClr val="FFFFFF"/>
                  </a:solidFill>
                  <a:latin typeface="Arial" panose="020B0604020202020204" pitchFamily="34" charset="0"/>
                  <a:ea typeface="Arial" charset="0"/>
                  <a:cs typeface="Arial" charset="0"/>
                </a:rPr>
                <a:t>203/55/120</a:t>
              </a:r>
            </a:p>
          </p:txBody>
        </p:sp>
        <p:sp>
          <p:nvSpPr>
            <p:cNvPr id="10" name="矩形 13"/>
            <p:cNvSpPr/>
            <p:nvPr/>
          </p:nvSpPr>
          <p:spPr>
            <a:xfrm>
              <a:off x="5356401" y="3403061"/>
              <a:ext cx="791510" cy="664397"/>
            </a:xfrm>
            <a:prstGeom prst="rect">
              <a:avLst/>
            </a:prstGeom>
            <a:solidFill>
              <a:srgbClr val="ED6D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3381">
                <a:lnSpc>
                  <a:spcPts val="620"/>
                </a:lnSpc>
              </a:pPr>
              <a:r>
                <a:rPr kumimoji="1" lang="en-US" altLang="zh-CN" sz="500" b="1" dirty="0">
                  <a:solidFill>
                    <a:srgbClr val="FFFFFF"/>
                  </a:solidFill>
                  <a:latin typeface="Arial" panose="020B0604020202020204" pitchFamily="34" charset="0"/>
                  <a:ea typeface="Arial" charset="0"/>
                  <a:cs typeface="Arial" charset="0"/>
                </a:rPr>
                <a:t>RGB</a:t>
              </a:r>
              <a:br>
                <a:rPr kumimoji="1" lang="en-US" altLang="zh-CN" sz="500" b="1" dirty="0">
                  <a:solidFill>
                    <a:srgbClr val="FFFFFF"/>
                  </a:solidFill>
                  <a:latin typeface="Arial" panose="020B0604020202020204" pitchFamily="34" charset="0"/>
                  <a:ea typeface="Arial" charset="0"/>
                  <a:cs typeface="Arial" charset="0"/>
                </a:rPr>
              </a:br>
              <a:r>
                <a:rPr kumimoji="1" lang="en-US" altLang="zh-CN" sz="500" b="1" dirty="0">
                  <a:solidFill>
                    <a:srgbClr val="FFFFFF"/>
                  </a:solidFill>
                  <a:latin typeface="Arial" panose="020B0604020202020204" pitchFamily="34" charset="0"/>
                  <a:ea typeface="Arial" charset="0"/>
                  <a:cs typeface="Arial" charset="0"/>
                </a:rPr>
                <a:t>237/109/0</a:t>
              </a:r>
            </a:p>
          </p:txBody>
        </p:sp>
        <p:sp>
          <p:nvSpPr>
            <p:cNvPr id="11" name="矩形 13"/>
            <p:cNvSpPr/>
            <p:nvPr/>
          </p:nvSpPr>
          <p:spPr>
            <a:xfrm>
              <a:off x="6184680" y="2673360"/>
              <a:ext cx="791510" cy="664397"/>
            </a:xfrm>
            <a:prstGeom prst="rect">
              <a:avLst/>
            </a:prstGeom>
            <a:solidFill>
              <a:srgbClr val="993636"/>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3381">
                <a:lnSpc>
                  <a:spcPts val="620"/>
                </a:lnSpc>
                <a:defRPr/>
              </a:pPr>
              <a:r>
                <a:rPr kumimoji="1" lang="en-US" altLang="zh-CN" sz="500" b="1" dirty="0">
                  <a:solidFill>
                    <a:srgbClr val="FFFFFF"/>
                  </a:solidFill>
                  <a:latin typeface="Arial" panose="020B0604020202020204" pitchFamily="34" charset="0"/>
                  <a:ea typeface="Arial" charset="0"/>
                  <a:cs typeface="Arial" charset="0"/>
                </a:rPr>
                <a:t>RGB</a:t>
              </a:r>
              <a:br>
                <a:rPr kumimoji="1" lang="en-US" altLang="zh-CN" sz="500" b="1" dirty="0">
                  <a:solidFill>
                    <a:srgbClr val="FFFFFF"/>
                  </a:solidFill>
                  <a:latin typeface="Arial" panose="020B0604020202020204" pitchFamily="34" charset="0"/>
                  <a:ea typeface="Arial" charset="0"/>
                  <a:cs typeface="Arial" charset="0"/>
                </a:rPr>
              </a:br>
              <a:r>
                <a:rPr kumimoji="1" lang="en-US" altLang="zh-CN" sz="500" b="1" dirty="0">
                  <a:solidFill>
                    <a:srgbClr val="FFFFFF"/>
                  </a:solidFill>
                  <a:latin typeface="Arial" panose="020B0604020202020204" pitchFamily="34" charset="0"/>
                  <a:ea typeface="Arial" charset="0"/>
                  <a:cs typeface="Arial" charset="0"/>
                </a:rPr>
                <a:t>153/54/54</a:t>
              </a:r>
            </a:p>
          </p:txBody>
        </p:sp>
        <p:sp>
          <p:nvSpPr>
            <p:cNvPr id="12" name="矩形 13"/>
            <p:cNvSpPr/>
            <p:nvPr/>
          </p:nvSpPr>
          <p:spPr>
            <a:xfrm>
              <a:off x="5356401" y="4866463"/>
              <a:ext cx="791510" cy="664397"/>
            </a:xfrm>
            <a:prstGeom prst="rect">
              <a:avLst/>
            </a:prstGeom>
            <a:solidFill>
              <a:srgbClr val="62B23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3381">
                <a:lnSpc>
                  <a:spcPts val="620"/>
                </a:lnSpc>
              </a:pPr>
              <a:r>
                <a:rPr kumimoji="1" lang="en-US" altLang="zh-CN" sz="500" b="1" dirty="0">
                  <a:solidFill>
                    <a:srgbClr val="FFFFFF"/>
                  </a:solidFill>
                  <a:latin typeface="Arial" panose="020B0604020202020204" pitchFamily="34" charset="0"/>
                  <a:ea typeface="Arial" charset="0"/>
                  <a:cs typeface="Arial" charset="0"/>
                </a:rPr>
                <a:t>RGB </a:t>
              </a:r>
              <a:br>
                <a:rPr kumimoji="1" lang="en-US" altLang="zh-CN" sz="500" b="1" dirty="0">
                  <a:solidFill>
                    <a:srgbClr val="FFFFFF"/>
                  </a:solidFill>
                  <a:latin typeface="Arial" panose="020B0604020202020204" pitchFamily="34" charset="0"/>
                  <a:ea typeface="Arial" charset="0"/>
                  <a:cs typeface="Arial" charset="0"/>
                </a:rPr>
              </a:br>
              <a:r>
                <a:rPr kumimoji="1" lang="en-US" altLang="zh-CN" sz="500" b="1" dirty="0">
                  <a:solidFill>
                    <a:srgbClr val="FFFFFF"/>
                  </a:solidFill>
                  <a:latin typeface="Arial" panose="020B0604020202020204" pitchFamily="34" charset="0"/>
                  <a:ea typeface="Arial" charset="0"/>
                  <a:cs typeface="Arial" charset="0"/>
                </a:rPr>
                <a:t>98/178/48</a:t>
              </a:r>
            </a:p>
          </p:txBody>
        </p:sp>
        <p:sp>
          <p:nvSpPr>
            <p:cNvPr id="13" name="矩形 13"/>
            <p:cNvSpPr/>
            <p:nvPr/>
          </p:nvSpPr>
          <p:spPr>
            <a:xfrm>
              <a:off x="6184680" y="3415851"/>
              <a:ext cx="791510" cy="664397"/>
            </a:xfrm>
            <a:prstGeom prst="rect">
              <a:avLst/>
            </a:prstGeom>
            <a:solidFill>
              <a:srgbClr val="F28944"/>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3381">
                <a:lnSpc>
                  <a:spcPts val="620"/>
                </a:lnSpc>
              </a:pPr>
              <a:r>
                <a:rPr kumimoji="1" lang="en-US" altLang="zh-CN" sz="500" b="1" dirty="0">
                  <a:solidFill>
                    <a:srgbClr val="FFFFFF"/>
                  </a:solidFill>
                  <a:latin typeface="Arial" panose="020B0604020202020204" pitchFamily="34" charset="0"/>
                  <a:ea typeface="Arial" charset="0"/>
                  <a:cs typeface="Arial" charset="0"/>
                </a:rPr>
                <a:t>RGB</a:t>
              </a:r>
              <a:br>
                <a:rPr kumimoji="1" lang="en-US" altLang="zh-CN" sz="500" b="1" dirty="0">
                  <a:solidFill>
                    <a:srgbClr val="FFFFFF"/>
                  </a:solidFill>
                  <a:latin typeface="Arial" panose="020B0604020202020204" pitchFamily="34" charset="0"/>
                  <a:ea typeface="Arial" charset="0"/>
                  <a:cs typeface="Arial" charset="0"/>
                </a:rPr>
              </a:br>
              <a:r>
                <a:rPr kumimoji="1" lang="en-US" altLang="zh-CN" sz="500" b="1" dirty="0">
                  <a:solidFill>
                    <a:srgbClr val="FFFFFF"/>
                  </a:solidFill>
                  <a:latin typeface="Arial" panose="020B0604020202020204" pitchFamily="34" charset="0"/>
                  <a:ea typeface="Arial" charset="0"/>
                  <a:cs typeface="Arial" charset="0"/>
                </a:rPr>
                <a:t>242/137/68</a:t>
              </a:r>
              <a:endParaRPr kumimoji="1" lang="mr-IN" altLang="zh-CN" sz="500" b="1" dirty="0">
                <a:solidFill>
                  <a:srgbClr val="FFFFFF"/>
                </a:solidFill>
                <a:latin typeface="Arial" panose="020B0604020202020204" pitchFamily="34" charset="0"/>
                <a:ea typeface="Arial" charset="0"/>
                <a:cs typeface="Arial" charset="0"/>
              </a:endParaRPr>
            </a:p>
          </p:txBody>
        </p:sp>
        <p:sp>
          <p:nvSpPr>
            <p:cNvPr id="14" name="矩形 13"/>
            <p:cNvSpPr/>
            <p:nvPr/>
          </p:nvSpPr>
          <p:spPr>
            <a:xfrm>
              <a:off x="5353240" y="184963"/>
              <a:ext cx="791510" cy="664397"/>
            </a:xfrm>
            <a:prstGeom prst="rect">
              <a:avLst/>
            </a:prstGeom>
            <a:solidFill>
              <a:srgbClr val="C7000B"/>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3381">
                <a:lnSpc>
                  <a:spcPts val="620"/>
                </a:lnSpc>
              </a:pPr>
              <a:r>
                <a:rPr kumimoji="1" lang="en-US" altLang="zh-CN" sz="500" b="1" dirty="0">
                  <a:solidFill>
                    <a:srgbClr val="FFFFFF"/>
                  </a:solidFill>
                  <a:latin typeface="Arial" panose="020B0604020202020204" pitchFamily="34" charset="0"/>
                  <a:ea typeface="Arial" charset="0"/>
                  <a:cs typeface="Arial" charset="0"/>
                </a:rPr>
                <a:t>PANTONE 185C</a:t>
              </a:r>
            </a:p>
            <a:p>
              <a:pPr algn="ctr" defTabSz="913381">
                <a:lnSpc>
                  <a:spcPts val="620"/>
                </a:lnSpc>
              </a:pPr>
              <a:r>
                <a:rPr kumimoji="1" lang="en-US" altLang="zh-CN" sz="500" b="1" dirty="0">
                  <a:solidFill>
                    <a:srgbClr val="FFFFFF"/>
                  </a:solidFill>
                  <a:latin typeface="Arial" panose="020B0604020202020204" pitchFamily="34" charset="0"/>
                  <a:ea typeface="Arial" charset="0"/>
                  <a:cs typeface="Arial" charset="0"/>
                </a:rPr>
                <a:t>RGB </a:t>
              </a:r>
              <a:br>
                <a:rPr kumimoji="1" lang="en-US" altLang="zh-CN" sz="500" b="1" dirty="0">
                  <a:solidFill>
                    <a:srgbClr val="FFFFFF"/>
                  </a:solidFill>
                  <a:latin typeface="Arial" panose="020B0604020202020204" pitchFamily="34" charset="0"/>
                  <a:ea typeface="Arial" charset="0"/>
                  <a:cs typeface="Arial" charset="0"/>
                </a:rPr>
              </a:br>
              <a:r>
                <a:rPr kumimoji="1" lang="en-US" altLang="zh-CN" sz="500" b="1" dirty="0">
                  <a:solidFill>
                    <a:srgbClr val="FFFFFF"/>
                  </a:solidFill>
                  <a:latin typeface="Arial" panose="020B0604020202020204" pitchFamily="34" charset="0"/>
                  <a:ea typeface="Arial" charset="0"/>
                  <a:cs typeface="Arial" charset="0"/>
                </a:rPr>
                <a:t>199/0/11  </a:t>
              </a:r>
            </a:p>
          </p:txBody>
        </p:sp>
        <p:sp>
          <p:nvSpPr>
            <p:cNvPr id="15" name="文本框 15"/>
            <p:cNvSpPr txBox="1"/>
            <p:nvPr/>
          </p:nvSpPr>
          <p:spPr>
            <a:xfrm>
              <a:off x="5343883" y="-48857"/>
              <a:ext cx="1358295" cy="204645"/>
            </a:xfrm>
            <a:prstGeom prst="rect">
              <a:avLst/>
            </a:prstGeom>
            <a:noFill/>
          </p:spPr>
          <p:txBody>
            <a:bodyPr wrap="square" lIns="0" tIns="0" rIns="0" bIns="0" rtlCol="0" anchor="b" anchorCtr="0">
              <a:spAutoFit/>
            </a:bodyPr>
            <a:lstStyle/>
            <a:p>
              <a:pPr defTabSz="913381"/>
              <a:r>
                <a:rPr kumimoji="1" lang="zh-CN" altLang="en-US" sz="800">
                  <a:solidFill>
                    <a:srgbClr val="1B1B18"/>
                  </a:solidFill>
                  <a:latin typeface="Arial" panose="020B0604020202020204" pitchFamily="34" charset="0"/>
                  <a:cs typeface="Arial" panose="020B0604020202020204" pitchFamily="34" charset="0"/>
                </a:rPr>
                <a:t>公司色</a:t>
              </a:r>
              <a:endParaRPr kumimoji="1" lang="zh-CN" altLang="en-US" sz="800" dirty="0">
                <a:solidFill>
                  <a:srgbClr val="1B1B18"/>
                </a:solidFill>
                <a:latin typeface="Arial" panose="020B0604020202020204" pitchFamily="34" charset="0"/>
                <a:cs typeface="Arial" panose="020B0604020202020204" pitchFamily="34" charset="0"/>
              </a:endParaRPr>
            </a:p>
          </p:txBody>
        </p:sp>
        <p:sp>
          <p:nvSpPr>
            <p:cNvPr id="16" name="矩形 13"/>
            <p:cNvSpPr/>
            <p:nvPr/>
          </p:nvSpPr>
          <p:spPr>
            <a:xfrm>
              <a:off x="5352600" y="918047"/>
              <a:ext cx="791510" cy="664397"/>
            </a:xfrm>
            <a:prstGeom prst="rect">
              <a:avLst/>
            </a:prstGeom>
            <a:solidFill>
              <a:srgbClr val="C8102E"/>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3381">
                <a:lnSpc>
                  <a:spcPts val="620"/>
                </a:lnSpc>
              </a:pPr>
              <a:r>
                <a:rPr kumimoji="1" lang="en-US" altLang="zh-CN" sz="500" b="1" dirty="0">
                  <a:solidFill>
                    <a:srgbClr val="FFFFFF"/>
                  </a:solidFill>
                  <a:latin typeface="Arial" panose="020B0604020202020204" pitchFamily="34" charset="0"/>
                  <a:ea typeface="Arial" charset="0"/>
                  <a:cs typeface="Arial" charset="0"/>
                </a:rPr>
                <a:t>PANTONE 186C</a:t>
              </a:r>
            </a:p>
            <a:p>
              <a:pPr algn="ctr" defTabSz="913381">
                <a:lnSpc>
                  <a:spcPts val="620"/>
                </a:lnSpc>
              </a:pPr>
              <a:r>
                <a:rPr kumimoji="1" lang="en-US" altLang="zh-CN" sz="500" b="1" dirty="0">
                  <a:solidFill>
                    <a:srgbClr val="FFFFFF"/>
                  </a:solidFill>
                  <a:latin typeface="Arial" panose="020B0604020202020204" pitchFamily="34" charset="0"/>
                  <a:ea typeface="Arial" charset="0"/>
                  <a:cs typeface="Arial" charset="0"/>
                </a:rPr>
                <a:t>RGB</a:t>
              </a:r>
              <a:br>
                <a:rPr kumimoji="1" lang="en-US" altLang="zh-CN" sz="500" b="1" dirty="0">
                  <a:solidFill>
                    <a:srgbClr val="FFFFFF"/>
                  </a:solidFill>
                  <a:latin typeface="Arial" panose="020B0604020202020204" pitchFamily="34" charset="0"/>
                  <a:ea typeface="Arial" charset="0"/>
                  <a:cs typeface="Arial" charset="0"/>
                </a:rPr>
              </a:br>
              <a:r>
                <a:rPr kumimoji="1" lang="en-US" altLang="zh-CN" sz="500" b="1" dirty="0">
                  <a:solidFill>
                    <a:srgbClr val="FFFFFF"/>
                  </a:solidFill>
                  <a:latin typeface="Arial" panose="020B0604020202020204" pitchFamily="34" charset="0"/>
                  <a:ea typeface="Arial" charset="0"/>
                  <a:cs typeface="Arial" charset="0"/>
                </a:rPr>
                <a:t>200/16/46  </a:t>
              </a:r>
            </a:p>
          </p:txBody>
        </p:sp>
        <p:sp>
          <p:nvSpPr>
            <p:cNvPr id="17" name="矩形 13"/>
            <p:cNvSpPr/>
            <p:nvPr/>
          </p:nvSpPr>
          <p:spPr>
            <a:xfrm>
              <a:off x="5354164" y="2665974"/>
              <a:ext cx="791510" cy="664397"/>
            </a:xfrm>
            <a:prstGeom prst="rect">
              <a:avLst/>
            </a:prstGeom>
            <a:solidFill>
              <a:srgbClr val="7F000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3381">
                <a:lnSpc>
                  <a:spcPts val="620"/>
                </a:lnSpc>
              </a:pPr>
              <a:r>
                <a:rPr kumimoji="1" lang="en-US" altLang="zh-CN" sz="500" b="1" dirty="0">
                  <a:solidFill>
                    <a:srgbClr val="FFFFFF"/>
                  </a:solidFill>
                  <a:latin typeface="Arial" panose="020B0604020202020204" pitchFamily="34" charset="0"/>
                  <a:ea typeface="Arial" charset="0"/>
                  <a:cs typeface="Arial" charset="0"/>
                </a:rPr>
                <a:t>RGB</a:t>
              </a:r>
              <a:br>
                <a:rPr kumimoji="1" lang="en-US" altLang="zh-CN" sz="500" b="1" dirty="0">
                  <a:solidFill>
                    <a:srgbClr val="FFFFFF"/>
                  </a:solidFill>
                  <a:latin typeface="Arial" panose="020B0604020202020204" pitchFamily="34" charset="0"/>
                  <a:ea typeface="Arial" charset="0"/>
                  <a:cs typeface="Arial" charset="0"/>
                </a:rPr>
              </a:br>
              <a:r>
                <a:rPr kumimoji="1" lang="en-US" altLang="zh-CN" sz="500" b="1" dirty="0">
                  <a:solidFill>
                    <a:srgbClr val="FFFFFF"/>
                  </a:solidFill>
                  <a:latin typeface="Arial" panose="020B0604020202020204" pitchFamily="34" charset="0"/>
                  <a:ea typeface="Arial" charset="0"/>
                  <a:cs typeface="Arial" charset="0"/>
                </a:rPr>
                <a:t>127/0/1</a:t>
              </a:r>
            </a:p>
          </p:txBody>
        </p:sp>
        <p:sp>
          <p:nvSpPr>
            <p:cNvPr id="18" name="矩形 13"/>
            <p:cNvSpPr/>
            <p:nvPr/>
          </p:nvSpPr>
          <p:spPr>
            <a:xfrm>
              <a:off x="5354164" y="4134866"/>
              <a:ext cx="791510" cy="664397"/>
            </a:xfrm>
            <a:prstGeom prst="rect">
              <a:avLst/>
            </a:prstGeom>
            <a:solidFill>
              <a:srgbClr val="FCC8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3381">
                <a:lnSpc>
                  <a:spcPts val="620"/>
                </a:lnSpc>
              </a:pPr>
              <a:r>
                <a:rPr kumimoji="1" lang="en-US" altLang="zh-CN" sz="500" b="1" dirty="0">
                  <a:solidFill>
                    <a:srgbClr val="FFFFFF"/>
                  </a:solidFill>
                  <a:latin typeface="Arial" panose="020B0604020202020204" pitchFamily="34" charset="0"/>
                  <a:ea typeface="Arial" charset="0"/>
                  <a:cs typeface="Arial" charset="0"/>
                </a:rPr>
                <a:t>RGB</a:t>
              </a:r>
              <a:br>
                <a:rPr kumimoji="1" lang="en-US" altLang="zh-CN" sz="500" b="1" dirty="0">
                  <a:solidFill>
                    <a:srgbClr val="FFFFFF"/>
                  </a:solidFill>
                  <a:latin typeface="Arial" panose="020B0604020202020204" pitchFamily="34" charset="0"/>
                  <a:ea typeface="Arial" charset="0"/>
                  <a:cs typeface="Arial" charset="0"/>
                </a:rPr>
              </a:br>
              <a:r>
                <a:rPr kumimoji="1" lang="en-US" altLang="zh-CN" sz="500" b="1" dirty="0">
                  <a:solidFill>
                    <a:srgbClr val="FFFFFF"/>
                  </a:solidFill>
                  <a:latin typeface="Arial" panose="020B0604020202020204" pitchFamily="34" charset="0"/>
                  <a:ea typeface="Arial" charset="0"/>
                  <a:cs typeface="Arial" charset="0"/>
                </a:rPr>
                <a:t>52/200/0</a:t>
              </a:r>
            </a:p>
          </p:txBody>
        </p:sp>
        <p:sp>
          <p:nvSpPr>
            <p:cNvPr id="19" name="矩形 13"/>
            <p:cNvSpPr/>
            <p:nvPr/>
          </p:nvSpPr>
          <p:spPr>
            <a:xfrm>
              <a:off x="5354164" y="5596166"/>
              <a:ext cx="791510" cy="664397"/>
            </a:xfrm>
            <a:prstGeom prst="rect">
              <a:avLst/>
            </a:prstGeom>
            <a:solidFill>
              <a:srgbClr val="30B5C5"/>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3381">
                <a:lnSpc>
                  <a:spcPts val="620"/>
                </a:lnSpc>
              </a:pPr>
              <a:r>
                <a:rPr kumimoji="1" lang="en-US" altLang="zh-CN" sz="500" b="1" dirty="0">
                  <a:solidFill>
                    <a:srgbClr val="FFFFFF"/>
                  </a:solidFill>
                  <a:latin typeface="Arial" panose="020B0604020202020204" pitchFamily="34" charset="0"/>
                  <a:ea typeface="Arial" charset="0"/>
                  <a:cs typeface="Arial" charset="0"/>
                </a:rPr>
                <a:t>RGB </a:t>
              </a:r>
              <a:br>
                <a:rPr kumimoji="1" lang="en-US" altLang="zh-CN" sz="500" b="1" dirty="0">
                  <a:solidFill>
                    <a:srgbClr val="FFFFFF"/>
                  </a:solidFill>
                  <a:latin typeface="Arial" panose="020B0604020202020204" pitchFamily="34" charset="0"/>
                  <a:ea typeface="Arial" charset="0"/>
                  <a:cs typeface="Arial" charset="0"/>
                </a:rPr>
              </a:br>
              <a:r>
                <a:rPr kumimoji="1" lang="en-US" altLang="zh-CN" sz="500" b="1" dirty="0">
                  <a:solidFill>
                    <a:srgbClr val="FFFFFF"/>
                  </a:solidFill>
                  <a:latin typeface="Arial" panose="020B0604020202020204" pitchFamily="34" charset="0"/>
                  <a:ea typeface="Arial" charset="0"/>
                  <a:cs typeface="Arial" charset="0"/>
                </a:rPr>
                <a:t>48/181/197</a:t>
              </a:r>
            </a:p>
          </p:txBody>
        </p:sp>
        <p:sp>
          <p:nvSpPr>
            <p:cNvPr id="20" name="矩形 13"/>
            <p:cNvSpPr/>
            <p:nvPr/>
          </p:nvSpPr>
          <p:spPr>
            <a:xfrm>
              <a:off x="6194511" y="4866463"/>
              <a:ext cx="791510" cy="664397"/>
            </a:xfrm>
            <a:prstGeom prst="rect">
              <a:avLst/>
            </a:prstGeom>
            <a:solidFill>
              <a:srgbClr val="81C15F"/>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3381">
                <a:lnSpc>
                  <a:spcPts val="620"/>
                </a:lnSpc>
              </a:pPr>
              <a:r>
                <a:rPr kumimoji="1" lang="en-US" altLang="zh-CN" sz="500" b="1" dirty="0">
                  <a:solidFill>
                    <a:srgbClr val="FFFFFF"/>
                  </a:solidFill>
                  <a:latin typeface="Arial" panose="020B0604020202020204" pitchFamily="34" charset="0"/>
                  <a:ea typeface="Arial" charset="0"/>
                  <a:cs typeface="Arial" charset="0"/>
                </a:rPr>
                <a:t>RGB</a:t>
              </a:r>
              <a:br>
                <a:rPr kumimoji="1" lang="en-US" altLang="zh-CN" sz="500" b="1" dirty="0">
                  <a:solidFill>
                    <a:srgbClr val="FFFFFF"/>
                  </a:solidFill>
                  <a:latin typeface="Arial" panose="020B0604020202020204" pitchFamily="34" charset="0"/>
                  <a:ea typeface="Arial" charset="0"/>
                  <a:cs typeface="Arial" charset="0"/>
                </a:rPr>
              </a:br>
              <a:r>
                <a:rPr kumimoji="1" lang="en-US" altLang="zh-CN" sz="500" b="1" dirty="0">
                  <a:solidFill>
                    <a:srgbClr val="FFFFFF"/>
                  </a:solidFill>
                  <a:latin typeface="Arial" panose="020B0604020202020204" pitchFamily="34" charset="0"/>
                  <a:ea typeface="Arial" charset="0"/>
                  <a:cs typeface="Arial" charset="0"/>
                </a:rPr>
                <a:t>129/193/95</a:t>
              </a:r>
            </a:p>
          </p:txBody>
        </p:sp>
        <p:sp>
          <p:nvSpPr>
            <p:cNvPr id="21" name="矩形 13"/>
            <p:cNvSpPr/>
            <p:nvPr/>
          </p:nvSpPr>
          <p:spPr>
            <a:xfrm>
              <a:off x="6192274" y="4134866"/>
              <a:ext cx="791510" cy="664397"/>
            </a:xfrm>
            <a:prstGeom prst="rect">
              <a:avLst/>
            </a:prstGeom>
            <a:solidFill>
              <a:srgbClr val="FDD35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3381">
                <a:lnSpc>
                  <a:spcPts val="620"/>
                </a:lnSpc>
              </a:pPr>
              <a:r>
                <a:rPr kumimoji="1" lang="en-US" altLang="zh-CN" sz="500" b="1" dirty="0">
                  <a:solidFill>
                    <a:srgbClr val="FFFFFF"/>
                  </a:solidFill>
                  <a:latin typeface="Arial" panose="020B0604020202020204" pitchFamily="34" charset="0"/>
                  <a:ea typeface="Arial" charset="0"/>
                  <a:cs typeface="Arial" charset="0"/>
                </a:rPr>
                <a:t>RGB</a:t>
              </a:r>
              <a:br>
                <a:rPr kumimoji="1" lang="en-US" altLang="zh-CN" sz="500" b="1" dirty="0">
                  <a:solidFill>
                    <a:srgbClr val="FFFFFF"/>
                  </a:solidFill>
                  <a:latin typeface="Arial" panose="020B0604020202020204" pitchFamily="34" charset="0"/>
                  <a:ea typeface="Arial" charset="0"/>
                  <a:cs typeface="Arial" charset="0"/>
                </a:rPr>
              </a:br>
              <a:r>
                <a:rPr kumimoji="1" lang="en-US" altLang="zh-CN" sz="500" b="1" dirty="0">
                  <a:solidFill>
                    <a:srgbClr val="FFFFFF"/>
                  </a:solidFill>
                  <a:latin typeface="Arial" panose="020B0604020202020204" pitchFamily="34" charset="0"/>
                  <a:ea typeface="Arial" charset="0"/>
                  <a:cs typeface="Arial" charset="0"/>
                </a:rPr>
                <a:t>253/211/81</a:t>
              </a:r>
            </a:p>
          </p:txBody>
        </p:sp>
        <p:sp>
          <p:nvSpPr>
            <p:cNvPr id="22" name="矩形 13"/>
            <p:cNvSpPr/>
            <p:nvPr/>
          </p:nvSpPr>
          <p:spPr>
            <a:xfrm>
              <a:off x="6192274" y="5596166"/>
              <a:ext cx="791510" cy="664397"/>
            </a:xfrm>
            <a:prstGeom prst="rect">
              <a:avLst/>
            </a:prstGeom>
            <a:solidFill>
              <a:srgbClr val="56C4D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3381">
                <a:lnSpc>
                  <a:spcPts val="620"/>
                </a:lnSpc>
              </a:pPr>
              <a:r>
                <a:rPr kumimoji="1" lang="en-US" altLang="zh-CN" sz="500" b="1" dirty="0">
                  <a:solidFill>
                    <a:srgbClr val="FFFFFF"/>
                  </a:solidFill>
                  <a:latin typeface="Arial" panose="020B0604020202020204" pitchFamily="34" charset="0"/>
                  <a:ea typeface="Arial" charset="0"/>
                  <a:cs typeface="Arial" charset="0"/>
                </a:rPr>
                <a:t>RGB </a:t>
              </a:r>
              <a:br>
                <a:rPr kumimoji="1" lang="en-US" altLang="zh-CN" sz="500" b="1" dirty="0">
                  <a:solidFill>
                    <a:srgbClr val="FFFFFF"/>
                  </a:solidFill>
                  <a:latin typeface="Arial" panose="020B0604020202020204" pitchFamily="34" charset="0"/>
                  <a:ea typeface="Arial" charset="0"/>
                  <a:cs typeface="Arial" charset="0"/>
                </a:rPr>
              </a:br>
              <a:r>
                <a:rPr kumimoji="1" lang="en-US" altLang="zh-CN" sz="500" b="1" dirty="0">
                  <a:solidFill>
                    <a:srgbClr val="FFFFFF"/>
                  </a:solidFill>
                  <a:latin typeface="Arial" panose="020B0604020202020204" pitchFamily="34" charset="0"/>
                  <a:ea typeface="Arial" charset="0"/>
                  <a:cs typeface="Arial" charset="0"/>
                </a:rPr>
                <a:t>86/196/210</a:t>
              </a:r>
            </a:p>
          </p:txBody>
        </p:sp>
        <p:sp>
          <p:nvSpPr>
            <p:cNvPr id="23" name="矩形 13"/>
            <p:cNvSpPr/>
            <p:nvPr/>
          </p:nvSpPr>
          <p:spPr>
            <a:xfrm>
              <a:off x="6186245" y="184963"/>
              <a:ext cx="791510" cy="664397"/>
            </a:xfrm>
            <a:prstGeom prst="rect">
              <a:avLst/>
            </a:prstGeom>
            <a:solidFill>
              <a:srgbClr val="D3394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3381">
                <a:lnSpc>
                  <a:spcPts val="620"/>
                </a:lnSpc>
              </a:pPr>
              <a:r>
                <a:rPr kumimoji="1" lang="en-US" altLang="zh-CN" sz="500" b="1" dirty="0">
                  <a:solidFill>
                    <a:srgbClr val="FFFFFF"/>
                  </a:solidFill>
                  <a:latin typeface="Arial" panose="020B0604020202020204" pitchFamily="34" charset="0"/>
                  <a:ea typeface="Arial" charset="0"/>
                  <a:cs typeface="Arial" charset="0"/>
                </a:rPr>
                <a:t>RGB </a:t>
              </a:r>
              <a:br>
                <a:rPr kumimoji="1" lang="en-US" altLang="zh-CN" sz="500" b="1" dirty="0">
                  <a:solidFill>
                    <a:srgbClr val="FFFFFF"/>
                  </a:solidFill>
                  <a:latin typeface="Arial" panose="020B0604020202020204" pitchFamily="34" charset="0"/>
                  <a:ea typeface="Arial" charset="0"/>
                  <a:cs typeface="Arial" charset="0"/>
                </a:rPr>
              </a:br>
              <a:r>
                <a:rPr kumimoji="1" lang="en-US" altLang="zh-CN" sz="500" b="1" dirty="0">
                  <a:solidFill>
                    <a:srgbClr val="FFFFFF"/>
                  </a:solidFill>
                  <a:latin typeface="Arial" panose="020B0604020202020204" pitchFamily="34" charset="0"/>
                  <a:ea typeface="Arial" charset="0"/>
                  <a:cs typeface="Arial" charset="0"/>
                </a:rPr>
                <a:t>211/57/65</a:t>
              </a:r>
            </a:p>
          </p:txBody>
        </p:sp>
        <p:sp>
          <p:nvSpPr>
            <p:cNvPr id="24" name="矩形 13"/>
            <p:cNvSpPr/>
            <p:nvPr/>
          </p:nvSpPr>
          <p:spPr>
            <a:xfrm>
              <a:off x="6185604" y="918047"/>
              <a:ext cx="791510" cy="664397"/>
            </a:xfrm>
            <a:prstGeom prst="rect">
              <a:avLst/>
            </a:prstGeom>
            <a:solidFill>
              <a:srgbClr val="D33859"/>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3381">
                <a:lnSpc>
                  <a:spcPts val="620"/>
                </a:lnSpc>
              </a:pPr>
              <a:r>
                <a:rPr kumimoji="1" lang="en-US" altLang="zh-CN" sz="500" b="1" dirty="0">
                  <a:solidFill>
                    <a:srgbClr val="FFFFFF"/>
                  </a:solidFill>
                  <a:latin typeface="Arial" panose="020B0604020202020204" pitchFamily="34" charset="0"/>
                  <a:ea typeface="Arial" charset="0"/>
                  <a:cs typeface="Arial" charset="0"/>
                </a:rPr>
                <a:t>RGB </a:t>
              </a:r>
            </a:p>
            <a:p>
              <a:pPr algn="ctr" defTabSz="913381">
                <a:lnSpc>
                  <a:spcPts val="620"/>
                </a:lnSpc>
              </a:pPr>
              <a:r>
                <a:rPr kumimoji="1" lang="en-US" altLang="zh-CN" sz="500" b="1" dirty="0">
                  <a:solidFill>
                    <a:srgbClr val="FFFFFF"/>
                  </a:solidFill>
                  <a:latin typeface="Arial" panose="020B0604020202020204" pitchFamily="34" charset="0"/>
                  <a:ea typeface="Arial" charset="0"/>
                  <a:cs typeface="Arial" charset="0"/>
                </a:rPr>
                <a:t>211/56/89</a:t>
              </a:r>
            </a:p>
          </p:txBody>
        </p:sp>
        <p:sp>
          <p:nvSpPr>
            <p:cNvPr id="25" name="矩形 13"/>
            <p:cNvSpPr/>
            <p:nvPr/>
          </p:nvSpPr>
          <p:spPr>
            <a:xfrm>
              <a:off x="6996262" y="1934171"/>
              <a:ext cx="791510" cy="664397"/>
            </a:xfrm>
            <a:prstGeom prst="rect">
              <a:avLst/>
            </a:prstGeom>
            <a:solidFill>
              <a:srgbClr val="DD80AA"/>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3381">
                <a:lnSpc>
                  <a:spcPts val="620"/>
                </a:lnSpc>
              </a:pPr>
              <a:r>
                <a:rPr kumimoji="1" lang="en-US" altLang="zh-CN" sz="500" b="1" dirty="0">
                  <a:solidFill>
                    <a:srgbClr val="1B1B18"/>
                  </a:solidFill>
                  <a:latin typeface="Arial" panose="020B0604020202020204" pitchFamily="34" charset="0"/>
                  <a:ea typeface="Arial" charset="0"/>
                  <a:cs typeface="Arial" charset="0"/>
                </a:rPr>
                <a:t>RGB 221/128/170</a:t>
              </a:r>
            </a:p>
          </p:txBody>
        </p:sp>
        <p:sp>
          <p:nvSpPr>
            <p:cNvPr id="26" name="矩形 13"/>
            <p:cNvSpPr/>
            <p:nvPr/>
          </p:nvSpPr>
          <p:spPr>
            <a:xfrm>
              <a:off x="6996262" y="2673360"/>
              <a:ext cx="791510" cy="664397"/>
            </a:xfrm>
            <a:prstGeom prst="rect">
              <a:avLst/>
            </a:prstGeom>
            <a:solidFill>
              <a:srgbClr val="BF808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3381">
                <a:lnSpc>
                  <a:spcPts val="620"/>
                </a:lnSpc>
                <a:defRPr/>
              </a:pPr>
              <a:r>
                <a:rPr kumimoji="1" lang="en-US" altLang="zh-CN" sz="500" b="1" dirty="0">
                  <a:solidFill>
                    <a:srgbClr val="1B1B18"/>
                  </a:solidFill>
                  <a:latin typeface="Arial" panose="020B0604020202020204" pitchFamily="34" charset="0"/>
                  <a:ea typeface="Arial" charset="0"/>
                  <a:cs typeface="Arial" charset="0"/>
                </a:rPr>
                <a:t>RGB 191/128/130</a:t>
              </a:r>
            </a:p>
          </p:txBody>
        </p:sp>
        <p:sp>
          <p:nvSpPr>
            <p:cNvPr id="27" name="矩形 13"/>
            <p:cNvSpPr/>
            <p:nvPr/>
          </p:nvSpPr>
          <p:spPr>
            <a:xfrm>
              <a:off x="6996262" y="3415851"/>
              <a:ext cx="791510" cy="664397"/>
            </a:xfrm>
            <a:prstGeom prst="rect">
              <a:avLst/>
            </a:prstGeom>
            <a:solidFill>
              <a:srgbClr val="F6B78C"/>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3381">
                <a:lnSpc>
                  <a:spcPts val="620"/>
                </a:lnSpc>
              </a:pPr>
              <a:r>
                <a:rPr kumimoji="1" lang="en-US" altLang="zh-CN" sz="500" b="1" dirty="0">
                  <a:solidFill>
                    <a:srgbClr val="1B1B18"/>
                  </a:solidFill>
                  <a:latin typeface="Arial" panose="020B0604020202020204" pitchFamily="34" charset="0"/>
                  <a:ea typeface="Arial" charset="0"/>
                  <a:cs typeface="Arial" charset="0"/>
                </a:rPr>
                <a:t>RGB 246/183/140</a:t>
              </a:r>
              <a:endParaRPr kumimoji="1" lang="mr-IN" altLang="zh-CN" sz="500" b="1" dirty="0">
                <a:solidFill>
                  <a:srgbClr val="1B1B18"/>
                </a:solidFill>
                <a:latin typeface="Arial" panose="020B0604020202020204" pitchFamily="34" charset="0"/>
                <a:ea typeface="Arial" charset="0"/>
                <a:cs typeface="Arial" charset="0"/>
              </a:endParaRPr>
            </a:p>
          </p:txBody>
        </p:sp>
        <p:sp>
          <p:nvSpPr>
            <p:cNvPr id="28" name="矩形 13"/>
            <p:cNvSpPr/>
            <p:nvPr/>
          </p:nvSpPr>
          <p:spPr>
            <a:xfrm>
              <a:off x="7006093" y="4866463"/>
              <a:ext cx="791510" cy="664397"/>
            </a:xfrm>
            <a:prstGeom prst="rect">
              <a:avLst/>
            </a:prstGeom>
            <a:solidFill>
              <a:srgbClr val="AFD89C"/>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3381">
                <a:lnSpc>
                  <a:spcPts val="620"/>
                </a:lnSpc>
              </a:pPr>
              <a:r>
                <a:rPr kumimoji="1" lang="en-US" altLang="zh-CN" sz="500" b="1" dirty="0">
                  <a:solidFill>
                    <a:srgbClr val="1B1B18"/>
                  </a:solidFill>
                  <a:latin typeface="Arial" panose="020B0604020202020204" pitchFamily="34" charset="0"/>
                  <a:ea typeface="Arial" charset="0"/>
                  <a:cs typeface="Arial" charset="0"/>
                </a:rPr>
                <a:t>RGB 176/216/156</a:t>
              </a:r>
            </a:p>
          </p:txBody>
        </p:sp>
        <p:sp>
          <p:nvSpPr>
            <p:cNvPr id="29" name="矩形 13"/>
            <p:cNvSpPr/>
            <p:nvPr/>
          </p:nvSpPr>
          <p:spPr>
            <a:xfrm>
              <a:off x="7003856" y="4134866"/>
              <a:ext cx="791510" cy="664397"/>
            </a:xfrm>
            <a:prstGeom prst="rect">
              <a:avLst/>
            </a:prstGeom>
            <a:solidFill>
              <a:srgbClr val="FDE397"/>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3381">
                <a:lnSpc>
                  <a:spcPts val="620"/>
                </a:lnSpc>
              </a:pPr>
              <a:r>
                <a:rPr kumimoji="1" lang="en-US" altLang="zh-CN" sz="500" b="1" dirty="0">
                  <a:solidFill>
                    <a:srgbClr val="1B1B18"/>
                  </a:solidFill>
                  <a:latin typeface="Arial" panose="020B0604020202020204" pitchFamily="34" charset="0"/>
                  <a:ea typeface="Arial" charset="0"/>
                  <a:cs typeface="Arial" charset="0"/>
                </a:rPr>
                <a:t>RGB 253/227/181</a:t>
              </a:r>
            </a:p>
          </p:txBody>
        </p:sp>
        <p:sp>
          <p:nvSpPr>
            <p:cNvPr id="30" name="矩形 13"/>
            <p:cNvSpPr/>
            <p:nvPr/>
          </p:nvSpPr>
          <p:spPr>
            <a:xfrm>
              <a:off x="7003856" y="5596166"/>
              <a:ext cx="791510" cy="664397"/>
            </a:xfrm>
            <a:prstGeom prst="rect">
              <a:avLst/>
            </a:prstGeom>
            <a:solidFill>
              <a:srgbClr val="94DAE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3381">
                <a:lnSpc>
                  <a:spcPts val="620"/>
                </a:lnSpc>
              </a:pPr>
              <a:r>
                <a:rPr kumimoji="1" lang="en-US" altLang="zh-CN" sz="500" b="1" dirty="0">
                  <a:solidFill>
                    <a:srgbClr val="1B1B18"/>
                  </a:solidFill>
                  <a:latin typeface="Arial" panose="020B0604020202020204" pitchFamily="34" charset="0"/>
                  <a:ea typeface="Arial" charset="0"/>
                  <a:cs typeface="Arial" charset="0"/>
                </a:rPr>
                <a:t>RGB 148/218/226</a:t>
              </a:r>
            </a:p>
          </p:txBody>
        </p:sp>
        <p:sp>
          <p:nvSpPr>
            <p:cNvPr id="31" name="矩形 13"/>
            <p:cNvSpPr/>
            <p:nvPr/>
          </p:nvSpPr>
          <p:spPr>
            <a:xfrm>
              <a:off x="6997826" y="184963"/>
              <a:ext cx="791510" cy="664397"/>
            </a:xfrm>
            <a:prstGeom prst="rect">
              <a:avLst/>
            </a:prstGeom>
            <a:solidFill>
              <a:srgbClr val="E28189"/>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3381">
                <a:lnSpc>
                  <a:spcPts val="620"/>
                </a:lnSpc>
              </a:pPr>
              <a:r>
                <a:rPr kumimoji="1" lang="en-US" altLang="zh-CN" sz="500" b="1" dirty="0">
                  <a:solidFill>
                    <a:srgbClr val="1B1B18"/>
                  </a:solidFill>
                  <a:latin typeface="Arial" panose="020B0604020202020204" pitchFamily="34" charset="0"/>
                  <a:ea typeface="Arial" charset="0"/>
                  <a:cs typeface="Arial" charset="0"/>
                </a:rPr>
                <a:t>RGB 226/129/137</a:t>
              </a:r>
            </a:p>
          </p:txBody>
        </p:sp>
        <p:sp>
          <p:nvSpPr>
            <p:cNvPr id="32" name="矩形 13"/>
            <p:cNvSpPr/>
            <p:nvPr/>
          </p:nvSpPr>
          <p:spPr>
            <a:xfrm>
              <a:off x="6997185" y="918047"/>
              <a:ext cx="791510" cy="664397"/>
            </a:xfrm>
            <a:prstGeom prst="rect">
              <a:avLst/>
            </a:prstGeom>
            <a:solidFill>
              <a:srgbClr val="E2819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3381">
                <a:lnSpc>
                  <a:spcPts val="620"/>
                </a:lnSpc>
              </a:pPr>
              <a:r>
                <a:rPr kumimoji="1" lang="en-US" altLang="zh-CN" sz="500" b="1" dirty="0">
                  <a:solidFill>
                    <a:srgbClr val="1B1B18"/>
                  </a:solidFill>
                  <a:latin typeface="Arial" panose="020B0604020202020204" pitchFamily="34" charset="0"/>
                  <a:ea typeface="Arial" charset="0"/>
                  <a:cs typeface="Arial" charset="0"/>
                </a:rPr>
                <a:t>RGB 226/129/152</a:t>
              </a:r>
            </a:p>
          </p:txBody>
        </p:sp>
        <p:sp>
          <p:nvSpPr>
            <p:cNvPr id="33" name="矩形 13"/>
            <p:cNvSpPr/>
            <p:nvPr/>
          </p:nvSpPr>
          <p:spPr>
            <a:xfrm>
              <a:off x="7806130" y="1934171"/>
              <a:ext cx="791510" cy="664397"/>
            </a:xfrm>
            <a:prstGeom prst="rect">
              <a:avLst/>
            </a:prstGeom>
            <a:solidFill>
              <a:srgbClr val="EBB3CC"/>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3381">
                <a:lnSpc>
                  <a:spcPts val="620"/>
                </a:lnSpc>
              </a:pPr>
              <a:r>
                <a:rPr kumimoji="1" lang="en-US" altLang="zh-CN" sz="500" b="1" dirty="0">
                  <a:solidFill>
                    <a:srgbClr val="1B1B18"/>
                  </a:solidFill>
                  <a:latin typeface="Arial" panose="020B0604020202020204" pitchFamily="34" charset="0"/>
                  <a:ea typeface="Arial" charset="0"/>
                  <a:cs typeface="Arial" charset="0"/>
                </a:rPr>
                <a:t>RGB 235/179/204</a:t>
              </a:r>
            </a:p>
          </p:txBody>
        </p:sp>
        <p:sp>
          <p:nvSpPr>
            <p:cNvPr id="34" name="矩形 13"/>
            <p:cNvSpPr/>
            <p:nvPr/>
          </p:nvSpPr>
          <p:spPr>
            <a:xfrm>
              <a:off x="7806130" y="2673360"/>
              <a:ext cx="791510" cy="664397"/>
            </a:xfrm>
            <a:prstGeom prst="rect">
              <a:avLst/>
            </a:prstGeom>
            <a:solidFill>
              <a:srgbClr val="D8B3B3"/>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3381">
                <a:lnSpc>
                  <a:spcPts val="620"/>
                </a:lnSpc>
                <a:defRPr/>
              </a:pPr>
              <a:r>
                <a:rPr kumimoji="1" lang="en-US" altLang="zh-CN" sz="500" b="1" dirty="0">
                  <a:solidFill>
                    <a:srgbClr val="1B1B18"/>
                  </a:solidFill>
                  <a:latin typeface="Arial" panose="020B0604020202020204" pitchFamily="34" charset="0"/>
                  <a:ea typeface="Arial" charset="0"/>
                  <a:cs typeface="Arial" charset="0"/>
                </a:rPr>
                <a:t>RGB 216/179/179</a:t>
              </a:r>
            </a:p>
          </p:txBody>
        </p:sp>
        <p:sp>
          <p:nvSpPr>
            <p:cNvPr id="35" name="矩形 13"/>
            <p:cNvSpPr/>
            <p:nvPr/>
          </p:nvSpPr>
          <p:spPr>
            <a:xfrm>
              <a:off x="7806130" y="3415851"/>
              <a:ext cx="791510" cy="664397"/>
            </a:xfrm>
            <a:prstGeom prst="rect">
              <a:avLst/>
            </a:prstGeom>
            <a:solidFill>
              <a:srgbClr val="FAD3BB"/>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3381">
                <a:lnSpc>
                  <a:spcPts val="620"/>
                </a:lnSpc>
              </a:pPr>
              <a:r>
                <a:rPr kumimoji="1" lang="en-US" altLang="zh-CN" sz="500" b="1" dirty="0">
                  <a:solidFill>
                    <a:srgbClr val="1B1B18"/>
                  </a:solidFill>
                  <a:latin typeface="Arial" panose="020B0604020202020204" pitchFamily="34" charset="0"/>
                  <a:ea typeface="Arial" charset="0"/>
                  <a:cs typeface="Arial" charset="0"/>
                </a:rPr>
                <a:t>RGB 250/211/187</a:t>
              </a:r>
              <a:endParaRPr kumimoji="1" lang="mr-IN" altLang="zh-CN" sz="500" b="1" dirty="0">
                <a:solidFill>
                  <a:srgbClr val="1B1B18"/>
                </a:solidFill>
                <a:latin typeface="Arial" panose="020B0604020202020204" pitchFamily="34" charset="0"/>
                <a:ea typeface="Arial" charset="0"/>
                <a:cs typeface="Arial" charset="0"/>
              </a:endParaRPr>
            </a:p>
          </p:txBody>
        </p:sp>
        <p:sp>
          <p:nvSpPr>
            <p:cNvPr id="36" name="矩形 13"/>
            <p:cNvSpPr/>
            <p:nvPr/>
          </p:nvSpPr>
          <p:spPr>
            <a:xfrm>
              <a:off x="7815961" y="4866463"/>
              <a:ext cx="791510" cy="664397"/>
            </a:xfrm>
            <a:prstGeom prst="rect">
              <a:avLst/>
            </a:prstGeom>
            <a:solidFill>
              <a:srgbClr val="D0E8C4"/>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3381">
                <a:lnSpc>
                  <a:spcPts val="620"/>
                </a:lnSpc>
              </a:pPr>
              <a:r>
                <a:rPr kumimoji="1" lang="en-US" altLang="zh-CN" sz="500" b="1" dirty="0">
                  <a:solidFill>
                    <a:srgbClr val="1B1B18"/>
                  </a:solidFill>
                  <a:latin typeface="Arial" panose="020B0604020202020204" pitchFamily="34" charset="0"/>
                  <a:ea typeface="Arial" charset="0"/>
                  <a:cs typeface="Arial" charset="0"/>
                </a:rPr>
                <a:t>RGB 208/232/196</a:t>
              </a:r>
            </a:p>
          </p:txBody>
        </p:sp>
        <p:sp>
          <p:nvSpPr>
            <p:cNvPr id="37" name="矩形 13"/>
            <p:cNvSpPr/>
            <p:nvPr/>
          </p:nvSpPr>
          <p:spPr>
            <a:xfrm>
              <a:off x="7813724" y="4134866"/>
              <a:ext cx="791510" cy="664397"/>
            </a:xfrm>
            <a:prstGeom prst="rect">
              <a:avLst/>
            </a:prstGeom>
            <a:solidFill>
              <a:srgbClr val="FEEEC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3381">
                <a:lnSpc>
                  <a:spcPts val="620"/>
                </a:lnSpc>
              </a:pPr>
              <a:r>
                <a:rPr kumimoji="1" lang="en-US" altLang="zh-CN" sz="500" b="1" dirty="0">
                  <a:solidFill>
                    <a:srgbClr val="1B1B18"/>
                  </a:solidFill>
                  <a:latin typeface="Arial" panose="020B0604020202020204" pitchFamily="34" charset="0"/>
                  <a:ea typeface="Arial" charset="0"/>
                  <a:cs typeface="Arial" charset="0"/>
                </a:rPr>
                <a:t>RGB 254/238/193</a:t>
              </a:r>
            </a:p>
          </p:txBody>
        </p:sp>
        <p:sp>
          <p:nvSpPr>
            <p:cNvPr id="38" name="矩形 13"/>
            <p:cNvSpPr/>
            <p:nvPr/>
          </p:nvSpPr>
          <p:spPr>
            <a:xfrm>
              <a:off x="7813724" y="5596166"/>
              <a:ext cx="791510" cy="664397"/>
            </a:xfrm>
            <a:prstGeom prst="rect">
              <a:avLst/>
            </a:prstGeom>
            <a:solidFill>
              <a:srgbClr val="BEE9EE"/>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3381">
                <a:lnSpc>
                  <a:spcPts val="620"/>
                </a:lnSpc>
              </a:pPr>
              <a:r>
                <a:rPr kumimoji="1" lang="en-US" altLang="zh-CN" sz="500" b="1" dirty="0">
                  <a:solidFill>
                    <a:srgbClr val="1B1B18"/>
                  </a:solidFill>
                  <a:latin typeface="Arial" panose="020B0604020202020204" pitchFamily="34" charset="0"/>
                  <a:ea typeface="Arial" charset="0"/>
                  <a:cs typeface="Arial" charset="0"/>
                </a:rPr>
                <a:t>RGB</a:t>
              </a:r>
              <a:br>
                <a:rPr kumimoji="1" lang="en-US" altLang="zh-CN" sz="500" b="1" dirty="0">
                  <a:solidFill>
                    <a:srgbClr val="1B1B18"/>
                  </a:solidFill>
                  <a:latin typeface="Arial" panose="020B0604020202020204" pitchFamily="34" charset="0"/>
                  <a:ea typeface="Arial" charset="0"/>
                  <a:cs typeface="Arial" charset="0"/>
                </a:rPr>
              </a:br>
              <a:r>
                <a:rPr kumimoji="1" lang="en-US" altLang="zh-CN" sz="500" b="1" dirty="0">
                  <a:solidFill>
                    <a:srgbClr val="1B1B18"/>
                  </a:solidFill>
                  <a:latin typeface="Arial" panose="020B0604020202020204" pitchFamily="34" charset="0"/>
                  <a:ea typeface="Arial" charset="0"/>
                  <a:cs typeface="Arial" charset="0"/>
                </a:rPr>
                <a:t>190/23/238</a:t>
              </a:r>
            </a:p>
          </p:txBody>
        </p:sp>
        <p:sp>
          <p:nvSpPr>
            <p:cNvPr id="39" name="矩形 13"/>
            <p:cNvSpPr/>
            <p:nvPr/>
          </p:nvSpPr>
          <p:spPr>
            <a:xfrm>
              <a:off x="7807694" y="184963"/>
              <a:ext cx="791510" cy="664397"/>
            </a:xfrm>
            <a:prstGeom prst="rect">
              <a:avLst/>
            </a:prstGeom>
            <a:solidFill>
              <a:srgbClr val="EEB3B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3381">
                <a:lnSpc>
                  <a:spcPts val="620"/>
                </a:lnSpc>
              </a:pPr>
              <a:r>
                <a:rPr kumimoji="1" lang="en-US" altLang="zh-CN" sz="500" b="1" dirty="0">
                  <a:solidFill>
                    <a:srgbClr val="1B1B18"/>
                  </a:solidFill>
                  <a:latin typeface="Arial" panose="020B0604020202020204" pitchFamily="34" charset="0"/>
                  <a:ea typeface="Arial" charset="0"/>
                  <a:cs typeface="Arial" charset="0"/>
                </a:rPr>
                <a:t>RGB 239/178/184</a:t>
              </a:r>
            </a:p>
          </p:txBody>
        </p:sp>
        <p:sp>
          <p:nvSpPr>
            <p:cNvPr id="40" name="矩形 13"/>
            <p:cNvSpPr/>
            <p:nvPr/>
          </p:nvSpPr>
          <p:spPr>
            <a:xfrm>
              <a:off x="7807054" y="918047"/>
              <a:ext cx="791510" cy="664397"/>
            </a:xfrm>
            <a:prstGeom prst="rect">
              <a:avLst/>
            </a:prstGeom>
            <a:solidFill>
              <a:srgbClr val="EEB3C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3381">
                <a:lnSpc>
                  <a:spcPts val="620"/>
                </a:lnSpc>
              </a:pPr>
              <a:r>
                <a:rPr kumimoji="1" lang="en-US" altLang="zh-CN" sz="500" b="1" dirty="0">
                  <a:solidFill>
                    <a:srgbClr val="1B1B18"/>
                  </a:solidFill>
                  <a:latin typeface="Arial" panose="020B0604020202020204" pitchFamily="34" charset="0"/>
                  <a:ea typeface="Arial" charset="0"/>
                  <a:cs typeface="Arial" charset="0"/>
                </a:rPr>
                <a:t>RGB 238/179/193</a:t>
              </a:r>
            </a:p>
          </p:txBody>
        </p:sp>
        <p:sp>
          <p:nvSpPr>
            <p:cNvPr id="41" name="矩形 13"/>
            <p:cNvSpPr/>
            <p:nvPr/>
          </p:nvSpPr>
          <p:spPr>
            <a:xfrm>
              <a:off x="5354169" y="6324025"/>
              <a:ext cx="513579" cy="664397"/>
            </a:xfrm>
            <a:prstGeom prst="rect">
              <a:avLst/>
            </a:prstGeom>
            <a:solidFill>
              <a:srgbClr val="221815"/>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3381">
                <a:lnSpc>
                  <a:spcPts val="620"/>
                </a:lnSpc>
              </a:pPr>
              <a:r>
                <a:rPr kumimoji="1" lang="en-US" altLang="zh-CN" sz="500" b="1" dirty="0">
                  <a:solidFill>
                    <a:srgbClr val="FFFFFF"/>
                  </a:solidFill>
                  <a:latin typeface="Arial" panose="020B0604020202020204" pitchFamily="34" charset="0"/>
                  <a:ea typeface="Arial" charset="0"/>
                  <a:cs typeface="Arial" charset="0"/>
                </a:rPr>
                <a:t>RGB </a:t>
              </a:r>
              <a:br>
                <a:rPr kumimoji="1" lang="en-US" altLang="zh-CN" sz="500" b="1" dirty="0">
                  <a:solidFill>
                    <a:srgbClr val="FFFFFF"/>
                  </a:solidFill>
                  <a:latin typeface="Arial" panose="020B0604020202020204" pitchFamily="34" charset="0"/>
                  <a:ea typeface="Arial" charset="0"/>
                  <a:cs typeface="Arial" charset="0"/>
                </a:rPr>
              </a:br>
              <a:r>
                <a:rPr kumimoji="1" lang="en-US" altLang="zh-CN" sz="500" b="1" dirty="0">
                  <a:solidFill>
                    <a:srgbClr val="FFFFFF"/>
                  </a:solidFill>
                  <a:latin typeface="Arial" panose="020B0604020202020204" pitchFamily="34" charset="0"/>
                  <a:ea typeface="Arial" charset="0"/>
                  <a:cs typeface="Arial" charset="0"/>
                </a:rPr>
                <a:t>35/24/21</a:t>
              </a:r>
            </a:p>
          </p:txBody>
        </p:sp>
        <p:sp>
          <p:nvSpPr>
            <p:cNvPr id="42" name="矩形 13"/>
            <p:cNvSpPr/>
            <p:nvPr/>
          </p:nvSpPr>
          <p:spPr>
            <a:xfrm>
              <a:off x="5900626" y="6324025"/>
              <a:ext cx="513579" cy="664397"/>
            </a:xfrm>
            <a:prstGeom prst="rect">
              <a:avLst/>
            </a:prstGeom>
            <a:solidFill>
              <a:srgbClr val="595757"/>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3381">
                <a:lnSpc>
                  <a:spcPts val="620"/>
                </a:lnSpc>
              </a:pPr>
              <a:r>
                <a:rPr kumimoji="1" lang="en-US" altLang="zh-CN" sz="500" b="1" dirty="0">
                  <a:solidFill>
                    <a:srgbClr val="FFFFFF"/>
                  </a:solidFill>
                  <a:latin typeface="Arial" panose="020B0604020202020204" pitchFamily="34" charset="0"/>
                  <a:ea typeface="Arial" charset="0"/>
                  <a:cs typeface="Arial" charset="0"/>
                </a:rPr>
                <a:t>RGB </a:t>
              </a:r>
            </a:p>
            <a:p>
              <a:pPr algn="ctr" defTabSz="913381">
                <a:lnSpc>
                  <a:spcPts val="620"/>
                </a:lnSpc>
              </a:pPr>
              <a:r>
                <a:rPr kumimoji="1" lang="en-US" altLang="zh-CN" sz="500" b="1" dirty="0">
                  <a:solidFill>
                    <a:srgbClr val="FFFFFF"/>
                  </a:solidFill>
                  <a:latin typeface="Arial" panose="020B0604020202020204" pitchFamily="34" charset="0"/>
                  <a:ea typeface="Arial" charset="0"/>
                  <a:cs typeface="Arial" charset="0"/>
                </a:rPr>
                <a:t>89/87/87</a:t>
              </a:r>
            </a:p>
          </p:txBody>
        </p:sp>
        <p:sp>
          <p:nvSpPr>
            <p:cNvPr id="43" name="矩形 13"/>
            <p:cNvSpPr/>
            <p:nvPr/>
          </p:nvSpPr>
          <p:spPr>
            <a:xfrm>
              <a:off x="6450318" y="6324025"/>
              <a:ext cx="513579" cy="664397"/>
            </a:xfrm>
            <a:prstGeom prst="rect">
              <a:avLst/>
            </a:prstGeom>
            <a:solidFill>
              <a:srgbClr val="88888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3381">
                <a:lnSpc>
                  <a:spcPts val="620"/>
                </a:lnSpc>
              </a:pPr>
              <a:r>
                <a:rPr kumimoji="1" lang="en-US" altLang="zh-CN" sz="500" b="1" dirty="0">
                  <a:solidFill>
                    <a:srgbClr val="FFFFFF"/>
                  </a:solidFill>
                  <a:latin typeface="Arial" panose="020B0604020202020204" pitchFamily="34" charset="0"/>
                  <a:ea typeface="Arial" charset="0"/>
                  <a:cs typeface="Arial" charset="0"/>
                </a:rPr>
                <a:t>RGB</a:t>
              </a:r>
            </a:p>
            <a:p>
              <a:pPr algn="ctr" defTabSz="913381">
                <a:lnSpc>
                  <a:spcPts val="620"/>
                </a:lnSpc>
              </a:pPr>
              <a:r>
                <a:rPr kumimoji="1" lang="en-US" altLang="zh-CN" sz="500" b="1" dirty="0">
                  <a:solidFill>
                    <a:srgbClr val="FFFFFF"/>
                  </a:solidFill>
                  <a:latin typeface="Arial" panose="020B0604020202020204" pitchFamily="34" charset="0"/>
                  <a:ea typeface="Arial" charset="0"/>
                  <a:cs typeface="Arial" charset="0"/>
                </a:rPr>
                <a:t>137/137/</a:t>
              </a:r>
              <a:br>
                <a:rPr kumimoji="1" lang="en-US" altLang="zh-CN" sz="500" b="1" dirty="0">
                  <a:solidFill>
                    <a:srgbClr val="FFFFFF"/>
                  </a:solidFill>
                  <a:latin typeface="Arial" panose="020B0604020202020204" pitchFamily="34" charset="0"/>
                  <a:ea typeface="Arial" charset="0"/>
                  <a:cs typeface="Arial" charset="0"/>
                </a:rPr>
              </a:br>
              <a:r>
                <a:rPr kumimoji="1" lang="en-US" altLang="zh-CN" sz="500" b="1" dirty="0">
                  <a:solidFill>
                    <a:srgbClr val="FFFFFF"/>
                  </a:solidFill>
                  <a:latin typeface="Arial" panose="020B0604020202020204" pitchFamily="34" charset="0"/>
                  <a:ea typeface="Arial" charset="0"/>
                  <a:cs typeface="Arial" charset="0"/>
                </a:rPr>
                <a:t>137</a:t>
              </a:r>
            </a:p>
          </p:txBody>
        </p:sp>
        <p:sp>
          <p:nvSpPr>
            <p:cNvPr id="44" name="矩形 13"/>
            <p:cNvSpPr/>
            <p:nvPr/>
          </p:nvSpPr>
          <p:spPr>
            <a:xfrm>
              <a:off x="6998296" y="6324025"/>
              <a:ext cx="513579" cy="664397"/>
            </a:xfrm>
            <a:prstGeom prst="rect">
              <a:avLst/>
            </a:prstGeom>
            <a:solidFill>
              <a:srgbClr val="B5B5B5"/>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3381">
                <a:lnSpc>
                  <a:spcPts val="620"/>
                </a:lnSpc>
              </a:pPr>
              <a:r>
                <a:rPr kumimoji="1" lang="en-US" altLang="zh-CN" sz="500" b="1" dirty="0">
                  <a:solidFill>
                    <a:srgbClr val="FFFFFF"/>
                  </a:solidFill>
                  <a:latin typeface="Arial" panose="020B0604020202020204" pitchFamily="34" charset="0"/>
                  <a:ea typeface="Arial" charset="0"/>
                  <a:cs typeface="Arial" charset="0"/>
                </a:rPr>
                <a:t>RGB</a:t>
              </a:r>
            </a:p>
            <a:p>
              <a:pPr algn="ctr" defTabSz="913381">
                <a:lnSpc>
                  <a:spcPts val="620"/>
                </a:lnSpc>
              </a:pPr>
              <a:r>
                <a:rPr kumimoji="1" lang="en-US" altLang="zh-CN" sz="500" b="1" dirty="0">
                  <a:solidFill>
                    <a:srgbClr val="FFFFFF"/>
                  </a:solidFill>
                  <a:latin typeface="Arial" panose="020B0604020202020204" pitchFamily="34" charset="0"/>
                  <a:ea typeface="Arial" charset="0"/>
                  <a:cs typeface="Arial" charset="0"/>
                </a:rPr>
                <a:t>181/181/</a:t>
              </a:r>
              <a:br>
                <a:rPr kumimoji="1" lang="en-US" altLang="zh-CN" sz="500" b="1" dirty="0">
                  <a:solidFill>
                    <a:srgbClr val="FFFFFF"/>
                  </a:solidFill>
                  <a:latin typeface="Arial" panose="020B0604020202020204" pitchFamily="34" charset="0"/>
                  <a:ea typeface="Arial" charset="0"/>
                  <a:cs typeface="Arial" charset="0"/>
                </a:rPr>
              </a:br>
              <a:r>
                <a:rPr kumimoji="1" lang="en-US" altLang="zh-CN" sz="500" b="1" dirty="0">
                  <a:solidFill>
                    <a:srgbClr val="FFFFFF"/>
                  </a:solidFill>
                  <a:latin typeface="Arial" panose="020B0604020202020204" pitchFamily="34" charset="0"/>
                  <a:ea typeface="Arial" charset="0"/>
                  <a:cs typeface="Arial" charset="0"/>
                </a:rPr>
                <a:t>181</a:t>
              </a:r>
            </a:p>
          </p:txBody>
        </p:sp>
        <p:sp>
          <p:nvSpPr>
            <p:cNvPr id="45" name="矩形 13"/>
            <p:cNvSpPr/>
            <p:nvPr/>
          </p:nvSpPr>
          <p:spPr>
            <a:xfrm>
              <a:off x="7541580" y="6324025"/>
              <a:ext cx="513579" cy="664397"/>
            </a:xfrm>
            <a:prstGeom prst="rect">
              <a:avLst/>
            </a:prstGeom>
            <a:solidFill>
              <a:srgbClr val="DDDDDD"/>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3381">
                <a:lnSpc>
                  <a:spcPts val="620"/>
                </a:lnSpc>
              </a:pPr>
              <a:r>
                <a:rPr kumimoji="1" lang="en-US" altLang="zh-CN" sz="500" b="1" dirty="0">
                  <a:solidFill>
                    <a:srgbClr val="1B1B18"/>
                  </a:solidFill>
                  <a:latin typeface="Arial" panose="020B0604020202020204" pitchFamily="34" charset="0"/>
                  <a:ea typeface="Arial" charset="0"/>
                  <a:cs typeface="Arial" charset="0"/>
                </a:rPr>
                <a:t>RGB 221/221/</a:t>
              </a:r>
              <a:br>
                <a:rPr kumimoji="1" lang="en-US" altLang="zh-CN" sz="500" b="1" dirty="0">
                  <a:solidFill>
                    <a:srgbClr val="1B1B18"/>
                  </a:solidFill>
                  <a:latin typeface="Arial" panose="020B0604020202020204" pitchFamily="34" charset="0"/>
                  <a:ea typeface="Arial" charset="0"/>
                  <a:cs typeface="Arial" charset="0"/>
                </a:rPr>
              </a:br>
              <a:r>
                <a:rPr kumimoji="1" lang="en-US" altLang="zh-CN" sz="500" b="1" dirty="0">
                  <a:solidFill>
                    <a:srgbClr val="1B1B18"/>
                  </a:solidFill>
                  <a:latin typeface="Arial" panose="020B0604020202020204" pitchFamily="34" charset="0"/>
                  <a:ea typeface="Arial" charset="0"/>
                  <a:cs typeface="Arial" charset="0"/>
                </a:rPr>
                <a:t>221</a:t>
              </a:r>
            </a:p>
          </p:txBody>
        </p:sp>
        <p:sp>
          <p:nvSpPr>
            <p:cNvPr id="46" name="矩形 13"/>
            <p:cNvSpPr/>
            <p:nvPr/>
          </p:nvSpPr>
          <p:spPr>
            <a:xfrm>
              <a:off x="8083608" y="6324025"/>
              <a:ext cx="513579" cy="664397"/>
            </a:xfrm>
            <a:prstGeom prst="rect">
              <a:avLst/>
            </a:prstGeom>
            <a:solidFill>
              <a:srgbClr val="FFFFFF"/>
            </a:solidFill>
            <a:ln w="6350">
              <a:solidFill>
                <a:srgbClr val="B5B5B5"/>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3381">
                <a:lnSpc>
                  <a:spcPts val="620"/>
                </a:lnSpc>
              </a:pPr>
              <a:r>
                <a:rPr kumimoji="1" lang="en-US" altLang="zh-CN" sz="500" b="1" dirty="0">
                  <a:solidFill>
                    <a:srgbClr val="1B1B18"/>
                  </a:solidFill>
                  <a:latin typeface="Arial" panose="020B0604020202020204" pitchFamily="34" charset="0"/>
                  <a:ea typeface="Arial" charset="0"/>
                  <a:cs typeface="Arial" charset="0"/>
                </a:rPr>
                <a:t>RGB</a:t>
              </a:r>
            </a:p>
            <a:p>
              <a:pPr algn="ctr" defTabSz="913381">
                <a:lnSpc>
                  <a:spcPts val="620"/>
                </a:lnSpc>
              </a:pPr>
              <a:r>
                <a:rPr kumimoji="1" lang="en-US" altLang="zh-CN" sz="500" b="1" dirty="0">
                  <a:solidFill>
                    <a:srgbClr val="1B1B18"/>
                  </a:solidFill>
                  <a:latin typeface="Arial" panose="020B0604020202020204" pitchFamily="34" charset="0"/>
                  <a:ea typeface="Arial" charset="0"/>
                  <a:cs typeface="Arial" charset="0"/>
                </a:rPr>
                <a:t>255/255/</a:t>
              </a:r>
              <a:br>
                <a:rPr kumimoji="1" lang="en-US" altLang="zh-CN" sz="500" b="1" dirty="0">
                  <a:solidFill>
                    <a:srgbClr val="1B1B18"/>
                  </a:solidFill>
                  <a:latin typeface="Arial" panose="020B0604020202020204" pitchFamily="34" charset="0"/>
                  <a:ea typeface="Arial" charset="0"/>
                  <a:cs typeface="Arial" charset="0"/>
                </a:rPr>
              </a:br>
              <a:r>
                <a:rPr kumimoji="1" lang="en-US" altLang="zh-CN" sz="500" b="1" dirty="0">
                  <a:solidFill>
                    <a:srgbClr val="1B1B18"/>
                  </a:solidFill>
                  <a:latin typeface="Arial" panose="020B0604020202020204" pitchFamily="34" charset="0"/>
                  <a:ea typeface="Arial" charset="0"/>
                  <a:cs typeface="Arial" charset="0"/>
                </a:rPr>
                <a:t>255</a:t>
              </a:r>
            </a:p>
          </p:txBody>
        </p:sp>
      </p:grpSp>
    </p:spTree>
    <p:extLst>
      <p:ext uri="{BB962C8B-B14F-4D97-AF65-F5344CB8AC3E}">
        <p14:creationId xmlns:p14="http://schemas.microsoft.com/office/powerpoint/2010/main" val="266540068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extLst>
    <p:ext uri="{DCECCB84-F9BA-43D5-87BE-67443E8EF086}">
      <p15:sldGuideLst xmlns="" xmlns:p15="http://schemas.microsoft.com/office/powerpoint/2012/main">
        <p15:guide id="1" pos="3841">
          <p15:clr>
            <a:srgbClr val="FBAE40"/>
          </p15:clr>
        </p15:guide>
        <p15:guide id="2" orient="horz" pos="2160">
          <p15:clr>
            <a:srgbClr val="FBAE40"/>
          </p15:clr>
        </p15:guide>
        <p15:guide id="3" pos="303">
          <p15:clr>
            <a:srgbClr val="FBAE40"/>
          </p15:clr>
        </p15:guide>
        <p15:guide id="4" pos="7380">
          <p15:clr>
            <a:srgbClr val="FBAE40"/>
          </p15:clr>
        </p15:guide>
        <p15:guide id="5" orient="horz" pos="640">
          <p15:clr>
            <a:srgbClr val="FBAE40"/>
          </p15:clr>
        </p15:guide>
        <p15:guide id="6" orient="horz" pos="3952">
          <p15:clr>
            <a:srgbClr val="FBAE40"/>
          </p15:clr>
        </p15:guide>
      </p15:sldGuideLst>
    </p:ext>
  </p:extLst>
</p:sldLayout>
</file>

<file path=ppt/slideLayouts/slideLayout32.xml><?xml version="1.0" encoding="utf-8"?>
<p:sldLayout xmlns:a="http://schemas.openxmlformats.org/drawingml/2006/main" xmlns:r="http://schemas.openxmlformats.org/officeDocument/2006/relationships" xmlns:p="http://schemas.openxmlformats.org/presentationml/2006/main" userDrawn="1">
  <p:cSld name="65_Chinese text page">
    <p:spTree>
      <p:nvGrpSpPr>
        <p:cNvPr id="1" name=""/>
        <p:cNvGrpSpPr/>
        <p:nvPr/>
      </p:nvGrpSpPr>
      <p:grpSpPr>
        <a:xfrm>
          <a:off x="0" y="0"/>
          <a:ext cx="0" cy="0"/>
          <a:chOff x="0" y="0"/>
          <a:chExt cx="0" cy="0"/>
        </a:xfrm>
      </p:grpSpPr>
      <p:sp>
        <p:nvSpPr>
          <p:cNvPr id="3" name="Subtitle 2">
            <a:extLst>
              <a:ext uri="{FF2B5EF4-FFF2-40B4-BE49-F238E27FC236}">
                <a16:creationId xmlns="" xmlns:a16="http://schemas.microsoft.com/office/drawing/2014/main" id="{D2A38214-5857-FC4E-B923-056100E16BCA}"/>
              </a:ext>
            </a:extLst>
          </p:cNvPr>
          <p:cNvSpPr>
            <a:spLocks noGrp="1"/>
          </p:cNvSpPr>
          <p:nvPr>
            <p:ph type="subTitle" idx="1" hasCustomPrompt="1"/>
          </p:nvPr>
        </p:nvSpPr>
        <p:spPr>
          <a:xfrm>
            <a:off x="729175" y="456135"/>
            <a:ext cx="10740640" cy="993400"/>
          </a:xfrm>
          <a:prstGeom prst="rect">
            <a:avLst/>
          </a:prstGeom>
        </p:spPr>
        <p:txBody>
          <a:bodyPr lIns="0" tIns="0" rIns="0" bIns="0" anchor="ctr">
            <a:normAutofit/>
          </a:bodyPr>
          <a:lstStyle>
            <a:lvl1pPr marL="0" indent="0" algn="l">
              <a:lnSpc>
                <a:spcPts val="3428"/>
              </a:lnSpc>
              <a:spcBef>
                <a:spcPts val="0"/>
              </a:spcBef>
              <a:buNone/>
              <a:defRPr sz="3199" baseline="0">
                <a:solidFill>
                  <a:schemeClr val="tx1"/>
                </a:solidFill>
                <a:latin typeface="Microsoft YaHei" panose="020B0503020204020204" pitchFamily="34" charset="-122"/>
                <a:ea typeface="Microsoft YaHei" panose="020B0503020204020204" pitchFamily="34" charset="-122"/>
              </a:defRPr>
            </a:lvl1pPr>
            <a:lvl2pPr marL="593648" indent="0" algn="ctr">
              <a:buNone/>
              <a:defRPr sz="2597"/>
            </a:lvl2pPr>
            <a:lvl3pPr marL="1187293" indent="0" algn="ctr">
              <a:buNone/>
              <a:defRPr sz="2337"/>
            </a:lvl3pPr>
            <a:lvl4pPr marL="1780942" indent="0" algn="ctr">
              <a:buNone/>
              <a:defRPr sz="2079"/>
            </a:lvl4pPr>
            <a:lvl5pPr marL="2374589" indent="0" algn="ctr">
              <a:buNone/>
              <a:defRPr sz="2079"/>
            </a:lvl5pPr>
            <a:lvl6pPr marL="2968235" indent="0" algn="ctr">
              <a:buNone/>
              <a:defRPr sz="2079"/>
            </a:lvl6pPr>
            <a:lvl7pPr marL="3561882" indent="0" algn="ctr">
              <a:buNone/>
              <a:defRPr sz="2079"/>
            </a:lvl7pPr>
            <a:lvl8pPr marL="4155531" indent="0" algn="ctr">
              <a:buNone/>
              <a:defRPr sz="2079"/>
            </a:lvl8pPr>
            <a:lvl9pPr marL="4749176" indent="0" algn="ctr">
              <a:buNone/>
              <a:defRPr sz="2079"/>
            </a:lvl9pPr>
          </a:lstStyle>
          <a:p>
            <a:r>
              <a:rPr lang="zh-CN" altLang="en-US" dirty="0"/>
              <a:t>单击此处添加标题</a:t>
            </a:r>
            <a:endParaRPr lang="en-US" dirty="0"/>
          </a:p>
        </p:txBody>
      </p:sp>
      <p:sp>
        <p:nvSpPr>
          <p:cNvPr id="7" name="Content Placeholder 2">
            <a:extLst>
              <a:ext uri="{FF2B5EF4-FFF2-40B4-BE49-F238E27FC236}">
                <a16:creationId xmlns="" xmlns:a16="http://schemas.microsoft.com/office/drawing/2014/main" id="{8A4EAA63-3827-DA40-B921-C01084B9DA87}"/>
              </a:ext>
            </a:extLst>
          </p:cNvPr>
          <p:cNvSpPr>
            <a:spLocks noGrp="1"/>
          </p:cNvSpPr>
          <p:nvPr>
            <p:ph idx="10" hasCustomPrompt="1"/>
          </p:nvPr>
        </p:nvSpPr>
        <p:spPr>
          <a:xfrm>
            <a:off x="736909" y="1501989"/>
            <a:ext cx="10733557" cy="4690459"/>
          </a:xfrm>
          <a:prstGeom prst="rect">
            <a:avLst/>
          </a:prstGeom>
        </p:spPr>
        <p:txBody>
          <a:bodyPr lIns="0" tIns="0" rIns="0" bIns="0"/>
          <a:lstStyle>
            <a:lvl1pPr marL="12368" indent="0">
              <a:lnSpc>
                <a:spcPct val="100000"/>
              </a:lnSpc>
              <a:spcBef>
                <a:spcPts val="0"/>
              </a:spcBef>
              <a:buFontTx/>
              <a:buNone/>
              <a:tabLst>
                <a:tab pos="1207906" algn="ctr"/>
              </a:tabLst>
              <a:defRPr sz="1799" baseline="0">
                <a:solidFill>
                  <a:schemeClr val="tx1"/>
                </a:solidFill>
                <a:latin typeface="Microsoft YaHei" panose="020B0503020204020204" pitchFamily="34" charset="-122"/>
                <a:ea typeface="Microsoft YaHei" panose="020B0503020204020204" pitchFamily="34" charset="-122"/>
                <a:cs typeface="Arial" panose="020B0604020202020204" pitchFamily="34" charset="0"/>
              </a:defRPr>
            </a:lvl1pPr>
            <a:lvl2pPr marL="525627" indent="-171086">
              <a:buFont typeface="Arial" panose="020B0604020202020204" pitchFamily="34" charset="0"/>
              <a:buChar char="•"/>
              <a:tabLst>
                <a:tab pos="1207906" algn="ctr"/>
              </a:tabLst>
              <a:defRPr sz="1299" baseline="0"/>
            </a:lvl2pPr>
            <a:lvl3pPr marL="525627" indent="-171086">
              <a:buFont typeface="Arial" panose="020B0604020202020204" pitchFamily="34" charset="0"/>
              <a:buChar char="•"/>
              <a:tabLst>
                <a:tab pos="1207906" algn="ctr"/>
              </a:tabLst>
              <a:defRPr sz="1299" baseline="0"/>
            </a:lvl3pPr>
            <a:lvl4pPr marL="525627" indent="-171086">
              <a:buFont typeface="Arial" panose="020B0604020202020204" pitchFamily="34" charset="0"/>
              <a:buChar char="•"/>
              <a:tabLst>
                <a:tab pos="1207906" algn="ctr"/>
              </a:tabLst>
              <a:defRPr sz="1299" baseline="0"/>
            </a:lvl4pPr>
            <a:lvl5pPr marL="525627" indent="-171086">
              <a:buFont typeface="Arial" panose="020B0604020202020204" pitchFamily="34" charset="0"/>
              <a:buChar char="•"/>
              <a:tabLst>
                <a:tab pos="1207906" algn="ctr"/>
              </a:tabLst>
              <a:defRPr sz="1299" baseline="0"/>
            </a:lvl5pPr>
          </a:lstStyle>
          <a:p>
            <a:pPr lvl="0"/>
            <a:r>
              <a:rPr lang="zh-CN" altLang="en-US" dirty="0"/>
              <a:t>单击此处添加文本</a:t>
            </a:r>
            <a:endParaRPr lang="en-US" dirty="0"/>
          </a:p>
        </p:txBody>
      </p:sp>
    </p:spTree>
    <p:extLst>
      <p:ext uri="{BB962C8B-B14F-4D97-AF65-F5344CB8AC3E}">
        <p14:creationId xmlns:p14="http://schemas.microsoft.com/office/powerpoint/2010/main" val="3616563346"/>
      </p:ext>
    </p:extLst>
  </p:cSld>
  <p:clrMapOvr>
    <a:masterClrMapping/>
  </p:clrMapOvr>
  <p:extLst>
    <p:ext uri="{DCECCB84-F9BA-43D5-87BE-67443E8EF086}">
      <p15:sldGuideLst xmlns="" xmlns:p15="http://schemas.microsoft.com/office/powerpoint/2012/main">
        <p15:guide id="1" pos="3842">
          <p15:clr>
            <a:srgbClr val="FBAE40"/>
          </p15:clr>
        </p15:guide>
      </p15:sldGuideLst>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userDrawn="1">
  <p:cSld name="11_Chinese text page">
    <p:spTree>
      <p:nvGrpSpPr>
        <p:cNvPr id="1" name=""/>
        <p:cNvGrpSpPr/>
        <p:nvPr/>
      </p:nvGrpSpPr>
      <p:grpSpPr>
        <a:xfrm>
          <a:off x="0" y="0"/>
          <a:ext cx="0" cy="0"/>
          <a:chOff x="0" y="0"/>
          <a:chExt cx="0" cy="0"/>
        </a:xfrm>
      </p:grpSpPr>
    </p:spTree>
    <p:extLst>
      <p:ext uri="{BB962C8B-B14F-4D97-AF65-F5344CB8AC3E}">
        <p14:creationId xmlns:p14="http://schemas.microsoft.com/office/powerpoint/2010/main" val="846928598"/>
      </p:ext>
    </p:extLst>
  </p:cSld>
  <p:clrMapOvr>
    <a:masterClrMapping/>
  </p:clrMapOvr>
  <p:extLst>
    <p:ext uri="{DCECCB84-F9BA-43D5-87BE-67443E8EF086}">
      <p15:sldGuideLst xmlns="" xmlns:p15="http://schemas.microsoft.com/office/powerpoint/2012/main">
        <p15:guide id="1" pos="3842">
          <p15:clr>
            <a:srgbClr val="FBAE40"/>
          </p15:clr>
        </p15:guide>
      </p15:sldGuideLst>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userDrawn="1">
  <p:cSld name="4_章节页">
    <p:spTree>
      <p:nvGrpSpPr>
        <p:cNvPr id="1" name=""/>
        <p:cNvGrpSpPr/>
        <p:nvPr/>
      </p:nvGrpSpPr>
      <p:grpSpPr>
        <a:xfrm>
          <a:off x="0" y="0"/>
          <a:ext cx="0" cy="0"/>
          <a:chOff x="0" y="0"/>
          <a:chExt cx="0" cy="0"/>
        </a:xfrm>
      </p:grpSpPr>
      <p:sp>
        <p:nvSpPr>
          <p:cNvPr id="3" name="Subtitle 2">
            <a:extLst>
              <a:ext uri="{FF2B5EF4-FFF2-40B4-BE49-F238E27FC236}">
                <a16:creationId xmlns="" xmlns:a16="http://schemas.microsoft.com/office/drawing/2014/main" id="{D2A38214-5857-FC4E-B923-056100E16BCA}"/>
              </a:ext>
            </a:extLst>
          </p:cNvPr>
          <p:cNvSpPr>
            <a:spLocks noGrp="1"/>
          </p:cNvSpPr>
          <p:nvPr>
            <p:ph type="subTitle" idx="1" hasCustomPrompt="1"/>
          </p:nvPr>
        </p:nvSpPr>
        <p:spPr>
          <a:xfrm>
            <a:off x="729175" y="456134"/>
            <a:ext cx="10740640" cy="993400"/>
          </a:xfrm>
          <a:prstGeom prst="rect">
            <a:avLst/>
          </a:prstGeom>
        </p:spPr>
        <p:txBody>
          <a:bodyPr lIns="0" tIns="0" rIns="0" bIns="0" anchor="t">
            <a:normAutofit/>
          </a:bodyPr>
          <a:lstStyle>
            <a:lvl1pPr marL="0" indent="0" algn="l">
              <a:lnSpc>
                <a:spcPts val="3430"/>
              </a:lnSpc>
              <a:spcBef>
                <a:spcPts val="0"/>
              </a:spcBef>
              <a:buNone/>
              <a:defRPr sz="2800" baseline="0">
                <a:solidFill>
                  <a:schemeClr val="tx1"/>
                </a:solidFill>
                <a:latin typeface="Microsoft YaHei" panose="020B0503020204020204" pitchFamily="34" charset="-122"/>
                <a:ea typeface="Microsoft YaHei" panose="020B0503020204020204" pitchFamily="34" charset="-122"/>
              </a:defRPr>
            </a:lvl1pPr>
            <a:lvl2pPr marL="593900" indent="0" algn="ctr">
              <a:buNone/>
              <a:defRPr sz="2598"/>
            </a:lvl2pPr>
            <a:lvl3pPr marL="1187798" indent="0" algn="ctr">
              <a:buNone/>
              <a:defRPr sz="2338"/>
            </a:lvl3pPr>
            <a:lvl4pPr marL="1781699" indent="0" algn="ctr">
              <a:buNone/>
              <a:defRPr sz="2079"/>
            </a:lvl4pPr>
            <a:lvl5pPr marL="2375598" indent="0" algn="ctr">
              <a:buNone/>
              <a:defRPr sz="2079"/>
            </a:lvl5pPr>
            <a:lvl6pPr marL="2969497" indent="0" algn="ctr">
              <a:buNone/>
              <a:defRPr sz="2079"/>
            </a:lvl6pPr>
            <a:lvl7pPr marL="3563396" indent="0" algn="ctr">
              <a:buNone/>
              <a:defRPr sz="2079"/>
            </a:lvl7pPr>
            <a:lvl8pPr marL="4157297" indent="0" algn="ctr">
              <a:buNone/>
              <a:defRPr sz="2079"/>
            </a:lvl8pPr>
            <a:lvl9pPr marL="4751195" indent="0" algn="ctr">
              <a:buNone/>
              <a:defRPr sz="2079"/>
            </a:lvl9pPr>
          </a:lstStyle>
          <a:p>
            <a:r>
              <a:rPr lang="zh-CN" altLang="en-US" dirty="0"/>
              <a:t>单击此处添加标题</a:t>
            </a:r>
            <a:endParaRPr lang="en-US" dirty="0"/>
          </a:p>
        </p:txBody>
      </p:sp>
    </p:spTree>
    <p:extLst>
      <p:ext uri="{BB962C8B-B14F-4D97-AF65-F5344CB8AC3E}">
        <p14:creationId xmlns:p14="http://schemas.microsoft.com/office/powerpoint/2010/main" val="3445318137"/>
      </p:ext>
    </p:extLst>
  </p:cSld>
  <p:clrMapOvr>
    <a:masterClrMapping/>
  </p:clrMapOvr>
  <p:extLst>
    <p:ext uri="{DCECCB84-F9BA-43D5-87BE-67443E8EF086}">
      <p15:sldGuideLst xmlns="" xmlns:p15="http://schemas.microsoft.com/office/powerpoint/2012/main">
        <p15:guide id="1" pos="3842">
          <p15:clr>
            <a:srgbClr val="FBAE40"/>
          </p15:clr>
        </p15:guide>
      </p15:sldGuideLst>
    </p:ext>
  </p:extLst>
</p:sldLayout>
</file>

<file path=ppt/slideLayouts/slideLayout35.xml><?xml version="1.0" encoding="utf-8"?>
<p:sldLayout xmlns:a="http://schemas.openxmlformats.org/drawingml/2006/main" xmlns:r="http://schemas.openxmlformats.org/officeDocument/2006/relationships" xmlns:p="http://schemas.openxmlformats.org/presentationml/2006/main" userDrawn="1">
  <p:cSld name="7_章节页">
    <p:spTree>
      <p:nvGrpSpPr>
        <p:cNvPr id="1" name=""/>
        <p:cNvGrpSpPr/>
        <p:nvPr/>
      </p:nvGrpSpPr>
      <p:grpSpPr>
        <a:xfrm>
          <a:off x="0" y="0"/>
          <a:ext cx="0" cy="0"/>
          <a:chOff x="0" y="0"/>
          <a:chExt cx="0" cy="0"/>
        </a:xfrm>
      </p:grpSpPr>
      <p:sp>
        <p:nvSpPr>
          <p:cNvPr id="3" name="Subtitle 2">
            <a:extLst>
              <a:ext uri="{FF2B5EF4-FFF2-40B4-BE49-F238E27FC236}">
                <a16:creationId xmlns="" xmlns:a16="http://schemas.microsoft.com/office/drawing/2014/main" id="{D2A38214-5857-FC4E-B923-056100E16BCA}"/>
              </a:ext>
            </a:extLst>
          </p:cNvPr>
          <p:cNvSpPr>
            <a:spLocks noGrp="1"/>
          </p:cNvSpPr>
          <p:nvPr>
            <p:ph type="subTitle" idx="1" hasCustomPrompt="1"/>
          </p:nvPr>
        </p:nvSpPr>
        <p:spPr>
          <a:xfrm>
            <a:off x="729175" y="456134"/>
            <a:ext cx="10740640" cy="993400"/>
          </a:xfrm>
          <a:prstGeom prst="rect">
            <a:avLst/>
          </a:prstGeom>
        </p:spPr>
        <p:txBody>
          <a:bodyPr lIns="0" tIns="0" rIns="0" bIns="0" anchor="ctr">
            <a:normAutofit/>
          </a:bodyPr>
          <a:lstStyle>
            <a:lvl1pPr marL="0" indent="0" algn="l">
              <a:lnSpc>
                <a:spcPts val="3430"/>
              </a:lnSpc>
              <a:spcBef>
                <a:spcPts val="0"/>
              </a:spcBef>
              <a:buNone/>
              <a:defRPr sz="3200" baseline="0">
                <a:solidFill>
                  <a:schemeClr val="tx1"/>
                </a:solidFill>
                <a:latin typeface="Microsoft YaHei" panose="020B0503020204020204" pitchFamily="34" charset="-122"/>
                <a:ea typeface="Microsoft YaHei" panose="020B0503020204020204" pitchFamily="34" charset="-122"/>
              </a:defRPr>
            </a:lvl1pPr>
            <a:lvl2pPr marL="593900" indent="0" algn="ctr">
              <a:buNone/>
              <a:defRPr sz="2598"/>
            </a:lvl2pPr>
            <a:lvl3pPr marL="1187798" indent="0" algn="ctr">
              <a:buNone/>
              <a:defRPr sz="2338"/>
            </a:lvl3pPr>
            <a:lvl4pPr marL="1781699" indent="0" algn="ctr">
              <a:buNone/>
              <a:defRPr sz="2079"/>
            </a:lvl4pPr>
            <a:lvl5pPr marL="2375598" indent="0" algn="ctr">
              <a:buNone/>
              <a:defRPr sz="2079"/>
            </a:lvl5pPr>
            <a:lvl6pPr marL="2969497" indent="0" algn="ctr">
              <a:buNone/>
              <a:defRPr sz="2079"/>
            </a:lvl6pPr>
            <a:lvl7pPr marL="3563396" indent="0" algn="ctr">
              <a:buNone/>
              <a:defRPr sz="2079"/>
            </a:lvl7pPr>
            <a:lvl8pPr marL="4157297" indent="0" algn="ctr">
              <a:buNone/>
              <a:defRPr sz="2079"/>
            </a:lvl8pPr>
            <a:lvl9pPr marL="4751195" indent="0" algn="ctr">
              <a:buNone/>
              <a:defRPr sz="2079"/>
            </a:lvl9pPr>
          </a:lstStyle>
          <a:p>
            <a:r>
              <a:rPr lang="zh-CN" altLang="en-US" dirty="0"/>
              <a:t>单击此处添加标题</a:t>
            </a:r>
            <a:endParaRPr lang="en-US" dirty="0"/>
          </a:p>
        </p:txBody>
      </p:sp>
      <p:sp>
        <p:nvSpPr>
          <p:cNvPr id="5" name="Content Placeholder 2">
            <a:extLst>
              <a:ext uri="{FF2B5EF4-FFF2-40B4-BE49-F238E27FC236}">
                <a16:creationId xmlns="" xmlns:a16="http://schemas.microsoft.com/office/drawing/2014/main" id="{CA8B3F0C-616F-224A-B32F-9F9BF5EEE1BC}"/>
              </a:ext>
            </a:extLst>
          </p:cNvPr>
          <p:cNvSpPr>
            <a:spLocks noGrp="1"/>
          </p:cNvSpPr>
          <p:nvPr>
            <p:ph idx="12" hasCustomPrompt="1"/>
          </p:nvPr>
        </p:nvSpPr>
        <p:spPr>
          <a:xfrm>
            <a:off x="726021" y="1512875"/>
            <a:ext cx="10733557" cy="4690459"/>
          </a:xfrm>
          <a:prstGeom prst="rect">
            <a:avLst/>
          </a:prstGeom>
        </p:spPr>
        <p:txBody>
          <a:bodyPr lIns="0" tIns="0" rIns="0" bIns="0"/>
          <a:lstStyle>
            <a:lvl1pPr marL="179388" marR="0" indent="-168275" algn="l" defTabSz="1187798" rtl="0" eaLnBrk="1" fontAlgn="auto" latinLnBrk="0" hangingPunct="1">
              <a:lnSpc>
                <a:spcPct val="100000"/>
              </a:lnSpc>
              <a:spcBef>
                <a:spcPts val="0"/>
              </a:spcBef>
              <a:spcAft>
                <a:spcPts val="600"/>
              </a:spcAft>
              <a:buClr>
                <a:srgbClr val="000000"/>
              </a:buClr>
              <a:buSzTx/>
              <a:buFont typeface="Arial" panose="020B0604020202020204" pitchFamily="34" charset="0"/>
              <a:buChar char="•"/>
              <a:tabLst>
                <a:tab pos="1208088" algn="ctr"/>
              </a:tabLst>
              <a:defRPr sz="1800" baseline="0">
                <a:solidFill>
                  <a:schemeClr val="tx1"/>
                </a:solidFill>
                <a:latin typeface="Microsoft YaHei" panose="020B0503020204020204" pitchFamily="34" charset="-122"/>
                <a:ea typeface="Microsoft YaHei" panose="020B0503020204020204" pitchFamily="34" charset="-122"/>
                <a:cs typeface="Arial" panose="020B0604020202020204" pitchFamily="34" charset="0"/>
              </a:defRPr>
            </a:lvl1pPr>
            <a:lvl2pPr marL="329026" marR="0" indent="-168275" algn="l" defTabSz="1187798" rtl="0" eaLnBrk="1" fontAlgn="auto" latinLnBrk="0" hangingPunct="1">
              <a:lnSpc>
                <a:spcPct val="100000"/>
              </a:lnSpc>
              <a:spcBef>
                <a:spcPts val="0"/>
              </a:spcBef>
              <a:spcAft>
                <a:spcPts val="600"/>
              </a:spcAft>
              <a:buClr>
                <a:schemeClr val="tx1"/>
              </a:buClr>
              <a:buSzTx/>
              <a:buFont typeface=".AppleSystemUIFont"/>
              <a:buChar char="&gt;"/>
              <a:tabLst>
                <a:tab pos="1208088" algn="ctr"/>
              </a:tabLst>
              <a:defRPr sz="1600" baseline="0">
                <a:latin typeface="Microsoft YaHei" panose="020B0503020204020204" pitchFamily="34" charset="-122"/>
                <a:ea typeface="Microsoft YaHei" panose="020B0503020204020204" pitchFamily="34" charset="-122"/>
              </a:defRPr>
            </a:lvl2pPr>
            <a:lvl3pPr marL="1098575" marR="0" indent="-168275" algn="l" defTabSz="1187798" rtl="0" eaLnBrk="1" fontAlgn="auto" latinLnBrk="0" hangingPunct="1">
              <a:lnSpc>
                <a:spcPct val="100000"/>
              </a:lnSpc>
              <a:spcBef>
                <a:spcPts val="0"/>
              </a:spcBef>
              <a:spcAft>
                <a:spcPts val="600"/>
              </a:spcAft>
              <a:buClr>
                <a:schemeClr val="tx1"/>
              </a:buClr>
              <a:buSzTx/>
              <a:buFont typeface=".AppleSystemUIFont"/>
              <a:buChar char="-"/>
              <a:tabLst>
                <a:tab pos="1208088" algn="ctr"/>
              </a:tabLst>
              <a:defRPr sz="1299" baseline="0">
                <a:latin typeface="Microsoft YaHei" panose="020B0503020204020204" pitchFamily="34" charset="-122"/>
                <a:ea typeface="Microsoft YaHei" panose="020B0503020204020204" pitchFamily="34" charset="-122"/>
              </a:defRPr>
            </a:lvl3pPr>
            <a:lvl4pPr marL="525850" indent="-171159">
              <a:buFont typeface="Arial" panose="020B0604020202020204" pitchFamily="34" charset="0"/>
              <a:buChar char="•"/>
              <a:tabLst>
                <a:tab pos="1208420" algn="ctr"/>
              </a:tabLst>
              <a:defRPr sz="1299" baseline="0"/>
            </a:lvl4pPr>
            <a:lvl5pPr marL="525850" indent="-171159">
              <a:buFont typeface="Arial" panose="020B0604020202020204" pitchFamily="34" charset="0"/>
              <a:buChar char="•"/>
              <a:tabLst>
                <a:tab pos="1208420" algn="ctr"/>
              </a:tabLst>
              <a:defRPr sz="1299" baseline="0"/>
            </a:lvl5pPr>
          </a:lstStyle>
          <a:p>
            <a:pPr lvl="0"/>
            <a:r>
              <a:rPr lang="zh-CN" altLang="en-US" dirty="0"/>
              <a:t>单击此处添加文本</a:t>
            </a:r>
            <a:endParaRPr lang="en-US" dirty="0"/>
          </a:p>
          <a:p>
            <a:pPr marL="329026" marR="0" lvl="1" indent="-168275" algn="l" defTabSz="1187798" rtl="0" eaLnBrk="1" fontAlgn="auto" latinLnBrk="0" hangingPunct="1">
              <a:lnSpc>
                <a:spcPct val="100000"/>
              </a:lnSpc>
              <a:spcBef>
                <a:spcPts val="0"/>
              </a:spcBef>
              <a:spcAft>
                <a:spcPts val="600"/>
              </a:spcAft>
              <a:buClr>
                <a:schemeClr val="tx1"/>
              </a:buClr>
              <a:buSzTx/>
              <a:buFont typeface="Arial" panose="020B0604020202020204" pitchFamily="34" charset="0"/>
              <a:buChar char="•"/>
              <a:tabLst>
                <a:tab pos="1208088" algn="ctr"/>
              </a:tabLst>
              <a:defRPr/>
            </a:pPr>
            <a:r>
              <a:rPr lang="zh-CN" altLang="en-US" dirty="0"/>
              <a:t>单击此处添加文本</a:t>
            </a:r>
            <a:endParaRPr lang="en-US" dirty="0"/>
          </a:p>
          <a:p>
            <a:pPr marL="1098575" marR="0" lvl="2" indent="-168275" algn="l" defTabSz="1187798" rtl="0" eaLnBrk="1" fontAlgn="auto" latinLnBrk="0" hangingPunct="1">
              <a:lnSpc>
                <a:spcPct val="100000"/>
              </a:lnSpc>
              <a:spcBef>
                <a:spcPts val="0"/>
              </a:spcBef>
              <a:spcAft>
                <a:spcPts val="600"/>
              </a:spcAft>
              <a:buClr>
                <a:schemeClr val="tx1"/>
              </a:buClr>
              <a:buSzTx/>
              <a:buFont typeface="Arial" panose="020B0604020202020204" pitchFamily="34" charset="0"/>
              <a:buChar char="•"/>
              <a:tabLst>
                <a:tab pos="1208088" algn="ctr"/>
              </a:tabLst>
              <a:defRPr/>
            </a:pPr>
            <a:r>
              <a:rPr lang="zh-CN" altLang="en-US" dirty="0"/>
              <a:t>单击此处添加文本</a:t>
            </a:r>
            <a:endParaRPr lang="en-US" dirty="0"/>
          </a:p>
          <a:p>
            <a:pPr marL="1098575" marR="0" lvl="2" indent="-168275" algn="l" defTabSz="1187798" rtl="0" eaLnBrk="1" fontAlgn="auto" latinLnBrk="0" hangingPunct="1">
              <a:lnSpc>
                <a:spcPct val="100000"/>
              </a:lnSpc>
              <a:spcBef>
                <a:spcPts val="0"/>
              </a:spcBef>
              <a:spcAft>
                <a:spcPts val="600"/>
              </a:spcAft>
              <a:buClr>
                <a:schemeClr val="tx1"/>
              </a:buClr>
              <a:buSzTx/>
              <a:buFont typeface="Arial" panose="020B0604020202020204" pitchFamily="34" charset="0"/>
              <a:buChar char="•"/>
              <a:tabLst>
                <a:tab pos="1208088" algn="ctr"/>
              </a:tabLst>
              <a:defRPr/>
            </a:pPr>
            <a:endParaRPr lang="en-US" altLang="zh-CN" dirty="0"/>
          </a:p>
        </p:txBody>
      </p:sp>
    </p:spTree>
    <p:extLst>
      <p:ext uri="{BB962C8B-B14F-4D97-AF65-F5344CB8AC3E}">
        <p14:creationId xmlns:p14="http://schemas.microsoft.com/office/powerpoint/2010/main" val="2564078949"/>
      </p:ext>
    </p:extLst>
  </p:cSld>
  <p:clrMapOvr>
    <a:masterClrMapping/>
  </p:clrMapOvr>
  <p:extLst>
    <p:ext uri="{DCECCB84-F9BA-43D5-87BE-67443E8EF086}">
      <p15:sldGuideLst xmlns="" xmlns:p15="http://schemas.microsoft.com/office/powerpoint/2012/main">
        <p15:guide id="1" pos="3842">
          <p15:clr>
            <a:srgbClr val="FBAE40"/>
          </p15:clr>
        </p15:guide>
      </p15:sldGuideLst>
    </p:ext>
  </p:extLst>
</p:sldLayout>
</file>

<file path=ppt/slideLayouts/slideLayout36.xml><?xml version="1.0" encoding="utf-8"?>
<p:sldLayout xmlns:a="http://schemas.openxmlformats.org/drawingml/2006/main" xmlns:r="http://schemas.openxmlformats.org/officeDocument/2006/relationships" xmlns:p="http://schemas.openxmlformats.org/presentationml/2006/main" userDrawn="1">
  <p:cSld name="模板刷新">
    <p:spTree>
      <p:nvGrpSpPr>
        <p:cNvPr id="1" name=""/>
        <p:cNvGrpSpPr/>
        <p:nvPr/>
      </p:nvGrpSpPr>
      <p:grpSpPr>
        <a:xfrm>
          <a:off x="0" y="0"/>
          <a:ext cx="0" cy="0"/>
          <a:chOff x="0" y="0"/>
          <a:chExt cx="0" cy="0"/>
        </a:xfrm>
      </p:grpSpPr>
      <p:sp>
        <p:nvSpPr>
          <p:cNvPr id="3" name="Subtitle 2">
            <a:extLst>
              <a:ext uri="{FF2B5EF4-FFF2-40B4-BE49-F238E27FC236}">
                <a16:creationId xmlns="" xmlns:a16="http://schemas.microsoft.com/office/drawing/2014/main" id="{D2A38214-5857-FC4E-B923-056100E16BCA}"/>
              </a:ext>
            </a:extLst>
          </p:cNvPr>
          <p:cNvSpPr>
            <a:spLocks noGrp="1"/>
          </p:cNvSpPr>
          <p:nvPr>
            <p:ph type="subTitle" idx="1" hasCustomPrompt="1"/>
          </p:nvPr>
        </p:nvSpPr>
        <p:spPr>
          <a:xfrm>
            <a:off x="522833" y="520852"/>
            <a:ext cx="11034000" cy="540000"/>
          </a:xfrm>
          <a:prstGeom prst="rect">
            <a:avLst/>
          </a:prstGeom>
        </p:spPr>
        <p:txBody>
          <a:bodyPr lIns="0" tIns="0" rIns="0" bIns="0" anchor="t">
            <a:normAutofit/>
          </a:bodyPr>
          <a:lstStyle>
            <a:lvl1pPr marL="0" indent="0" algn="l" defTabSz="914217" rtl="0" eaLnBrk="1" fontAlgn="base" latinLnBrk="0" hangingPunct="1">
              <a:lnSpc>
                <a:spcPts val="3428"/>
              </a:lnSpc>
              <a:spcBef>
                <a:spcPct val="20000"/>
              </a:spcBef>
              <a:spcAft>
                <a:spcPct val="0"/>
              </a:spcAft>
              <a:buClr>
                <a:srgbClr val="990000"/>
              </a:buClr>
              <a:buNone/>
              <a:defRPr lang="en-US" sz="2798" b="1" kern="0" dirty="0">
                <a:solidFill>
                  <a:srgbClr val="C00000"/>
                </a:solidFill>
                <a:latin typeface="Huawei Sans" panose="020B0604020202020204"/>
                <a:ea typeface="微软雅黑"/>
                <a:cs typeface="+mn-ea"/>
              </a:defRPr>
            </a:lvl1pPr>
            <a:lvl2pPr marL="593705" indent="0" algn="ctr">
              <a:buNone/>
              <a:defRPr sz="2598"/>
            </a:lvl2pPr>
            <a:lvl3pPr marL="1187412" indent="0" algn="ctr">
              <a:buNone/>
              <a:defRPr sz="2336"/>
            </a:lvl3pPr>
            <a:lvl4pPr marL="1781121" indent="0" algn="ctr">
              <a:buNone/>
              <a:defRPr sz="2080"/>
            </a:lvl4pPr>
            <a:lvl5pPr marL="2374828" indent="0" algn="ctr">
              <a:buNone/>
              <a:defRPr sz="2080"/>
            </a:lvl5pPr>
            <a:lvl6pPr marL="2968531" indent="0" algn="ctr">
              <a:buNone/>
              <a:defRPr sz="2080"/>
            </a:lvl6pPr>
            <a:lvl7pPr marL="3562237" indent="0" algn="ctr">
              <a:buNone/>
              <a:defRPr sz="2080"/>
            </a:lvl7pPr>
            <a:lvl8pPr marL="4155945" indent="0" algn="ctr">
              <a:buNone/>
              <a:defRPr sz="2080"/>
            </a:lvl8pPr>
            <a:lvl9pPr marL="4749650" indent="0" algn="ctr">
              <a:buNone/>
              <a:defRPr sz="2080"/>
            </a:lvl9pPr>
          </a:lstStyle>
          <a:p>
            <a:r>
              <a:rPr lang="zh-CN" altLang="en-US" dirty="0"/>
              <a:t>单击此处添加标题</a:t>
            </a:r>
            <a:endParaRPr lang="en-US" dirty="0"/>
          </a:p>
        </p:txBody>
      </p:sp>
    </p:spTree>
    <p:extLst>
      <p:ext uri="{BB962C8B-B14F-4D97-AF65-F5344CB8AC3E}">
        <p14:creationId xmlns:p14="http://schemas.microsoft.com/office/powerpoint/2010/main" val="3688192440"/>
      </p:ext>
    </p:extLst>
  </p:cSld>
  <p:clrMapOvr>
    <a:masterClrMapping/>
  </p:clrMapOvr>
  <p:extLst>
    <p:ext uri="{DCECCB84-F9BA-43D5-87BE-67443E8EF086}">
      <p15:sldGuideLst xmlns="" xmlns:p15="http://schemas.microsoft.com/office/powerpoint/2012/main">
        <p15:guide id="1" pos="3842">
          <p15:clr>
            <a:srgbClr val="FBAE40"/>
          </p15:clr>
        </p15:guide>
      </p15:sldGuideLst>
    </p:ext>
  </p:extLst>
</p:sldLayout>
</file>

<file path=ppt/slideLayouts/slideLayout37.xml><?xml version="1.0" encoding="utf-8"?>
<p:sldLayout xmlns:a="http://schemas.openxmlformats.org/drawingml/2006/main" xmlns:r="http://schemas.openxmlformats.org/officeDocument/2006/relationships" xmlns:p="http://schemas.openxmlformats.org/presentationml/2006/main" userDrawn="1">
  <p:cSld name="6_章节页">
    <p:spTree>
      <p:nvGrpSpPr>
        <p:cNvPr id="1" name=""/>
        <p:cNvGrpSpPr/>
        <p:nvPr/>
      </p:nvGrpSpPr>
      <p:grpSpPr>
        <a:xfrm>
          <a:off x="0" y="0"/>
          <a:ext cx="0" cy="0"/>
          <a:chOff x="0" y="0"/>
          <a:chExt cx="0" cy="0"/>
        </a:xfrm>
      </p:grpSpPr>
      <p:sp>
        <p:nvSpPr>
          <p:cNvPr id="3" name="Subtitle 2">
            <a:extLst>
              <a:ext uri="{FF2B5EF4-FFF2-40B4-BE49-F238E27FC236}">
                <a16:creationId xmlns="" xmlns:a16="http://schemas.microsoft.com/office/drawing/2014/main" id="{D2A38214-5857-FC4E-B923-056100E16BCA}"/>
              </a:ext>
            </a:extLst>
          </p:cNvPr>
          <p:cNvSpPr>
            <a:spLocks noGrp="1"/>
          </p:cNvSpPr>
          <p:nvPr>
            <p:ph type="subTitle" idx="1" hasCustomPrompt="1"/>
          </p:nvPr>
        </p:nvSpPr>
        <p:spPr>
          <a:xfrm>
            <a:off x="729175" y="456134"/>
            <a:ext cx="10740640" cy="993400"/>
          </a:xfrm>
          <a:prstGeom prst="rect">
            <a:avLst/>
          </a:prstGeom>
        </p:spPr>
        <p:txBody>
          <a:bodyPr lIns="0" tIns="0" rIns="0" bIns="0" anchor="t">
            <a:normAutofit/>
          </a:bodyPr>
          <a:lstStyle>
            <a:lvl1pPr marL="0" indent="0" algn="l">
              <a:lnSpc>
                <a:spcPts val="3430"/>
              </a:lnSpc>
              <a:spcBef>
                <a:spcPts val="0"/>
              </a:spcBef>
              <a:buNone/>
              <a:defRPr sz="2800" b="1" baseline="0">
                <a:solidFill>
                  <a:srgbClr val="C00000"/>
                </a:solidFill>
                <a:latin typeface="Microsoft YaHei" panose="020B0503020204020204" pitchFamily="34" charset="-122"/>
                <a:ea typeface="Microsoft YaHei" panose="020B0503020204020204" pitchFamily="34" charset="-122"/>
              </a:defRPr>
            </a:lvl1pPr>
            <a:lvl2pPr marL="593900" indent="0" algn="ctr">
              <a:buNone/>
              <a:defRPr sz="2598"/>
            </a:lvl2pPr>
            <a:lvl3pPr marL="1187798" indent="0" algn="ctr">
              <a:buNone/>
              <a:defRPr sz="2338"/>
            </a:lvl3pPr>
            <a:lvl4pPr marL="1781699" indent="0" algn="ctr">
              <a:buNone/>
              <a:defRPr sz="2079"/>
            </a:lvl4pPr>
            <a:lvl5pPr marL="2375598" indent="0" algn="ctr">
              <a:buNone/>
              <a:defRPr sz="2079"/>
            </a:lvl5pPr>
            <a:lvl6pPr marL="2969497" indent="0" algn="ctr">
              <a:buNone/>
              <a:defRPr sz="2079"/>
            </a:lvl6pPr>
            <a:lvl7pPr marL="3563396" indent="0" algn="ctr">
              <a:buNone/>
              <a:defRPr sz="2079"/>
            </a:lvl7pPr>
            <a:lvl8pPr marL="4157297" indent="0" algn="ctr">
              <a:buNone/>
              <a:defRPr sz="2079"/>
            </a:lvl8pPr>
            <a:lvl9pPr marL="4751195" indent="0" algn="ctr">
              <a:buNone/>
              <a:defRPr sz="2079"/>
            </a:lvl9pPr>
          </a:lstStyle>
          <a:p>
            <a:r>
              <a:rPr lang="zh-CN" altLang="en-US" dirty="0"/>
              <a:t>单击此处添加标题</a:t>
            </a:r>
            <a:endParaRPr lang="en-US" dirty="0"/>
          </a:p>
        </p:txBody>
      </p:sp>
    </p:spTree>
    <p:extLst>
      <p:ext uri="{BB962C8B-B14F-4D97-AF65-F5344CB8AC3E}">
        <p14:creationId xmlns:p14="http://schemas.microsoft.com/office/powerpoint/2010/main" val="2375259265"/>
      </p:ext>
    </p:extLst>
  </p:cSld>
  <p:clrMapOvr>
    <a:masterClrMapping/>
  </p:clrMapOvr>
  <p:extLst>
    <p:ext uri="{DCECCB84-F9BA-43D5-87BE-67443E8EF086}">
      <p15:sldGuideLst xmlns="" xmlns:p15="http://schemas.microsoft.com/office/powerpoint/2012/main"/>
    </p:ext>
  </p:extLst>
</p:sldLayout>
</file>

<file path=ppt/slideLayouts/slideLayout38.xml><?xml version="1.0" encoding="utf-8"?>
<p:sldLayout xmlns:a="http://schemas.openxmlformats.org/drawingml/2006/main" xmlns:r="http://schemas.openxmlformats.org/officeDocument/2006/relationships" xmlns:p="http://schemas.openxmlformats.org/presentationml/2006/main" userDrawn="1">
  <p:cSld name="52_Chinese text page">
    <p:spTree>
      <p:nvGrpSpPr>
        <p:cNvPr id="1" name=""/>
        <p:cNvGrpSpPr/>
        <p:nvPr/>
      </p:nvGrpSpPr>
      <p:grpSpPr>
        <a:xfrm>
          <a:off x="0" y="0"/>
          <a:ext cx="0" cy="0"/>
          <a:chOff x="0" y="0"/>
          <a:chExt cx="0" cy="0"/>
        </a:xfrm>
      </p:grpSpPr>
      <p:sp>
        <p:nvSpPr>
          <p:cNvPr id="3" name="Subtitle 2">
            <a:extLst>
              <a:ext uri="{FF2B5EF4-FFF2-40B4-BE49-F238E27FC236}">
                <a16:creationId xmlns="" xmlns:a16="http://schemas.microsoft.com/office/drawing/2014/main" id="{D2A38214-5857-FC4E-B923-056100E16BCA}"/>
              </a:ext>
            </a:extLst>
          </p:cNvPr>
          <p:cNvSpPr>
            <a:spLocks noGrp="1"/>
          </p:cNvSpPr>
          <p:nvPr>
            <p:ph type="subTitle" idx="1" hasCustomPrompt="1"/>
          </p:nvPr>
        </p:nvSpPr>
        <p:spPr>
          <a:xfrm>
            <a:off x="729175" y="456134"/>
            <a:ext cx="10740640" cy="993400"/>
          </a:xfrm>
          <a:prstGeom prst="rect">
            <a:avLst/>
          </a:prstGeom>
        </p:spPr>
        <p:txBody>
          <a:bodyPr lIns="0" tIns="0" rIns="0" bIns="0" anchor="t">
            <a:normAutofit/>
          </a:bodyPr>
          <a:lstStyle>
            <a:lvl1pPr marL="0" indent="0" algn="l">
              <a:lnSpc>
                <a:spcPts val="3429"/>
              </a:lnSpc>
              <a:spcBef>
                <a:spcPts val="0"/>
              </a:spcBef>
              <a:buNone/>
              <a:defRPr sz="2799" baseline="0">
                <a:solidFill>
                  <a:schemeClr val="tx1"/>
                </a:solidFill>
                <a:latin typeface="Microsoft YaHei" panose="020B0503020204020204" pitchFamily="34" charset="-122"/>
                <a:ea typeface="Microsoft YaHei" panose="020B0503020204020204" pitchFamily="34" charset="-122"/>
              </a:defRPr>
            </a:lvl1pPr>
            <a:lvl2pPr marL="593662" indent="0" algn="ctr">
              <a:buNone/>
              <a:defRPr sz="2597"/>
            </a:lvl2pPr>
            <a:lvl3pPr marL="1187323" indent="0" algn="ctr">
              <a:buNone/>
              <a:defRPr sz="2337"/>
            </a:lvl3pPr>
            <a:lvl4pPr marL="1780986" indent="0" algn="ctr">
              <a:buNone/>
              <a:defRPr sz="2078"/>
            </a:lvl4pPr>
            <a:lvl5pPr marL="2374648" indent="0" algn="ctr">
              <a:buNone/>
              <a:defRPr sz="2078"/>
            </a:lvl5pPr>
            <a:lvl6pPr marL="2968309" indent="0" algn="ctr">
              <a:buNone/>
              <a:defRPr sz="2078"/>
            </a:lvl6pPr>
            <a:lvl7pPr marL="3561971" indent="0" algn="ctr">
              <a:buNone/>
              <a:defRPr sz="2078"/>
            </a:lvl7pPr>
            <a:lvl8pPr marL="4155634" indent="0" algn="ctr">
              <a:buNone/>
              <a:defRPr sz="2078"/>
            </a:lvl8pPr>
            <a:lvl9pPr marL="4749295" indent="0" algn="ctr">
              <a:buNone/>
              <a:defRPr sz="2078"/>
            </a:lvl9pPr>
          </a:lstStyle>
          <a:p>
            <a:r>
              <a:rPr lang="zh-CN" altLang="en-US" dirty="0"/>
              <a:t>单击此处添加标题</a:t>
            </a:r>
            <a:endParaRPr lang="en-US" dirty="0"/>
          </a:p>
        </p:txBody>
      </p:sp>
    </p:spTree>
    <p:extLst>
      <p:ext uri="{BB962C8B-B14F-4D97-AF65-F5344CB8AC3E}">
        <p14:creationId xmlns:p14="http://schemas.microsoft.com/office/powerpoint/2010/main" val="1483706542"/>
      </p:ext>
    </p:extLst>
  </p:cSld>
  <p:clrMapOvr>
    <a:masterClrMapping/>
  </p:clrMapOvr>
  <p:extLst>
    <p:ext uri="{DCECCB84-F9BA-43D5-87BE-67443E8EF086}">
      <p15:sldGuideLst xmlns="" xmlns:p15="http://schemas.microsoft.com/office/powerpoint/2012/main">
        <p15:guide id="1" pos="3842">
          <p15:clr>
            <a:srgbClr val="FBAE40"/>
          </p15:clr>
        </p15:guide>
      </p15:sldGuideLst>
    </p:ext>
  </p:extLst>
</p:sldLayout>
</file>

<file path=ppt/slideLayouts/slideLayout39.xml><?xml version="1.0" encoding="utf-8"?>
<p:sldLayout xmlns:a="http://schemas.openxmlformats.org/drawingml/2006/main" xmlns:r="http://schemas.openxmlformats.org/officeDocument/2006/relationships" xmlns:p="http://schemas.openxmlformats.org/presentationml/2006/main" userDrawn="1">
  <p:cSld name="1_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409010" y="170349"/>
            <a:ext cx="11235233" cy="935887"/>
          </a:xfrm>
          <a:prstGeom prst="rect">
            <a:avLst/>
          </a:prstGeom>
        </p:spPr>
        <p:txBody>
          <a:bodyPr>
            <a:noAutofit/>
          </a:bodyPr>
          <a:lstStyle>
            <a:lvl1pPr marL="0" marR="0" indent="0" algn="l" defTabSz="1218225" rtl="0" eaLnBrk="1" fontAlgn="auto" latinLnBrk="0" hangingPunct="1">
              <a:lnSpc>
                <a:spcPct val="100000"/>
              </a:lnSpc>
              <a:spcBef>
                <a:spcPct val="0"/>
              </a:spcBef>
              <a:spcAft>
                <a:spcPts val="0"/>
              </a:spcAft>
              <a:buClrTx/>
              <a:buSzTx/>
              <a:buFontTx/>
              <a:buNone/>
              <a:tabLst/>
              <a:defRPr sz="3197" b="0">
                <a:solidFill>
                  <a:schemeClr val="tx1">
                    <a:lumMod val="75000"/>
                    <a:lumOff val="25000"/>
                  </a:schemeClr>
                </a:solidFill>
                <a:latin typeface="+mj-ea"/>
                <a:ea typeface="+mj-ea"/>
              </a:defRPr>
            </a:lvl1pPr>
          </a:lstStyle>
          <a:p>
            <a:endParaRPr lang="en-US" altLang="zh-CN" dirty="0"/>
          </a:p>
        </p:txBody>
      </p:sp>
    </p:spTree>
    <p:extLst>
      <p:ext uri="{BB962C8B-B14F-4D97-AF65-F5344CB8AC3E}">
        <p14:creationId xmlns:p14="http://schemas.microsoft.com/office/powerpoint/2010/main" val="2465099545"/>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userDrawn="1">
  <p:cSld name="28_标题幻灯片">
    <p:spTree>
      <p:nvGrpSpPr>
        <p:cNvPr id="1" name=""/>
        <p:cNvGrpSpPr/>
        <p:nvPr/>
      </p:nvGrpSpPr>
      <p:grpSpPr>
        <a:xfrm>
          <a:off x="0" y="0"/>
          <a:ext cx="0" cy="0"/>
          <a:chOff x="0" y="0"/>
          <a:chExt cx="0" cy="0"/>
        </a:xfrm>
      </p:grpSpPr>
    </p:spTree>
    <p:extLst>
      <p:ext uri="{BB962C8B-B14F-4D97-AF65-F5344CB8AC3E}">
        <p14:creationId xmlns:p14="http://schemas.microsoft.com/office/powerpoint/2010/main" val="2593550096"/>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Tree>
    <p:extLst>
      <p:ext uri="{BB962C8B-B14F-4D97-AF65-F5344CB8AC3E}">
        <p14:creationId xmlns:p14="http://schemas.microsoft.com/office/powerpoint/2010/main" val="1599030109"/>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userDrawn="1">
  <p:cSld name="章节页">
    <p:spTree>
      <p:nvGrpSpPr>
        <p:cNvPr id="1" name=""/>
        <p:cNvGrpSpPr/>
        <p:nvPr/>
      </p:nvGrpSpPr>
      <p:grpSpPr>
        <a:xfrm>
          <a:off x="0" y="0"/>
          <a:ext cx="0" cy="0"/>
          <a:chOff x="0" y="0"/>
          <a:chExt cx="0" cy="0"/>
        </a:xfrm>
      </p:grpSpPr>
      <p:sp>
        <p:nvSpPr>
          <p:cNvPr id="3" name="Subtitle 2">
            <a:extLst>
              <a:ext uri="{FF2B5EF4-FFF2-40B4-BE49-F238E27FC236}">
                <a16:creationId xmlns="" xmlns:a16="http://schemas.microsoft.com/office/drawing/2014/main" id="{D2A38214-5857-FC4E-B923-056100E16BCA}"/>
              </a:ext>
            </a:extLst>
          </p:cNvPr>
          <p:cNvSpPr>
            <a:spLocks noGrp="1"/>
          </p:cNvSpPr>
          <p:nvPr>
            <p:ph type="subTitle" idx="1" hasCustomPrompt="1"/>
          </p:nvPr>
        </p:nvSpPr>
        <p:spPr>
          <a:xfrm>
            <a:off x="729175" y="456134"/>
            <a:ext cx="10740640" cy="993400"/>
          </a:xfrm>
          <a:prstGeom prst="rect">
            <a:avLst/>
          </a:prstGeom>
        </p:spPr>
        <p:txBody>
          <a:bodyPr lIns="0" tIns="0" rIns="0" bIns="0" anchor="t">
            <a:normAutofit/>
          </a:bodyPr>
          <a:lstStyle>
            <a:lvl1pPr marL="0" indent="0" algn="l">
              <a:lnSpc>
                <a:spcPts val="3430"/>
              </a:lnSpc>
              <a:spcBef>
                <a:spcPts val="0"/>
              </a:spcBef>
              <a:buNone/>
              <a:defRPr sz="3200" baseline="0">
                <a:solidFill>
                  <a:schemeClr val="tx1"/>
                </a:solidFill>
                <a:latin typeface="Microsoft YaHei" panose="020B0503020204020204" pitchFamily="34" charset="-122"/>
                <a:ea typeface="Microsoft YaHei" panose="020B0503020204020204" pitchFamily="34" charset="-122"/>
              </a:defRPr>
            </a:lvl1pPr>
            <a:lvl2pPr marL="593900" indent="0" algn="ctr">
              <a:buNone/>
              <a:defRPr sz="2598"/>
            </a:lvl2pPr>
            <a:lvl3pPr marL="1187798" indent="0" algn="ctr">
              <a:buNone/>
              <a:defRPr sz="2338"/>
            </a:lvl3pPr>
            <a:lvl4pPr marL="1781699" indent="0" algn="ctr">
              <a:buNone/>
              <a:defRPr sz="2079"/>
            </a:lvl4pPr>
            <a:lvl5pPr marL="2375598" indent="0" algn="ctr">
              <a:buNone/>
              <a:defRPr sz="2079"/>
            </a:lvl5pPr>
            <a:lvl6pPr marL="2969497" indent="0" algn="ctr">
              <a:buNone/>
              <a:defRPr sz="2079"/>
            </a:lvl6pPr>
            <a:lvl7pPr marL="3563396" indent="0" algn="ctr">
              <a:buNone/>
              <a:defRPr sz="2079"/>
            </a:lvl7pPr>
            <a:lvl8pPr marL="4157297" indent="0" algn="ctr">
              <a:buNone/>
              <a:defRPr sz="2079"/>
            </a:lvl8pPr>
            <a:lvl9pPr marL="4751195" indent="0" algn="ctr">
              <a:buNone/>
              <a:defRPr sz="2079"/>
            </a:lvl9pPr>
          </a:lstStyle>
          <a:p>
            <a:r>
              <a:rPr lang="zh-CN" altLang="en-US" dirty="0"/>
              <a:t>单击此处添加标题</a:t>
            </a:r>
            <a:endParaRPr lang="en-US" dirty="0"/>
          </a:p>
        </p:txBody>
      </p:sp>
      <p:sp>
        <p:nvSpPr>
          <p:cNvPr id="5" name="Content Placeholder 2">
            <a:extLst>
              <a:ext uri="{FF2B5EF4-FFF2-40B4-BE49-F238E27FC236}">
                <a16:creationId xmlns="" xmlns:a16="http://schemas.microsoft.com/office/drawing/2014/main" id="{CA8B3F0C-616F-224A-B32F-9F9BF5EEE1BC}"/>
              </a:ext>
            </a:extLst>
          </p:cNvPr>
          <p:cNvSpPr>
            <a:spLocks noGrp="1"/>
          </p:cNvSpPr>
          <p:nvPr>
            <p:ph idx="12" hasCustomPrompt="1"/>
          </p:nvPr>
        </p:nvSpPr>
        <p:spPr>
          <a:xfrm>
            <a:off x="726021" y="1512875"/>
            <a:ext cx="10733557" cy="4690459"/>
          </a:xfrm>
          <a:prstGeom prst="rect">
            <a:avLst/>
          </a:prstGeom>
        </p:spPr>
        <p:txBody>
          <a:bodyPr lIns="0" tIns="0" rIns="0" bIns="0"/>
          <a:lstStyle>
            <a:lvl1pPr marL="179388" marR="0" indent="-168275" algn="l" defTabSz="1187798" rtl="0" eaLnBrk="1" fontAlgn="auto" latinLnBrk="0" hangingPunct="1">
              <a:lnSpc>
                <a:spcPct val="100000"/>
              </a:lnSpc>
              <a:spcBef>
                <a:spcPts val="0"/>
              </a:spcBef>
              <a:spcAft>
                <a:spcPts val="600"/>
              </a:spcAft>
              <a:buClr>
                <a:srgbClr val="000000"/>
              </a:buClr>
              <a:buSzTx/>
              <a:buFont typeface="Arial" panose="020B0604020202020204" pitchFamily="34" charset="0"/>
              <a:buChar char="•"/>
              <a:tabLst>
                <a:tab pos="1208088" algn="ctr"/>
              </a:tabLst>
              <a:defRPr sz="1800" baseline="0">
                <a:solidFill>
                  <a:schemeClr val="tx1"/>
                </a:solidFill>
                <a:latin typeface="Microsoft YaHei" panose="020B0503020204020204" pitchFamily="34" charset="-122"/>
                <a:ea typeface="Microsoft YaHei" panose="020B0503020204020204" pitchFamily="34" charset="-122"/>
                <a:cs typeface="Arial" panose="020B0604020202020204" pitchFamily="34" charset="0"/>
              </a:defRPr>
            </a:lvl1pPr>
            <a:lvl2pPr marL="329026" marR="0" indent="-168275" algn="l" defTabSz="1187798" rtl="0" eaLnBrk="1" fontAlgn="auto" latinLnBrk="0" hangingPunct="1">
              <a:lnSpc>
                <a:spcPct val="100000"/>
              </a:lnSpc>
              <a:spcBef>
                <a:spcPts val="0"/>
              </a:spcBef>
              <a:spcAft>
                <a:spcPts val="600"/>
              </a:spcAft>
              <a:buClr>
                <a:schemeClr val="tx1"/>
              </a:buClr>
              <a:buSzTx/>
              <a:buFont typeface=".AppleSystemUIFont"/>
              <a:buChar char="&gt;"/>
              <a:tabLst>
                <a:tab pos="1208088" algn="ctr"/>
              </a:tabLst>
              <a:defRPr sz="1600" baseline="0">
                <a:latin typeface="Microsoft YaHei" panose="020B0503020204020204" pitchFamily="34" charset="-122"/>
                <a:ea typeface="Microsoft YaHei" panose="020B0503020204020204" pitchFamily="34" charset="-122"/>
              </a:defRPr>
            </a:lvl2pPr>
            <a:lvl3pPr marL="1098575" marR="0" indent="-168275" algn="l" defTabSz="1187798" rtl="0" eaLnBrk="1" fontAlgn="auto" latinLnBrk="0" hangingPunct="1">
              <a:lnSpc>
                <a:spcPct val="100000"/>
              </a:lnSpc>
              <a:spcBef>
                <a:spcPts val="0"/>
              </a:spcBef>
              <a:spcAft>
                <a:spcPts val="600"/>
              </a:spcAft>
              <a:buClr>
                <a:schemeClr val="tx1"/>
              </a:buClr>
              <a:buSzTx/>
              <a:buFont typeface=".AppleSystemUIFont"/>
              <a:buChar char="-"/>
              <a:tabLst>
                <a:tab pos="1208088" algn="ctr"/>
              </a:tabLst>
              <a:defRPr sz="1299" baseline="0">
                <a:latin typeface="Microsoft YaHei" panose="020B0503020204020204" pitchFamily="34" charset="-122"/>
                <a:ea typeface="Microsoft YaHei" panose="020B0503020204020204" pitchFamily="34" charset="-122"/>
              </a:defRPr>
            </a:lvl3pPr>
            <a:lvl4pPr marL="525850" indent="-171159">
              <a:buFont typeface="Arial" panose="020B0604020202020204" pitchFamily="34" charset="0"/>
              <a:buChar char="•"/>
              <a:tabLst>
                <a:tab pos="1208420" algn="ctr"/>
              </a:tabLst>
              <a:defRPr sz="1299" baseline="0"/>
            </a:lvl4pPr>
            <a:lvl5pPr marL="525850" indent="-171159">
              <a:buFont typeface="Arial" panose="020B0604020202020204" pitchFamily="34" charset="0"/>
              <a:buChar char="•"/>
              <a:tabLst>
                <a:tab pos="1208420" algn="ctr"/>
              </a:tabLst>
              <a:defRPr sz="1299" baseline="0"/>
            </a:lvl5pPr>
          </a:lstStyle>
          <a:p>
            <a:pPr lvl="0"/>
            <a:r>
              <a:rPr lang="zh-CN" altLang="en-US" dirty="0"/>
              <a:t>单击此处添加文本</a:t>
            </a:r>
            <a:endParaRPr lang="en-US" dirty="0"/>
          </a:p>
          <a:p>
            <a:pPr marL="329026" marR="0" lvl="1" indent="-168275" algn="l" defTabSz="1187798" rtl="0" eaLnBrk="1" fontAlgn="auto" latinLnBrk="0" hangingPunct="1">
              <a:lnSpc>
                <a:spcPct val="100000"/>
              </a:lnSpc>
              <a:spcBef>
                <a:spcPts val="0"/>
              </a:spcBef>
              <a:spcAft>
                <a:spcPts val="600"/>
              </a:spcAft>
              <a:buClr>
                <a:schemeClr val="tx1"/>
              </a:buClr>
              <a:buSzTx/>
              <a:buFont typeface="Arial" panose="020B0604020202020204" pitchFamily="34" charset="0"/>
              <a:buChar char="•"/>
              <a:tabLst>
                <a:tab pos="1208088" algn="ctr"/>
              </a:tabLst>
              <a:defRPr/>
            </a:pPr>
            <a:r>
              <a:rPr lang="zh-CN" altLang="en-US" dirty="0"/>
              <a:t>单击此处添加文本</a:t>
            </a:r>
            <a:endParaRPr lang="en-US" dirty="0"/>
          </a:p>
          <a:p>
            <a:pPr marL="1098575" marR="0" lvl="2" indent="-168275" algn="l" defTabSz="1187798" rtl="0" eaLnBrk="1" fontAlgn="auto" latinLnBrk="0" hangingPunct="1">
              <a:lnSpc>
                <a:spcPct val="100000"/>
              </a:lnSpc>
              <a:spcBef>
                <a:spcPts val="0"/>
              </a:spcBef>
              <a:spcAft>
                <a:spcPts val="600"/>
              </a:spcAft>
              <a:buClr>
                <a:schemeClr val="tx1"/>
              </a:buClr>
              <a:buSzTx/>
              <a:buFont typeface="Arial" panose="020B0604020202020204" pitchFamily="34" charset="0"/>
              <a:buChar char="•"/>
              <a:tabLst>
                <a:tab pos="1208088" algn="ctr"/>
              </a:tabLst>
              <a:defRPr/>
            </a:pPr>
            <a:r>
              <a:rPr lang="zh-CN" altLang="en-US" dirty="0"/>
              <a:t>单击此处添加文本</a:t>
            </a:r>
            <a:endParaRPr lang="en-US" dirty="0"/>
          </a:p>
          <a:p>
            <a:pPr marL="1098575" marR="0" lvl="2" indent="-168275" algn="l" defTabSz="1187798" rtl="0" eaLnBrk="1" fontAlgn="auto" latinLnBrk="0" hangingPunct="1">
              <a:lnSpc>
                <a:spcPct val="100000"/>
              </a:lnSpc>
              <a:spcBef>
                <a:spcPts val="0"/>
              </a:spcBef>
              <a:spcAft>
                <a:spcPts val="600"/>
              </a:spcAft>
              <a:buClr>
                <a:schemeClr val="tx1"/>
              </a:buClr>
              <a:buSzTx/>
              <a:buFont typeface="Arial" panose="020B0604020202020204" pitchFamily="34" charset="0"/>
              <a:buChar char="•"/>
              <a:tabLst>
                <a:tab pos="1208088" algn="ctr"/>
              </a:tabLst>
              <a:defRPr/>
            </a:pPr>
            <a:endParaRPr lang="en-US" altLang="zh-CN" dirty="0"/>
          </a:p>
        </p:txBody>
      </p:sp>
    </p:spTree>
    <p:extLst>
      <p:ext uri="{BB962C8B-B14F-4D97-AF65-F5344CB8AC3E}">
        <p14:creationId xmlns:p14="http://schemas.microsoft.com/office/powerpoint/2010/main" val="3517366637"/>
      </p:ext>
    </p:extLst>
  </p:cSld>
  <p:clrMapOvr>
    <a:masterClrMapping/>
  </p:clrMapOvr>
  <p:extLst>
    <p:ext uri="{DCECCB84-F9BA-43D5-87BE-67443E8EF086}">
      <p15:sldGuideLst xmlns="" xmlns:p15="http://schemas.microsoft.com/office/powerpoint/2012/main"/>
    </p:ext>
  </p:extLst>
</p:sldLayout>
</file>

<file path=ppt/slideLayouts/slideLayout43.xml><?xml version="1.0" encoding="utf-8"?>
<p:sldLayout xmlns:a="http://schemas.openxmlformats.org/drawingml/2006/main" xmlns:r="http://schemas.openxmlformats.org/officeDocument/2006/relationships" xmlns:p="http://schemas.openxmlformats.org/presentationml/2006/main" userDrawn="1">
  <p:cSld name="章节页1">
    <p:spTree>
      <p:nvGrpSpPr>
        <p:cNvPr id="1" name=""/>
        <p:cNvGrpSpPr/>
        <p:nvPr/>
      </p:nvGrpSpPr>
      <p:grpSpPr>
        <a:xfrm>
          <a:off x="0" y="0"/>
          <a:ext cx="0" cy="0"/>
          <a:chOff x="0" y="0"/>
          <a:chExt cx="0" cy="0"/>
        </a:xfrm>
      </p:grpSpPr>
      <p:sp>
        <p:nvSpPr>
          <p:cNvPr id="5" name="Content Placeholder 2">
            <a:extLst>
              <a:ext uri="{FF2B5EF4-FFF2-40B4-BE49-F238E27FC236}">
                <a16:creationId xmlns="" xmlns:a16="http://schemas.microsoft.com/office/drawing/2014/main" id="{CA8B3F0C-616F-224A-B32F-9F9BF5EEE1BC}"/>
              </a:ext>
            </a:extLst>
          </p:cNvPr>
          <p:cNvSpPr>
            <a:spLocks noGrp="1"/>
          </p:cNvSpPr>
          <p:nvPr>
            <p:ph idx="12" hasCustomPrompt="1"/>
          </p:nvPr>
        </p:nvSpPr>
        <p:spPr>
          <a:xfrm>
            <a:off x="442275" y="1244339"/>
            <a:ext cx="11265816" cy="4958996"/>
          </a:xfrm>
          <a:prstGeom prst="rect">
            <a:avLst/>
          </a:prstGeom>
        </p:spPr>
        <p:txBody>
          <a:bodyPr lIns="0" tIns="0" rIns="0" bIns="0"/>
          <a:lstStyle>
            <a:lvl1pPr marL="179172" marR="0" indent="-168074" algn="l" defTabSz="1186373" rtl="0" eaLnBrk="1" fontAlgn="auto" latinLnBrk="0" hangingPunct="1">
              <a:lnSpc>
                <a:spcPct val="100000"/>
              </a:lnSpc>
              <a:spcBef>
                <a:spcPts val="0"/>
              </a:spcBef>
              <a:spcAft>
                <a:spcPts val="600"/>
              </a:spcAft>
              <a:buClr>
                <a:srgbClr val="000000"/>
              </a:buClr>
              <a:buSzTx/>
              <a:buFont typeface="Arial" panose="020B0604020202020204" pitchFamily="34" charset="0"/>
              <a:buChar char="•"/>
              <a:tabLst>
                <a:tab pos="1206639" algn="ctr"/>
              </a:tabLst>
              <a:defRPr sz="1797" baseline="0">
                <a:solidFill>
                  <a:schemeClr val="tx1"/>
                </a:solidFill>
                <a:latin typeface="微软雅黑" panose="020B0503020204020204" pitchFamily="34" charset="-122"/>
                <a:ea typeface="微软雅黑" panose="020B0503020204020204" pitchFamily="34" charset="-122"/>
                <a:cs typeface="Arial" panose="020B0604020202020204" pitchFamily="34" charset="0"/>
              </a:defRPr>
            </a:lvl1pPr>
            <a:lvl2pPr marL="328630" marR="0" indent="-168074" algn="l" defTabSz="1186373" rtl="0" eaLnBrk="1" fontAlgn="auto" latinLnBrk="0" hangingPunct="1">
              <a:lnSpc>
                <a:spcPct val="100000"/>
              </a:lnSpc>
              <a:spcBef>
                <a:spcPts val="0"/>
              </a:spcBef>
              <a:spcAft>
                <a:spcPts val="600"/>
              </a:spcAft>
              <a:buClr>
                <a:schemeClr val="tx1"/>
              </a:buClr>
              <a:buSzTx/>
              <a:buFont typeface=".AppleSystemUIFont"/>
              <a:buChar char="&gt;"/>
              <a:tabLst>
                <a:tab pos="1206639" algn="ctr"/>
              </a:tabLst>
              <a:defRPr sz="1597" baseline="0">
                <a:latin typeface="微软雅黑" panose="020B0503020204020204" pitchFamily="34" charset="-122"/>
                <a:ea typeface="微软雅黑" panose="020B0503020204020204" pitchFamily="34" charset="-122"/>
              </a:defRPr>
            </a:lvl2pPr>
            <a:lvl3pPr marL="929184" marR="0" indent="0" algn="l" defTabSz="1186373" rtl="0" eaLnBrk="1" fontAlgn="auto" latinLnBrk="0" hangingPunct="1">
              <a:lnSpc>
                <a:spcPct val="100000"/>
              </a:lnSpc>
              <a:spcBef>
                <a:spcPts val="0"/>
              </a:spcBef>
              <a:spcAft>
                <a:spcPts val="600"/>
              </a:spcAft>
              <a:buClr>
                <a:schemeClr val="tx1"/>
              </a:buClr>
              <a:buSzTx/>
              <a:buFont typeface=".AppleSystemUIFont"/>
              <a:buNone/>
              <a:tabLst>
                <a:tab pos="1206639" algn="ctr"/>
              </a:tabLst>
              <a:defRPr sz="1296" baseline="0">
                <a:latin typeface="微软雅黑" panose="020B0503020204020204" pitchFamily="34" charset="-122"/>
                <a:ea typeface="微软雅黑" panose="020B0503020204020204" pitchFamily="34" charset="-122"/>
              </a:defRPr>
            </a:lvl3pPr>
            <a:lvl4pPr marL="525220" indent="-170955">
              <a:buFont typeface="Arial" panose="020B0604020202020204" pitchFamily="34" charset="0"/>
              <a:buChar char="•"/>
              <a:tabLst>
                <a:tab pos="1206971" algn="ctr"/>
              </a:tabLst>
              <a:defRPr sz="1296" baseline="0"/>
            </a:lvl4pPr>
            <a:lvl5pPr marL="525220" indent="-170955">
              <a:buFont typeface="Arial" panose="020B0604020202020204" pitchFamily="34" charset="0"/>
              <a:buChar char="•"/>
              <a:tabLst>
                <a:tab pos="1206971" algn="ctr"/>
              </a:tabLst>
              <a:defRPr sz="1296" baseline="0"/>
            </a:lvl5pPr>
          </a:lstStyle>
          <a:p>
            <a:pPr lvl="0"/>
            <a:r>
              <a:rPr lang="zh-CN" altLang="en-US" dirty="0"/>
              <a:t>单击此处添加文本</a:t>
            </a:r>
            <a:endParaRPr lang="en-US" altLang="zh-CN" dirty="0"/>
          </a:p>
        </p:txBody>
      </p:sp>
      <p:sp>
        <p:nvSpPr>
          <p:cNvPr id="6" name="标题 5"/>
          <p:cNvSpPr>
            <a:spLocks noGrp="1"/>
          </p:cNvSpPr>
          <p:nvPr>
            <p:ph type="title"/>
          </p:nvPr>
        </p:nvSpPr>
        <p:spPr>
          <a:xfrm>
            <a:off x="442277" y="348791"/>
            <a:ext cx="11265817" cy="559472"/>
          </a:xfrm>
          <a:prstGeom prst="rect">
            <a:avLst/>
          </a:prstGeom>
        </p:spPr>
        <p:txBody>
          <a:bodyPr anchor="ctr"/>
          <a:lstStyle>
            <a:lvl1pPr>
              <a:lnSpc>
                <a:spcPct val="100000"/>
              </a:lnSpc>
              <a:defRPr sz="2797" b="1">
                <a:solidFill>
                  <a:srgbClr val="C00000"/>
                </a:solidFill>
                <a:latin typeface="微软雅黑" panose="020B0503020204020204" pitchFamily="34" charset="-122"/>
                <a:ea typeface="微软雅黑" panose="020B0503020204020204" pitchFamily="34" charset="-122"/>
              </a:defRPr>
            </a:lvl1pPr>
          </a:lstStyle>
          <a:p>
            <a:r>
              <a:rPr lang="zh-CN" altLang="en-US" dirty="0"/>
              <a:t>单击此处编辑母版标题样式</a:t>
            </a:r>
          </a:p>
        </p:txBody>
      </p:sp>
      <p:grpSp>
        <p:nvGrpSpPr>
          <p:cNvPr id="4" name="Group 46"/>
          <p:cNvGrpSpPr>
            <a:grpSpLocks noChangeAspect="1"/>
          </p:cNvGrpSpPr>
          <p:nvPr userDrawn="1"/>
        </p:nvGrpSpPr>
        <p:grpSpPr>
          <a:xfrm>
            <a:off x="12295786" y="2625395"/>
            <a:ext cx="1963324" cy="4233515"/>
            <a:chOff x="5343883" y="-48857"/>
            <a:chExt cx="3263588" cy="7037279"/>
          </a:xfrm>
        </p:grpSpPr>
        <p:sp>
          <p:nvSpPr>
            <p:cNvPr id="7" name="矩形 13"/>
            <p:cNvSpPr/>
            <p:nvPr/>
          </p:nvSpPr>
          <p:spPr>
            <a:xfrm>
              <a:off x="5356401" y="1934171"/>
              <a:ext cx="791510" cy="664397"/>
            </a:xfrm>
            <a:prstGeom prst="rect">
              <a:avLst/>
            </a:prstGeom>
            <a:solidFill>
              <a:srgbClr val="C40054"/>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3381">
                <a:lnSpc>
                  <a:spcPts val="620"/>
                </a:lnSpc>
              </a:pPr>
              <a:r>
                <a:rPr kumimoji="1" lang="en-US" altLang="zh-CN" sz="500" b="1" dirty="0">
                  <a:solidFill>
                    <a:srgbClr val="FFFFFF"/>
                  </a:solidFill>
                  <a:ea typeface="Arial" charset="0"/>
                  <a:cs typeface="Arial" charset="0"/>
                </a:rPr>
                <a:t>RGB</a:t>
              </a:r>
              <a:br>
                <a:rPr kumimoji="1" lang="en-US" altLang="zh-CN" sz="500" b="1" dirty="0">
                  <a:solidFill>
                    <a:srgbClr val="FFFFFF"/>
                  </a:solidFill>
                  <a:ea typeface="Arial" charset="0"/>
                  <a:cs typeface="Arial" charset="0"/>
                </a:rPr>
              </a:br>
              <a:r>
                <a:rPr kumimoji="1" lang="en-US" altLang="zh-CN" sz="500" b="1" dirty="0">
                  <a:solidFill>
                    <a:srgbClr val="FFFFFF"/>
                  </a:solidFill>
                  <a:ea typeface="Arial" charset="0"/>
                  <a:cs typeface="Arial" charset="0"/>
                </a:rPr>
                <a:t>196/0/84</a:t>
              </a:r>
            </a:p>
          </p:txBody>
        </p:sp>
        <p:sp>
          <p:nvSpPr>
            <p:cNvPr id="8" name="文本框 15"/>
            <p:cNvSpPr txBox="1"/>
            <p:nvPr/>
          </p:nvSpPr>
          <p:spPr>
            <a:xfrm>
              <a:off x="5352721" y="1694497"/>
              <a:ext cx="1636699" cy="204645"/>
            </a:xfrm>
            <a:prstGeom prst="rect">
              <a:avLst/>
            </a:prstGeom>
            <a:noFill/>
          </p:spPr>
          <p:txBody>
            <a:bodyPr wrap="square" lIns="0" tIns="0" rIns="0" bIns="0" rtlCol="0" anchor="b" anchorCtr="0">
              <a:spAutoFit/>
            </a:bodyPr>
            <a:lstStyle/>
            <a:p>
              <a:pPr defTabSz="913381"/>
              <a:r>
                <a:rPr kumimoji="1" lang="zh-CN" altLang="en-US" sz="800">
                  <a:solidFill>
                    <a:srgbClr val="1B1B18"/>
                  </a:solidFill>
                  <a:cs typeface="Arial" panose="020B0604020202020204" pitchFamily="34" charset="0"/>
                </a:rPr>
                <a:t>公司辅助色</a:t>
              </a:r>
              <a:endParaRPr kumimoji="1" lang="zh-CN" altLang="en-US" sz="800" dirty="0">
                <a:solidFill>
                  <a:srgbClr val="1B1B18"/>
                </a:solidFill>
                <a:cs typeface="Arial" panose="020B0604020202020204" pitchFamily="34" charset="0"/>
              </a:endParaRPr>
            </a:p>
          </p:txBody>
        </p:sp>
        <p:sp>
          <p:nvSpPr>
            <p:cNvPr id="9" name="矩形 13"/>
            <p:cNvSpPr/>
            <p:nvPr/>
          </p:nvSpPr>
          <p:spPr>
            <a:xfrm>
              <a:off x="6184680" y="1934171"/>
              <a:ext cx="791510" cy="664397"/>
            </a:xfrm>
            <a:prstGeom prst="rect">
              <a:avLst/>
            </a:prstGeom>
            <a:solidFill>
              <a:srgbClr val="CB377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3381">
                <a:lnSpc>
                  <a:spcPts val="620"/>
                </a:lnSpc>
              </a:pPr>
              <a:r>
                <a:rPr kumimoji="1" lang="en-US" altLang="zh-CN" sz="500" b="1" dirty="0">
                  <a:solidFill>
                    <a:srgbClr val="FFFFFF"/>
                  </a:solidFill>
                  <a:ea typeface="Arial" charset="0"/>
                  <a:cs typeface="Arial" charset="0"/>
                </a:rPr>
                <a:t>RGB</a:t>
              </a:r>
              <a:br>
                <a:rPr kumimoji="1" lang="en-US" altLang="zh-CN" sz="500" b="1" dirty="0">
                  <a:solidFill>
                    <a:srgbClr val="FFFFFF"/>
                  </a:solidFill>
                  <a:ea typeface="Arial" charset="0"/>
                  <a:cs typeface="Arial" charset="0"/>
                </a:rPr>
              </a:br>
              <a:r>
                <a:rPr kumimoji="1" lang="en-US" altLang="zh-CN" sz="500" b="1" dirty="0">
                  <a:solidFill>
                    <a:srgbClr val="FFFFFF"/>
                  </a:solidFill>
                  <a:ea typeface="Arial" charset="0"/>
                  <a:cs typeface="Arial" charset="0"/>
                </a:rPr>
                <a:t>203/55/120</a:t>
              </a:r>
            </a:p>
          </p:txBody>
        </p:sp>
        <p:sp>
          <p:nvSpPr>
            <p:cNvPr id="10" name="矩形 13"/>
            <p:cNvSpPr/>
            <p:nvPr/>
          </p:nvSpPr>
          <p:spPr>
            <a:xfrm>
              <a:off x="5356401" y="3403061"/>
              <a:ext cx="791510" cy="664397"/>
            </a:xfrm>
            <a:prstGeom prst="rect">
              <a:avLst/>
            </a:prstGeom>
            <a:solidFill>
              <a:srgbClr val="ED6D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3381">
                <a:lnSpc>
                  <a:spcPts val="620"/>
                </a:lnSpc>
              </a:pPr>
              <a:r>
                <a:rPr kumimoji="1" lang="en-US" altLang="zh-CN" sz="500" b="1" dirty="0">
                  <a:solidFill>
                    <a:srgbClr val="FFFFFF"/>
                  </a:solidFill>
                  <a:ea typeface="Arial" charset="0"/>
                  <a:cs typeface="Arial" charset="0"/>
                </a:rPr>
                <a:t>RGB</a:t>
              </a:r>
              <a:br>
                <a:rPr kumimoji="1" lang="en-US" altLang="zh-CN" sz="500" b="1" dirty="0">
                  <a:solidFill>
                    <a:srgbClr val="FFFFFF"/>
                  </a:solidFill>
                  <a:ea typeface="Arial" charset="0"/>
                  <a:cs typeface="Arial" charset="0"/>
                </a:rPr>
              </a:br>
              <a:r>
                <a:rPr kumimoji="1" lang="en-US" altLang="zh-CN" sz="500" b="1" dirty="0">
                  <a:solidFill>
                    <a:srgbClr val="FFFFFF"/>
                  </a:solidFill>
                  <a:ea typeface="Arial" charset="0"/>
                  <a:cs typeface="Arial" charset="0"/>
                </a:rPr>
                <a:t>237/109/0</a:t>
              </a:r>
            </a:p>
          </p:txBody>
        </p:sp>
        <p:sp>
          <p:nvSpPr>
            <p:cNvPr id="11" name="矩形 13"/>
            <p:cNvSpPr/>
            <p:nvPr/>
          </p:nvSpPr>
          <p:spPr>
            <a:xfrm>
              <a:off x="6184680" y="2673360"/>
              <a:ext cx="791510" cy="664397"/>
            </a:xfrm>
            <a:prstGeom prst="rect">
              <a:avLst/>
            </a:prstGeom>
            <a:solidFill>
              <a:srgbClr val="993636"/>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3381">
                <a:lnSpc>
                  <a:spcPts val="620"/>
                </a:lnSpc>
                <a:defRPr/>
              </a:pPr>
              <a:r>
                <a:rPr kumimoji="1" lang="en-US" altLang="zh-CN" sz="500" b="1" dirty="0">
                  <a:solidFill>
                    <a:srgbClr val="FFFFFF"/>
                  </a:solidFill>
                  <a:ea typeface="Arial" charset="0"/>
                  <a:cs typeface="Arial" charset="0"/>
                </a:rPr>
                <a:t>RGB</a:t>
              </a:r>
              <a:br>
                <a:rPr kumimoji="1" lang="en-US" altLang="zh-CN" sz="500" b="1" dirty="0">
                  <a:solidFill>
                    <a:srgbClr val="FFFFFF"/>
                  </a:solidFill>
                  <a:ea typeface="Arial" charset="0"/>
                  <a:cs typeface="Arial" charset="0"/>
                </a:rPr>
              </a:br>
              <a:r>
                <a:rPr kumimoji="1" lang="en-US" altLang="zh-CN" sz="500" b="1" dirty="0">
                  <a:solidFill>
                    <a:srgbClr val="FFFFFF"/>
                  </a:solidFill>
                  <a:ea typeface="Arial" charset="0"/>
                  <a:cs typeface="Arial" charset="0"/>
                </a:rPr>
                <a:t>153/54/54</a:t>
              </a:r>
            </a:p>
          </p:txBody>
        </p:sp>
        <p:sp>
          <p:nvSpPr>
            <p:cNvPr id="12" name="矩形 13"/>
            <p:cNvSpPr/>
            <p:nvPr/>
          </p:nvSpPr>
          <p:spPr>
            <a:xfrm>
              <a:off x="5356401" y="4866463"/>
              <a:ext cx="791510" cy="664397"/>
            </a:xfrm>
            <a:prstGeom prst="rect">
              <a:avLst/>
            </a:prstGeom>
            <a:solidFill>
              <a:srgbClr val="62B23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3381">
                <a:lnSpc>
                  <a:spcPts val="620"/>
                </a:lnSpc>
              </a:pPr>
              <a:r>
                <a:rPr kumimoji="1" lang="en-US" altLang="zh-CN" sz="500" b="1" dirty="0">
                  <a:solidFill>
                    <a:srgbClr val="FFFFFF"/>
                  </a:solidFill>
                  <a:ea typeface="Arial" charset="0"/>
                  <a:cs typeface="Arial" charset="0"/>
                </a:rPr>
                <a:t>RGB </a:t>
              </a:r>
              <a:br>
                <a:rPr kumimoji="1" lang="en-US" altLang="zh-CN" sz="500" b="1" dirty="0">
                  <a:solidFill>
                    <a:srgbClr val="FFFFFF"/>
                  </a:solidFill>
                  <a:ea typeface="Arial" charset="0"/>
                  <a:cs typeface="Arial" charset="0"/>
                </a:rPr>
              </a:br>
              <a:r>
                <a:rPr kumimoji="1" lang="en-US" altLang="zh-CN" sz="500" b="1" dirty="0">
                  <a:solidFill>
                    <a:srgbClr val="FFFFFF"/>
                  </a:solidFill>
                  <a:ea typeface="Arial" charset="0"/>
                  <a:cs typeface="Arial" charset="0"/>
                </a:rPr>
                <a:t>98/178/48</a:t>
              </a:r>
            </a:p>
          </p:txBody>
        </p:sp>
        <p:sp>
          <p:nvSpPr>
            <p:cNvPr id="13" name="矩形 13"/>
            <p:cNvSpPr/>
            <p:nvPr/>
          </p:nvSpPr>
          <p:spPr>
            <a:xfrm>
              <a:off x="6184680" y="3415851"/>
              <a:ext cx="791510" cy="664397"/>
            </a:xfrm>
            <a:prstGeom prst="rect">
              <a:avLst/>
            </a:prstGeom>
            <a:solidFill>
              <a:srgbClr val="F28944"/>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3381">
                <a:lnSpc>
                  <a:spcPts val="620"/>
                </a:lnSpc>
              </a:pPr>
              <a:r>
                <a:rPr kumimoji="1" lang="en-US" altLang="zh-CN" sz="500" b="1" dirty="0">
                  <a:solidFill>
                    <a:srgbClr val="FFFFFF"/>
                  </a:solidFill>
                  <a:ea typeface="Arial" charset="0"/>
                  <a:cs typeface="Arial" charset="0"/>
                </a:rPr>
                <a:t>RGB</a:t>
              </a:r>
              <a:br>
                <a:rPr kumimoji="1" lang="en-US" altLang="zh-CN" sz="500" b="1" dirty="0">
                  <a:solidFill>
                    <a:srgbClr val="FFFFFF"/>
                  </a:solidFill>
                  <a:ea typeface="Arial" charset="0"/>
                  <a:cs typeface="Arial" charset="0"/>
                </a:rPr>
              </a:br>
              <a:r>
                <a:rPr kumimoji="1" lang="en-US" altLang="zh-CN" sz="500" b="1" dirty="0">
                  <a:solidFill>
                    <a:srgbClr val="FFFFFF"/>
                  </a:solidFill>
                  <a:ea typeface="Arial" charset="0"/>
                  <a:cs typeface="Arial" charset="0"/>
                </a:rPr>
                <a:t>242/137/68</a:t>
              </a:r>
              <a:endParaRPr kumimoji="1" lang="mr-IN" altLang="zh-CN" sz="500" b="1" dirty="0">
                <a:solidFill>
                  <a:srgbClr val="FFFFFF"/>
                </a:solidFill>
                <a:ea typeface="Arial" charset="0"/>
                <a:cs typeface="Arial" charset="0"/>
              </a:endParaRPr>
            </a:p>
          </p:txBody>
        </p:sp>
        <p:sp>
          <p:nvSpPr>
            <p:cNvPr id="14" name="矩形 13"/>
            <p:cNvSpPr/>
            <p:nvPr/>
          </p:nvSpPr>
          <p:spPr>
            <a:xfrm>
              <a:off x="5353240" y="184963"/>
              <a:ext cx="791510" cy="664397"/>
            </a:xfrm>
            <a:prstGeom prst="rect">
              <a:avLst/>
            </a:prstGeom>
            <a:solidFill>
              <a:srgbClr val="C7000B"/>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3381">
                <a:lnSpc>
                  <a:spcPts val="620"/>
                </a:lnSpc>
              </a:pPr>
              <a:r>
                <a:rPr kumimoji="1" lang="en-US" altLang="zh-CN" sz="500" b="1" dirty="0">
                  <a:solidFill>
                    <a:srgbClr val="FFFFFF"/>
                  </a:solidFill>
                  <a:ea typeface="Arial" charset="0"/>
                  <a:cs typeface="Arial" charset="0"/>
                </a:rPr>
                <a:t>PANTONE 185C</a:t>
              </a:r>
            </a:p>
            <a:p>
              <a:pPr algn="ctr" defTabSz="913381">
                <a:lnSpc>
                  <a:spcPts val="620"/>
                </a:lnSpc>
              </a:pPr>
              <a:r>
                <a:rPr kumimoji="1" lang="en-US" altLang="zh-CN" sz="500" b="1" dirty="0">
                  <a:solidFill>
                    <a:srgbClr val="FFFFFF"/>
                  </a:solidFill>
                  <a:ea typeface="Arial" charset="0"/>
                  <a:cs typeface="Arial" charset="0"/>
                </a:rPr>
                <a:t>RGB </a:t>
              </a:r>
              <a:br>
                <a:rPr kumimoji="1" lang="en-US" altLang="zh-CN" sz="500" b="1" dirty="0">
                  <a:solidFill>
                    <a:srgbClr val="FFFFFF"/>
                  </a:solidFill>
                  <a:ea typeface="Arial" charset="0"/>
                  <a:cs typeface="Arial" charset="0"/>
                </a:rPr>
              </a:br>
              <a:r>
                <a:rPr kumimoji="1" lang="en-US" altLang="zh-CN" sz="500" b="1" dirty="0">
                  <a:solidFill>
                    <a:srgbClr val="FFFFFF"/>
                  </a:solidFill>
                  <a:ea typeface="Arial" charset="0"/>
                  <a:cs typeface="Arial" charset="0"/>
                </a:rPr>
                <a:t>199/0/11  </a:t>
              </a:r>
            </a:p>
          </p:txBody>
        </p:sp>
        <p:sp>
          <p:nvSpPr>
            <p:cNvPr id="15" name="文本框 15"/>
            <p:cNvSpPr txBox="1"/>
            <p:nvPr/>
          </p:nvSpPr>
          <p:spPr>
            <a:xfrm>
              <a:off x="5343883" y="-48857"/>
              <a:ext cx="1358295" cy="204645"/>
            </a:xfrm>
            <a:prstGeom prst="rect">
              <a:avLst/>
            </a:prstGeom>
            <a:noFill/>
          </p:spPr>
          <p:txBody>
            <a:bodyPr wrap="square" lIns="0" tIns="0" rIns="0" bIns="0" rtlCol="0" anchor="b" anchorCtr="0">
              <a:spAutoFit/>
            </a:bodyPr>
            <a:lstStyle/>
            <a:p>
              <a:pPr defTabSz="913381"/>
              <a:r>
                <a:rPr kumimoji="1" lang="zh-CN" altLang="en-US" sz="800">
                  <a:solidFill>
                    <a:srgbClr val="1B1B18"/>
                  </a:solidFill>
                  <a:cs typeface="Arial" panose="020B0604020202020204" pitchFamily="34" charset="0"/>
                </a:rPr>
                <a:t>公司色</a:t>
              </a:r>
              <a:endParaRPr kumimoji="1" lang="zh-CN" altLang="en-US" sz="800" dirty="0">
                <a:solidFill>
                  <a:srgbClr val="1B1B18"/>
                </a:solidFill>
                <a:cs typeface="Arial" panose="020B0604020202020204" pitchFamily="34" charset="0"/>
              </a:endParaRPr>
            </a:p>
          </p:txBody>
        </p:sp>
        <p:sp>
          <p:nvSpPr>
            <p:cNvPr id="16" name="矩形 13"/>
            <p:cNvSpPr/>
            <p:nvPr/>
          </p:nvSpPr>
          <p:spPr>
            <a:xfrm>
              <a:off x="5352600" y="918047"/>
              <a:ext cx="791510" cy="664397"/>
            </a:xfrm>
            <a:prstGeom prst="rect">
              <a:avLst/>
            </a:prstGeom>
            <a:solidFill>
              <a:srgbClr val="C8102E"/>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3381">
                <a:lnSpc>
                  <a:spcPts val="620"/>
                </a:lnSpc>
              </a:pPr>
              <a:r>
                <a:rPr kumimoji="1" lang="en-US" altLang="zh-CN" sz="500" b="1" dirty="0">
                  <a:solidFill>
                    <a:srgbClr val="FFFFFF"/>
                  </a:solidFill>
                  <a:ea typeface="Arial" charset="0"/>
                  <a:cs typeface="Arial" charset="0"/>
                </a:rPr>
                <a:t>PANTONE 186C</a:t>
              </a:r>
            </a:p>
            <a:p>
              <a:pPr algn="ctr" defTabSz="913381">
                <a:lnSpc>
                  <a:spcPts val="620"/>
                </a:lnSpc>
              </a:pPr>
              <a:r>
                <a:rPr kumimoji="1" lang="en-US" altLang="zh-CN" sz="500" b="1" dirty="0">
                  <a:solidFill>
                    <a:srgbClr val="FFFFFF"/>
                  </a:solidFill>
                  <a:ea typeface="Arial" charset="0"/>
                  <a:cs typeface="Arial" charset="0"/>
                </a:rPr>
                <a:t>RGB</a:t>
              </a:r>
              <a:br>
                <a:rPr kumimoji="1" lang="en-US" altLang="zh-CN" sz="500" b="1" dirty="0">
                  <a:solidFill>
                    <a:srgbClr val="FFFFFF"/>
                  </a:solidFill>
                  <a:ea typeface="Arial" charset="0"/>
                  <a:cs typeface="Arial" charset="0"/>
                </a:rPr>
              </a:br>
              <a:r>
                <a:rPr kumimoji="1" lang="en-US" altLang="zh-CN" sz="500" b="1" dirty="0">
                  <a:solidFill>
                    <a:srgbClr val="FFFFFF"/>
                  </a:solidFill>
                  <a:ea typeface="Arial" charset="0"/>
                  <a:cs typeface="Arial" charset="0"/>
                </a:rPr>
                <a:t>200/16/46  </a:t>
              </a:r>
            </a:p>
          </p:txBody>
        </p:sp>
        <p:sp>
          <p:nvSpPr>
            <p:cNvPr id="17" name="矩形 13"/>
            <p:cNvSpPr/>
            <p:nvPr/>
          </p:nvSpPr>
          <p:spPr>
            <a:xfrm>
              <a:off x="5354164" y="2665974"/>
              <a:ext cx="791510" cy="664397"/>
            </a:xfrm>
            <a:prstGeom prst="rect">
              <a:avLst/>
            </a:prstGeom>
            <a:solidFill>
              <a:srgbClr val="7F000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3381">
                <a:lnSpc>
                  <a:spcPts val="620"/>
                </a:lnSpc>
              </a:pPr>
              <a:r>
                <a:rPr kumimoji="1" lang="en-US" altLang="zh-CN" sz="500" b="1" dirty="0">
                  <a:solidFill>
                    <a:srgbClr val="FFFFFF"/>
                  </a:solidFill>
                  <a:ea typeface="Arial" charset="0"/>
                  <a:cs typeface="Arial" charset="0"/>
                </a:rPr>
                <a:t>RGB</a:t>
              </a:r>
              <a:br>
                <a:rPr kumimoji="1" lang="en-US" altLang="zh-CN" sz="500" b="1" dirty="0">
                  <a:solidFill>
                    <a:srgbClr val="FFFFFF"/>
                  </a:solidFill>
                  <a:ea typeface="Arial" charset="0"/>
                  <a:cs typeface="Arial" charset="0"/>
                </a:rPr>
              </a:br>
              <a:r>
                <a:rPr kumimoji="1" lang="en-US" altLang="zh-CN" sz="500" b="1" dirty="0">
                  <a:solidFill>
                    <a:srgbClr val="FFFFFF"/>
                  </a:solidFill>
                  <a:ea typeface="Arial" charset="0"/>
                  <a:cs typeface="Arial" charset="0"/>
                </a:rPr>
                <a:t>127/0/1</a:t>
              </a:r>
            </a:p>
          </p:txBody>
        </p:sp>
        <p:sp>
          <p:nvSpPr>
            <p:cNvPr id="18" name="矩形 13"/>
            <p:cNvSpPr/>
            <p:nvPr/>
          </p:nvSpPr>
          <p:spPr>
            <a:xfrm>
              <a:off x="5354164" y="4134866"/>
              <a:ext cx="791510" cy="664397"/>
            </a:xfrm>
            <a:prstGeom prst="rect">
              <a:avLst/>
            </a:prstGeom>
            <a:solidFill>
              <a:srgbClr val="FCC8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3381">
                <a:lnSpc>
                  <a:spcPts val="620"/>
                </a:lnSpc>
              </a:pPr>
              <a:r>
                <a:rPr kumimoji="1" lang="en-US" altLang="zh-CN" sz="500" b="1" dirty="0">
                  <a:solidFill>
                    <a:srgbClr val="FFFFFF"/>
                  </a:solidFill>
                  <a:ea typeface="Arial" charset="0"/>
                  <a:cs typeface="Arial" charset="0"/>
                </a:rPr>
                <a:t>RGB</a:t>
              </a:r>
              <a:br>
                <a:rPr kumimoji="1" lang="en-US" altLang="zh-CN" sz="500" b="1" dirty="0">
                  <a:solidFill>
                    <a:srgbClr val="FFFFFF"/>
                  </a:solidFill>
                  <a:ea typeface="Arial" charset="0"/>
                  <a:cs typeface="Arial" charset="0"/>
                </a:rPr>
              </a:br>
              <a:r>
                <a:rPr kumimoji="1" lang="en-US" altLang="zh-CN" sz="500" b="1" dirty="0">
                  <a:solidFill>
                    <a:srgbClr val="FFFFFF"/>
                  </a:solidFill>
                  <a:ea typeface="Arial" charset="0"/>
                  <a:cs typeface="Arial" charset="0"/>
                </a:rPr>
                <a:t>52/200/0</a:t>
              </a:r>
            </a:p>
          </p:txBody>
        </p:sp>
        <p:sp>
          <p:nvSpPr>
            <p:cNvPr id="19" name="矩形 13"/>
            <p:cNvSpPr/>
            <p:nvPr/>
          </p:nvSpPr>
          <p:spPr>
            <a:xfrm>
              <a:off x="5354164" y="5596166"/>
              <a:ext cx="791510" cy="664397"/>
            </a:xfrm>
            <a:prstGeom prst="rect">
              <a:avLst/>
            </a:prstGeom>
            <a:solidFill>
              <a:srgbClr val="30B5C5"/>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3381">
                <a:lnSpc>
                  <a:spcPts val="620"/>
                </a:lnSpc>
              </a:pPr>
              <a:r>
                <a:rPr kumimoji="1" lang="en-US" altLang="zh-CN" sz="500" b="1" dirty="0">
                  <a:solidFill>
                    <a:srgbClr val="FFFFFF"/>
                  </a:solidFill>
                  <a:ea typeface="Arial" charset="0"/>
                  <a:cs typeface="Arial" charset="0"/>
                </a:rPr>
                <a:t>RGB </a:t>
              </a:r>
              <a:br>
                <a:rPr kumimoji="1" lang="en-US" altLang="zh-CN" sz="500" b="1" dirty="0">
                  <a:solidFill>
                    <a:srgbClr val="FFFFFF"/>
                  </a:solidFill>
                  <a:ea typeface="Arial" charset="0"/>
                  <a:cs typeface="Arial" charset="0"/>
                </a:rPr>
              </a:br>
              <a:r>
                <a:rPr kumimoji="1" lang="en-US" altLang="zh-CN" sz="500" b="1" dirty="0">
                  <a:solidFill>
                    <a:srgbClr val="FFFFFF"/>
                  </a:solidFill>
                  <a:ea typeface="Arial" charset="0"/>
                  <a:cs typeface="Arial" charset="0"/>
                </a:rPr>
                <a:t>48/181/197</a:t>
              </a:r>
            </a:p>
          </p:txBody>
        </p:sp>
        <p:sp>
          <p:nvSpPr>
            <p:cNvPr id="20" name="矩形 13"/>
            <p:cNvSpPr/>
            <p:nvPr/>
          </p:nvSpPr>
          <p:spPr>
            <a:xfrm>
              <a:off x="6194511" y="4866463"/>
              <a:ext cx="791510" cy="664397"/>
            </a:xfrm>
            <a:prstGeom prst="rect">
              <a:avLst/>
            </a:prstGeom>
            <a:solidFill>
              <a:srgbClr val="81C15F"/>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3381">
                <a:lnSpc>
                  <a:spcPts val="620"/>
                </a:lnSpc>
              </a:pPr>
              <a:r>
                <a:rPr kumimoji="1" lang="en-US" altLang="zh-CN" sz="500" b="1" dirty="0">
                  <a:solidFill>
                    <a:srgbClr val="FFFFFF"/>
                  </a:solidFill>
                  <a:ea typeface="Arial" charset="0"/>
                  <a:cs typeface="Arial" charset="0"/>
                </a:rPr>
                <a:t>RGB</a:t>
              </a:r>
              <a:br>
                <a:rPr kumimoji="1" lang="en-US" altLang="zh-CN" sz="500" b="1" dirty="0">
                  <a:solidFill>
                    <a:srgbClr val="FFFFFF"/>
                  </a:solidFill>
                  <a:ea typeface="Arial" charset="0"/>
                  <a:cs typeface="Arial" charset="0"/>
                </a:rPr>
              </a:br>
              <a:r>
                <a:rPr kumimoji="1" lang="en-US" altLang="zh-CN" sz="500" b="1" dirty="0">
                  <a:solidFill>
                    <a:srgbClr val="FFFFFF"/>
                  </a:solidFill>
                  <a:ea typeface="Arial" charset="0"/>
                  <a:cs typeface="Arial" charset="0"/>
                </a:rPr>
                <a:t>129/193/95</a:t>
              </a:r>
            </a:p>
          </p:txBody>
        </p:sp>
        <p:sp>
          <p:nvSpPr>
            <p:cNvPr id="21" name="矩形 13"/>
            <p:cNvSpPr/>
            <p:nvPr/>
          </p:nvSpPr>
          <p:spPr>
            <a:xfrm>
              <a:off x="6192274" y="4134866"/>
              <a:ext cx="791510" cy="664397"/>
            </a:xfrm>
            <a:prstGeom prst="rect">
              <a:avLst/>
            </a:prstGeom>
            <a:solidFill>
              <a:srgbClr val="FDD35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3381">
                <a:lnSpc>
                  <a:spcPts val="620"/>
                </a:lnSpc>
              </a:pPr>
              <a:r>
                <a:rPr kumimoji="1" lang="en-US" altLang="zh-CN" sz="500" b="1" dirty="0">
                  <a:solidFill>
                    <a:srgbClr val="FFFFFF"/>
                  </a:solidFill>
                  <a:ea typeface="Arial" charset="0"/>
                  <a:cs typeface="Arial" charset="0"/>
                </a:rPr>
                <a:t>RGB</a:t>
              </a:r>
              <a:br>
                <a:rPr kumimoji="1" lang="en-US" altLang="zh-CN" sz="500" b="1" dirty="0">
                  <a:solidFill>
                    <a:srgbClr val="FFFFFF"/>
                  </a:solidFill>
                  <a:ea typeface="Arial" charset="0"/>
                  <a:cs typeface="Arial" charset="0"/>
                </a:rPr>
              </a:br>
              <a:r>
                <a:rPr kumimoji="1" lang="en-US" altLang="zh-CN" sz="500" b="1" dirty="0">
                  <a:solidFill>
                    <a:srgbClr val="FFFFFF"/>
                  </a:solidFill>
                  <a:ea typeface="Arial" charset="0"/>
                  <a:cs typeface="Arial" charset="0"/>
                </a:rPr>
                <a:t>253/211/81</a:t>
              </a:r>
            </a:p>
          </p:txBody>
        </p:sp>
        <p:sp>
          <p:nvSpPr>
            <p:cNvPr id="22" name="矩形 13"/>
            <p:cNvSpPr/>
            <p:nvPr/>
          </p:nvSpPr>
          <p:spPr>
            <a:xfrm>
              <a:off x="6192274" y="5596166"/>
              <a:ext cx="791510" cy="664397"/>
            </a:xfrm>
            <a:prstGeom prst="rect">
              <a:avLst/>
            </a:prstGeom>
            <a:solidFill>
              <a:srgbClr val="56C4D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3381">
                <a:lnSpc>
                  <a:spcPts val="620"/>
                </a:lnSpc>
              </a:pPr>
              <a:r>
                <a:rPr kumimoji="1" lang="en-US" altLang="zh-CN" sz="500" b="1" dirty="0">
                  <a:solidFill>
                    <a:srgbClr val="FFFFFF"/>
                  </a:solidFill>
                  <a:ea typeface="Arial" charset="0"/>
                  <a:cs typeface="Arial" charset="0"/>
                </a:rPr>
                <a:t>RGB </a:t>
              </a:r>
              <a:br>
                <a:rPr kumimoji="1" lang="en-US" altLang="zh-CN" sz="500" b="1" dirty="0">
                  <a:solidFill>
                    <a:srgbClr val="FFFFFF"/>
                  </a:solidFill>
                  <a:ea typeface="Arial" charset="0"/>
                  <a:cs typeface="Arial" charset="0"/>
                </a:rPr>
              </a:br>
              <a:r>
                <a:rPr kumimoji="1" lang="en-US" altLang="zh-CN" sz="500" b="1" dirty="0">
                  <a:solidFill>
                    <a:srgbClr val="FFFFFF"/>
                  </a:solidFill>
                  <a:ea typeface="Arial" charset="0"/>
                  <a:cs typeface="Arial" charset="0"/>
                </a:rPr>
                <a:t>86/196/210</a:t>
              </a:r>
            </a:p>
          </p:txBody>
        </p:sp>
        <p:sp>
          <p:nvSpPr>
            <p:cNvPr id="23" name="矩形 13"/>
            <p:cNvSpPr/>
            <p:nvPr/>
          </p:nvSpPr>
          <p:spPr>
            <a:xfrm>
              <a:off x="6186245" y="184963"/>
              <a:ext cx="791510" cy="664397"/>
            </a:xfrm>
            <a:prstGeom prst="rect">
              <a:avLst/>
            </a:prstGeom>
            <a:solidFill>
              <a:srgbClr val="D3394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3381">
                <a:lnSpc>
                  <a:spcPts val="620"/>
                </a:lnSpc>
              </a:pPr>
              <a:r>
                <a:rPr kumimoji="1" lang="en-US" altLang="zh-CN" sz="500" b="1" dirty="0">
                  <a:solidFill>
                    <a:srgbClr val="FFFFFF"/>
                  </a:solidFill>
                  <a:ea typeface="Arial" charset="0"/>
                  <a:cs typeface="Arial" charset="0"/>
                </a:rPr>
                <a:t>RGB </a:t>
              </a:r>
              <a:br>
                <a:rPr kumimoji="1" lang="en-US" altLang="zh-CN" sz="500" b="1" dirty="0">
                  <a:solidFill>
                    <a:srgbClr val="FFFFFF"/>
                  </a:solidFill>
                  <a:ea typeface="Arial" charset="0"/>
                  <a:cs typeface="Arial" charset="0"/>
                </a:rPr>
              </a:br>
              <a:r>
                <a:rPr kumimoji="1" lang="en-US" altLang="zh-CN" sz="500" b="1" dirty="0">
                  <a:solidFill>
                    <a:srgbClr val="FFFFFF"/>
                  </a:solidFill>
                  <a:ea typeface="Arial" charset="0"/>
                  <a:cs typeface="Arial" charset="0"/>
                </a:rPr>
                <a:t>211/57/65</a:t>
              </a:r>
            </a:p>
          </p:txBody>
        </p:sp>
        <p:sp>
          <p:nvSpPr>
            <p:cNvPr id="24" name="矩形 13"/>
            <p:cNvSpPr/>
            <p:nvPr/>
          </p:nvSpPr>
          <p:spPr>
            <a:xfrm>
              <a:off x="6185604" y="918047"/>
              <a:ext cx="791510" cy="664397"/>
            </a:xfrm>
            <a:prstGeom prst="rect">
              <a:avLst/>
            </a:prstGeom>
            <a:solidFill>
              <a:srgbClr val="D33859"/>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3381">
                <a:lnSpc>
                  <a:spcPts val="620"/>
                </a:lnSpc>
              </a:pPr>
              <a:r>
                <a:rPr kumimoji="1" lang="en-US" altLang="zh-CN" sz="500" b="1" dirty="0">
                  <a:solidFill>
                    <a:srgbClr val="FFFFFF"/>
                  </a:solidFill>
                  <a:ea typeface="Arial" charset="0"/>
                  <a:cs typeface="Arial" charset="0"/>
                </a:rPr>
                <a:t>RGB </a:t>
              </a:r>
            </a:p>
            <a:p>
              <a:pPr algn="ctr" defTabSz="913381">
                <a:lnSpc>
                  <a:spcPts val="620"/>
                </a:lnSpc>
              </a:pPr>
              <a:r>
                <a:rPr kumimoji="1" lang="en-US" altLang="zh-CN" sz="500" b="1" dirty="0">
                  <a:solidFill>
                    <a:srgbClr val="FFFFFF"/>
                  </a:solidFill>
                  <a:ea typeface="Arial" charset="0"/>
                  <a:cs typeface="Arial" charset="0"/>
                </a:rPr>
                <a:t>211/56/89</a:t>
              </a:r>
            </a:p>
          </p:txBody>
        </p:sp>
        <p:sp>
          <p:nvSpPr>
            <p:cNvPr id="25" name="矩形 13"/>
            <p:cNvSpPr/>
            <p:nvPr/>
          </p:nvSpPr>
          <p:spPr>
            <a:xfrm>
              <a:off x="6996262" y="1934171"/>
              <a:ext cx="791510" cy="664397"/>
            </a:xfrm>
            <a:prstGeom prst="rect">
              <a:avLst/>
            </a:prstGeom>
            <a:solidFill>
              <a:srgbClr val="DD80AA"/>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3381">
                <a:lnSpc>
                  <a:spcPts val="620"/>
                </a:lnSpc>
              </a:pPr>
              <a:r>
                <a:rPr kumimoji="1" lang="en-US" altLang="zh-CN" sz="500" b="1" dirty="0">
                  <a:solidFill>
                    <a:srgbClr val="1B1B18"/>
                  </a:solidFill>
                  <a:ea typeface="Arial" charset="0"/>
                  <a:cs typeface="Arial" charset="0"/>
                </a:rPr>
                <a:t>RGB 221/128/170</a:t>
              </a:r>
            </a:p>
          </p:txBody>
        </p:sp>
        <p:sp>
          <p:nvSpPr>
            <p:cNvPr id="26" name="矩形 13"/>
            <p:cNvSpPr/>
            <p:nvPr/>
          </p:nvSpPr>
          <p:spPr>
            <a:xfrm>
              <a:off x="6996262" y="2673360"/>
              <a:ext cx="791510" cy="664397"/>
            </a:xfrm>
            <a:prstGeom prst="rect">
              <a:avLst/>
            </a:prstGeom>
            <a:solidFill>
              <a:srgbClr val="BF808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3381">
                <a:lnSpc>
                  <a:spcPts val="620"/>
                </a:lnSpc>
                <a:defRPr/>
              </a:pPr>
              <a:r>
                <a:rPr kumimoji="1" lang="en-US" altLang="zh-CN" sz="500" b="1" dirty="0">
                  <a:solidFill>
                    <a:srgbClr val="1B1B18"/>
                  </a:solidFill>
                  <a:ea typeface="Arial" charset="0"/>
                  <a:cs typeface="Arial" charset="0"/>
                </a:rPr>
                <a:t>RGB 191/128/130</a:t>
              </a:r>
            </a:p>
          </p:txBody>
        </p:sp>
        <p:sp>
          <p:nvSpPr>
            <p:cNvPr id="27" name="矩形 13"/>
            <p:cNvSpPr/>
            <p:nvPr/>
          </p:nvSpPr>
          <p:spPr>
            <a:xfrm>
              <a:off x="6996262" y="3415851"/>
              <a:ext cx="791510" cy="664397"/>
            </a:xfrm>
            <a:prstGeom prst="rect">
              <a:avLst/>
            </a:prstGeom>
            <a:solidFill>
              <a:srgbClr val="F6B78C"/>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3381">
                <a:lnSpc>
                  <a:spcPts val="620"/>
                </a:lnSpc>
              </a:pPr>
              <a:r>
                <a:rPr kumimoji="1" lang="en-US" altLang="zh-CN" sz="500" b="1" dirty="0">
                  <a:solidFill>
                    <a:srgbClr val="1B1B18"/>
                  </a:solidFill>
                  <a:ea typeface="Arial" charset="0"/>
                  <a:cs typeface="Arial" charset="0"/>
                </a:rPr>
                <a:t>RGB 246/183/140</a:t>
              </a:r>
              <a:endParaRPr kumimoji="1" lang="mr-IN" altLang="zh-CN" sz="500" b="1" dirty="0">
                <a:solidFill>
                  <a:srgbClr val="1B1B18"/>
                </a:solidFill>
                <a:ea typeface="Arial" charset="0"/>
                <a:cs typeface="Arial" charset="0"/>
              </a:endParaRPr>
            </a:p>
          </p:txBody>
        </p:sp>
        <p:sp>
          <p:nvSpPr>
            <p:cNvPr id="28" name="矩形 13"/>
            <p:cNvSpPr/>
            <p:nvPr/>
          </p:nvSpPr>
          <p:spPr>
            <a:xfrm>
              <a:off x="7006093" y="4866463"/>
              <a:ext cx="791510" cy="664397"/>
            </a:xfrm>
            <a:prstGeom prst="rect">
              <a:avLst/>
            </a:prstGeom>
            <a:solidFill>
              <a:srgbClr val="AFD89C"/>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3381">
                <a:lnSpc>
                  <a:spcPts val="620"/>
                </a:lnSpc>
              </a:pPr>
              <a:r>
                <a:rPr kumimoji="1" lang="en-US" altLang="zh-CN" sz="500" b="1" dirty="0">
                  <a:solidFill>
                    <a:srgbClr val="1B1B18"/>
                  </a:solidFill>
                  <a:ea typeface="Arial" charset="0"/>
                  <a:cs typeface="Arial" charset="0"/>
                </a:rPr>
                <a:t>RGB 176/216/156</a:t>
              </a:r>
            </a:p>
          </p:txBody>
        </p:sp>
        <p:sp>
          <p:nvSpPr>
            <p:cNvPr id="29" name="矩形 13"/>
            <p:cNvSpPr/>
            <p:nvPr/>
          </p:nvSpPr>
          <p:spPr>
            <a:xfrm>
              <a:off x="7003856" y="4134866"/>
              <a:ext cx="791510" cy="664397"/>
            </a:xfrm>
            <a:prstGeom prst="rect">
              <a:avLst/>
            </a:prstGeom>
            <a:solidFill>
              <a:srgbClr val="FDE397"/>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3381">
                <a:lnSpc>
                  <a:spcPts val="620"/>
                </a:lnSpc>
              </a:pPr>
              <a:r>
                <a:rPr kumimoji="1" lang="en-US" altLang="zh-CN" sz="500" b="1" dirty="0">
                  <a:solidFill>
                    <a:srgbClr val="1B1B18"/>
                  </a:solidFill>
                  <a:ea typeface="Arial" charset="0"/>
                  <a:cs typeface="Arial" charset="0"/>
                </a:rPr>
                <a:t>RGB 253/227/181</a:t>
              </a:r>
            </a:p>
          </p:txBody>
        </p:sp>
        <p:sp>
          <p:nvSpPr>
            <p:cNvPr id="30" name="矩形 13"/>
            <p:cNvSpPr/>
            <p:nvPr/>
          </p:nvSpPr>
          <p:spPr>
            <a:xfrm>
              <a:off x="7003856" y="5596166"/>
              <a:ext cx="791510" cy="664397"/>
            </a:xfrm>
            <a:prstGeom prst="rect">
              <a:avLst/>
            </a:prstGeom>
            <a:solidFill>
              <a:srgbClr val="94DAE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3381">
                <a:lnSpc>
                  <a:spcPts val="620"/>
                </a:lnSpc>
              </a:pPr>
              <a:r>
                <a:rPr kumimoji="1" lang="en-US" altLang="zh-CN" sz="500" b="1" dirty="0">
                  <a:solidFill>
                    <a:srgbClr val="1B1B18"/>
                  </a:solidFill>
                  <a:ea typeface="Arial" charset="0"/>
                  <a:cs typeface="Arial" charset="0"/>
                </a:rPr>
                <a:t>RGB 148/218/226</a:t>
              </a:r>
            </a:p>
          </p:txBody>
        </p:sp>
        <p:sp>
          <p:nvSpPr>
            <p:cNvPr id="31" name="矩形 13"/>
            <p:cNvSpPr/>
            <p:nvPr/>
          </p:nvSpPr>
          <p:spPr>
            <a:xfrm>
              <a:off x="6997826" y="184963"/>
              <a:ext cx="791510" cy="664397"/>
            </a:xfrm>
            <a:prstGeom prst="rect">
              <a:avLst/>
            </a:prstGeom>
            <a:solidFill>
              <a:srgbClr val="E28189"/>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3381">
                <a:lnSpc>
                  <a:spcPts val="620"/>
                </a:lnSpc>
              </a:pPr>
              <a:r>
                <a:rPr kumimoji="1" lang="en-US" altLang="zh-CN" sz="500" b="1" dirty="0">
                  <a:solidFill>
                    <a:srgbClr val="1B1B18"/>
                  </a:solidFill>
                  <a:ea typeface="Arial" charset="0"/>
                  <a:cs typeface="Arial" charset="0"/>
                </a:rPr>
                <a:t>RGB 226/129/137</a:t>
              </a:r>
            </a:p>
          </p:txBody>
        </p:sp>
        <p:sp>
          <p:nvSpPr>
            <p:cNvPr id="32" name="矩形 13"/>
            <p:cNvSpPr/>
            <p:nvPr/>
          </p:nvSpPr>
          <p:spPr>
            <a:xfrm>
              <a:off x="6997185" y="918047"/>
              <a:ext cx="791510" cy="664397"/>
            </a:xfrm>
            <a:prstGeom prst="rect">
              <a:avLst/>
            </a:prstGeom>
            <a:solidFill>
              <a:srgbClr val="E2819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3381">
                <a:lnSpc>
                  <a:spcPts val="620"/>
                </a:lnSpc>
              </a:pPr>
              <a:r>
                <a:rPr kumimoji="1" lang="en-US" altLang="zh-CN" sz="500" b="1" dirty="0">
                  <a:solidFill>
                    <a:srgbClr val="1B1B18"/>
                  </a:solidFill>
                  <a:ea typeface="Arial" charset="0"/>
                  <a:cs typeface="Arial" charset="0"/>
                </a:rPr>
                <a:t>RGB 226/129/152</a:t>
              </a:r>
            </a:p>
          </p:txBody>
        </p:sp>
        <p:sp>
          <p:nvSpPr>
            <p:cNvPr id="33" name="矩形 13"/>
            <p:cNvSpPr/>
            <p:nvPr/>
          </p:nvSpPr>
          <p:spPr>
            <a:xfrm>
              <a:off x="7806130" y="1934171"/>
              <a:ext cx="791510" cy="664397"/>
            </a:xfrm>
            <a:prstGeom prst="rect">
              <a:avLst/>
            </a:prstGeom>
            <a:solidFill>
              <a:srgbClr val="EBB3CC"/>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3381">
                <a:lnSpc>
                  <a:spcPts val="620"/>
                </a:lnSpc>
              </a:pPr>
              <a:r>
                <a:rPr kumimoji="1" lang="en-US" altLang="zh-CN" sz="500" b="1" dirty="0">
                  <a:solidFill>
                    <a:srgbClr val="1B1B18"/>
                  </a:solidFill>
                  <a:ea typeface="Arial" charset="0"/>
                  <a:cs typeface="Arial" charset="0"/>
                </a:rPr>
                <a:t>RGB 235/179/204</a:t>
              </a:r>
            </a:p>
          </p:txBody>
        </p:sp>
        <p:sp>
          <p:nvSpPr>
            <p:cNvPr id="34" name="矩形 13"/>
            <p:cNvSpPr/>
            <p:nvPr/>
          </p:nvSpPr>
          <p:spPr>
            <a:xfrm>
              <a:off x="7806130" y="2673360"/>
              <a:ext cx="791510" cy="664397"/>
            </a:xfrm>
            <a:prstGeom prst="rect">
              <a:avLst/>
            </a:prstGeom>
            <a:solidFill>
              <a:srgbClr val="D8B3B3"/>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3381">
                <a:lnSpc>
                  <a:spcPts val="620"/>
                </a:lnSpc>
                <a:defRPr/>
              </a:pPr>
              <a:r>
                <a:rPr kumimoji="1" lang="en-US" altLang="zh-CN" sz="500" b="1" dirty="0">
                  <a:solidFill>
                    <a:srgbClr val="1B1B18"/>
                  </a:solidFill>
                  <a:ea typeface="Arial" charset="0"/>
                  <a:cs typeface="Arial" charset="0"/>
                </a:rPr>
                <a:t>RGB 216/179/179</a:t>
              </a:r>
            </a:p>
          </p:txBody>
        </p:sp>
        <p:sp>
          <p:nvSpPr>
            <p:cNvPr id="35" name="矩形 13"/>
            <p:cNvSpPr/>
            <p:nvPr/>
          </p:nvSpPr>
          <p:spPr>
            <a:xfrm>
              <a:off x="7806130" y="3415851"/>
              <a:ext cx="791510" cy="664397"/>
            </a:xfrm>
            <a:prstGeom prst="rect">
              <a:avLst/>
            </a:prstGeom>
            <a:solidFill>
              <a:srgbClr val="FAD3BB"/>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3381">
                <a:lnSpc>
                  <a:spcPts val="620"/>
                </a:lnSpc>
              </a:pPr>
              <a:r>
                <a:rPr kumimoji="1" lang="en-US" altLang="zh-CN" sz="500" b="1" dirty="0">
                  <a:solidFill>
                    <a:srgbClr val="1B1B18"/>
                  </a:solidFill>
                  <a:ea typeface="Arial" charset="0"/>
                  <a:cs typeface="Arial" charset="0"/>
                </a:rPr>
                <a:t>RGB 250/211/187</a:t>
              </a:r>
              <a:endParaRPr kumimoji="1" lang="mr-IN" altLang="zh-CN" sz="500" b="1" dirty="0">
                <a:solidFill>
                  <a:srgbClr val="1B1B18"/>
                </a:solidFill>
                <a:ea typeface="Arial" charset="0"/>
                <a:cs typeface="Arial" charset="0"/>
              </a:endParaRPr>
            </a:p>
          </p:txBody>
        </p:sp>
        <p:sp>
          <p:nvSpPr>
            <p:cNvPr id="36" name="矩形 13"/>
            <p:cNvSpPr/>
            <p:nvPr/>
          </p:nvSpPr>
          <p:spPr>
            <a:xfrm>
              <a:off x="7815961" y="4866463"/>
              <a:ext cx="791510" cy="664397"/>
            </a:xfrm>
            <a:prstGeom prst="rect">
              <a:avLst/>
            </a:prstGeom>
            <a:solidFill>
              <a:srgbClr val="D0E8C4"/>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3381">
                <a:lnSpc>
                  <a:spcPts val="620"/>
                </a:lnSpc>
              </a:pPr>
              <a:r>
                <a:rPr kumimoji="1" lang="en-US" altLang="zh-CN" sz="500" b="1" dirty="0">
                  <a:solidFill>
                    <a:srgbClr val="1B1B18"/>
                  </a:solidFill>
                  <a:ea typeface="Arial" charset="0"/>
                  <a:cs typeface="Arial" charset="0"/>
                </a:rPr>
                <a:t>RGB 208/232/196</a:t>
              </a:r>
            </a:p>
          </p:txBody>
        </p:sp>
        <p:sp>
          <p:nvSpPr>
            <p:cNvPr id="37" name="矩形 13"/>
            <p:cNvSpPr/>
            <p:nvPr/>
          </p:nvSpPr>
          <p:spPr>
            <a:xfrm>
              <a:off x="7813724" y="4134866"/>
              <a:ext cx="791510" cy="664397"/>
            </a:xfrm>
            <a:prstGeom prst="rect">
              <a:avLst/>
            </a:prstGeom>
            <a:solidFill>
              <a:srgbClr val="FEEEC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3381">
                <a:lnSpc>
                  <a:spcPts val="620"/>
                </a:lnSpc>
              </a:pPr>
              <a:r>
                <a:rPr kumimoji="1" lang="en-US" altLang="zh-CN" sz="500" b="1" dirty="0">
                  <a:solidFill>
                    <a:srgbClr val="1B1B18"/>
                  </a:solidFill>
                  <a:ea typeface="Arial" charset="0"/>
                  <a:cs typeface="Arial" charset="0"/>
                </a:rPr>
                <a:t>RGB 254/238/193</a:t>
              </a:r>
            </a:p>
          </p:txBody>
        </p:sp>
        <p:sp>
          <p:nvSpPr>
            <p:cNvPr id="38" name="矩形 13"/>
            <p:cNvSpPr/>
            <p:nvPr/>
          </p:nvSpPr>
          <p:spPr>
            <a:xfrm>
              <a:off x="7813724" y="5596166"/>
              <a:ext cx="791510" cy="664397"/>
            </a:xfrm>
            <a:prstGeom prst="rect">
              <a:avLst/>
            </a:prstGeom>
            <a:solidFill>
              <a:srgbClr val="BEE9EE"/>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3381">
                <a:lnSpc>
                  <a:spcPts val="620"/>
                </a:lnSpc>
              </a:pPr>
              <a:r>
                <a:rPr kumimoji="1" lang="en-US" altLang="zh-CN" sz="500" b="1" dirty="0">
                  <a:solidFill>
                    <a:srgbClr val="1B1B18"/>
                  </a:solidFill>
                  <a:ea typeface="Arial" charset="0"/>
                  <a:cs typeface="Arial" charset="0"/>
                </a:rPr>
                <a:t>RGB</a:t>
              </a:r>
              <a:br>
                <a:rPr kumimoji="1" lang="en-US" altLang="zh-CN" sz="500" b="1" dirty="0">
                  <a:solidFill>
                    <a:srgbClr val="1B1B18"/>
                  </a:solidFill>
                  <a:ea typeface="Arial" charset="0"/>
                  <a:cs typeface="Arial" charset="0"/>
                </a:rPr>
              </a:br>
              <a:r>
                <a:rPr kumimoji="1" lang="en-US" altLang="zh-CN" sz="500" b="1" dirty="0">
                  <a:solidFill>
                    <a:srgbClr val="1B1B18"/>
                  </a:solidFill>
                  <a:ea typeface="Arial" charset="0"/>
                  <a:cs typeface="Arial" charset="0"/>
                </a:rPr>
                <a:t>190/23/238</a:t>
              </a:r>
            </a:p>
          </p:txBody>
        </p:sp>
        <p:sp>
          <p:nvSpPr>
            <p:cNvPr id="39" name="矩形 13"/>
            <p:cNvSpPr/>
            <p:nvPr/>
          </p:nvSpPr>
          <p:spPr>
            <a:xfrm>
              <a:off x="7807694" y="184963"/>
              <a:ext cx="791510" cy="664397"/>
            </a:xfrm>
            <a:prstGeom prst="rect">
              <a:avLst/>
            </a:prstGeom>
            <a:solidFill>
              <a:srgbClr val="EEB3B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3381">
                <a:lnSpc>
                  <a:spcPts val="620"/>
                </a:lnSpc>
              </a:pPr>
              <a:r>
                <a:rPr kumimoji="1" lang="en-US" altLang="zh-CN" sz="500" b="1" dirty="0">
                  <a:solidFill>
                    <a:srgbClr val="1B1B18"/>
                  </a:solidFill>
                  <a:ea typeface="Arial" charset="0"/>
                  <a:cs typeface="Arial" charset="0"/>
                </a:rPr>
                <a:t>RGB 239/178/184</a:t>
              </a:r>
            </a:p>
          </p:txBody>
        </p:sp>
        <p:sp>
          <p:nvSpPr>
            <p:cNvPr id="40" name="矩形 13"/>
            <p:cNvSpPr/>
            <p:nvPr/>
          </p:nvSpPr>
          <p:spPr>
            <a:xfrm>
              <a:off x="7807054" y="918047"/>
              <a:ext cx="791510" cy="664397"/>
            </a:xfrm>
            <a:prstGeom prst="rect">
              <a:avLst/>
            </a:prstGeom>
            <a:solidFill>
              <a:srgbClr val="EEB3C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3381">
                <a:lnSpc>
                  <a:spcPts val="620"/>
                </a:lnSpc>
              </a:pPr>
              <a:r>
                <a:rPr kumimoji="1" lang="en-US" altLang="zh-CN" sz="500" b="1" dirty="0">
                  <a:solidFill>
                    <a:srgbClr val="1B1B18"/>
                  </a:solidFill>
                  <a:ea typeface="Arial" charset="0"/>
                  <a:cs typeface="Arial" charset="0"/>
                </a:rPr>
                <a:t>RGB 238/179/193</a:t>
              </a:r>
            </a:p>
          </p:txBody>
        </p:sp>
        <p:sp>
          <p:nvSpPr>
            <p:cNvPr id="41" name="矩形 13"/>
            <p:cNvSpPr/>
            <p:nvPr/>
          </p:nvSpPr>
          <p:spPr>
            <a:xfrm>
              <a:off x="5354169" y="6324025"/>
              <a:ext cx="513579" cy="664397"/>
            </a:xfrm>
            <a:prstGeom prst="rect">
              <a:avLst/>
            </a:prstGeom>
            <a:solidFill>
              <a:srgbClr val="221815"/>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3381">
                <a:lnSpc>
                  <a:spcPts val="620"/>
                </a:lnSpc>
              </a:pPr>
              <a:r>
                <a:rPr kumimoji="1" lang="en-US" altLang="zh-CN" sz="500" b="1" dirty="0">
                  <a:solidFill>
                    <a:srgbClr val="FFFFFF"/>
                  </a:solidFill>
                  <a:ea typeface="Arial" charset="0"/>
                  <a:cs typeface="Arial" charset="0"/>
                </a:rPr>
                <a:t>RGB </a:t>
              </a:r>
              <a:br>
                <a:rPr kumimoji="1" lang="en-US" altLang="zh-CN" sz="500" b="1" dirty="0">
                  <a:solidFill>
                    <a:srgbClr val="FFFFFF"/>
                  </a:solidFill>
                  <a:ea typeface="Arial" charset="0"/>
                  <a:cs typeface="Arial" charset="0"/>
                </a:rPr>
              </a:br>
              <a:r>
                <a:rPr kumimoji="1" lang="en-US" altLang="zh-CN" sz="500" b="1" dirty="0">
                  <a:solidFill>
                    <a:srgbClr val="FFFFFF"/>
                  </a:solidFill>
                  <a:ea typeface="Arial" charset="0"/>
                  <a:cs typeface="Arial" charset="0"/>
                </a:rPr>
                <a:t>35/24/21</a:t>
              </a:r>
            </a:p>
          </p:txBody>
        </p:sp>
        <p:sp>
          <p:nvSpPr>
            <p:cNvPr id="42" name="矩形 13"/>
            <p:cNvSpPr/>
            <p:nvPr/>
          </p:nvSpPr>
          <p:spPr>
            <a:xfrm>
              <a:off x="5900626" y="6324025"/>
              <a:ext cx="513579" cy="664397"/>
            </a:xfrm>
            <a:prstGeom prst="rect">
              <a:avLst/>
            </a:prstGeom>
            <a:solidFill>
              <a:srgbClr val="595757"/>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3381">
                <a:lnSpc>
                  <a:spcPts val="620"/>
                </a:lnSpc>
              </a:pPr>
              <a:r>
                <a:rPr kumimoji="1" lang="en-US" altLang="zh-CN" sz="500" b="1" dirty="0">
                  <a:solidFill>
                    <a:srgbClr val="FFFFFF"/>
                  </a:solidFill>
                  <a:ea typeface="Arial" charset="0"/>
                  <a:cs typeface="Arial" charset="0"/>
                </a:rPr>
                <a:t>RGB </a:t>
              </a:r>
            </a:p>
            <a:p>
              <a:pPr algn="ctr" defTabSz="913381">
                <a:lnSpc>
                  <a:spcPts val="620"/>
                </a:lnSpc>
              </a:pPr>
              <a:r>
                <a:rPr kumimoji="1" lang="en-US" altLang="zh-CN" sz="500" b="1" dirty="0">
                  <a:solidFill>
                    <a:srgbClr val="FFFFFF"/>
                  </a:solidFill>
                  <a:ea typeface="Arial" charset="0"/>
                  <a:cs typeface="Arial" charset="0"/>
                </a:rPr>
                <a:t>89/87/87</a:t>
              </a:r>
            </a:p>
          </p:txBody>
        </p:sp>
        <p:sp>
          <p:nvSpPr>
            <p:cNvPr id="43" name="矩形 13"/>
            <p:cNvSpPr/>
            <p:nvPr/>
          </p:nvSpPr>
          <p:spPr>
            <a:xfrm>
              <a:off x="6450318" y="6324025"/>
              <a:ext cx="513579" cy="664397"/>
            </a:xfrm>
            <a:prstGeom prst="rect">
              <a:avLst/>
            </a:prstGeom>
            <a:solidFill>
              <a:srgbClr val="88888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3381">
                <a:lnSpc>
                  <a:spcPts val="620"/>
                </a:lnSpc>
              </a:pPr>
              <a:r>
                <a:rPr kumimoji="1" lang="en-US" altLang="zh-CN" sz="500" b="1" dirty="0">
                  <a:solidFill>
                    <a:srgbClr val="FFFFFF"/>
                  </a:solidFill>
                  <a:ea typeface="Arial" charset="0"/>
                  <a:cs typeface="Arial" charset="0"/>
                </a:rPr>
                <a:t>RGB</a:t>
              </a:r>
            </a:p>
            <a:p>
              <a:pPr algn="ctr" defTabSz="913381">
                <a:lnSpc>
                  <a:spcPts val="620"/>
                </a:lnSpc>
              </a:pPr>
              <a:r>
                <a:rPr kumimoji="1" lang="en-US" altLang="zh-CN" sz="500" b="1" dirty="0">
                  <a:solidFill>
                    <a:srgbClr val="FFFFFF"/>
                  </a:solidFill>
                  <a:ea typeface="Arial" charset="0"/>
                  <a:cs typeface="Arial" charset="0"/>
                </a:rPr>
                <a:t>137/137/</a:t>
              </a:r>
              <a:br>
                <a:rPr kumimoji="1" lang="en-US" altLang="zh-CN" sz="500" b="1" dirty="0">
                  <a:solidFill>
                    <a:srgbClr val="FFFFFF"/>
                  </a:solidFill>
                  <a:ea typeface="Arial" charset="0"/>
                  <a:cs typeface="Arial" charset="0"/>
                </a:rPr>
              </a:br>
              <a:r>
                <a:rPr kumimoji="1" lang="en-US" altLang="zh-CN" sz="500" b="1" dirty="0">
                  <a:solidFill>
                    <a:srgbClr val="FFFFFF"/>
                  </a:solidFill>
                  <a:ea typeface="Arial" charset="0"/>
                  <a:cs typeface="Arial" charset="0"/>
                </a:rPr>
                <a:t>137</a:t>
              </a:r>
            </a:p>
          </p:txBody>
        </p:sp>
        <p:sp>
          <p:nvSpPr>
            <p:cNvPr id="44" name="矩形 13"/>
            <p:cNvSpPr/>
            <p:nvPr/>
          </p:nvSpPr>
          <p:spPr>
            <a:xfrm>
              <a:off x="6998296" y="6324025"/>
              <a:ext cx="513579" cy="664397"/>
            </a:xfrm>
            <a:prstGeom prst="rect">
              <a:avLst/>
            </a:prstGeom>
            <a:solidFill>
              <a:srgbClr val="B5B5B5"/>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3381">
                <a:lnSpc>
                  <a:spcPts val="620"/>
                </a:lnSpc>
              </a:pPr>
              <a:r>
                <a:rPr kumimoji="1" lang="en-US" altLang="zh-CN" sz="500" b="1" dirty="0">
                  <a:solidFill>
                    <a:srgbClr val="FFFFFF"/>
                  </a:solidFill>
                  <a:ea typeface="Arial" charset="0"/>
                  <a:cs typeface="Arial" charset="0"/>
                </a:rPr>
                <a:t>RGB</a:t>
              </a:r>
            </a:p>
            <a:p>
              <a:pPr algn="ctr" defTabSz="913381">
                <a:lnSpc>
                  <a:spcPts val="620"/>
                </a:lnSpc>
              </a:pPr>
              <a:r>
                <a:rPr kumimoji="1" lang="en-US" altLang="zh-CN" sz="500" b="1" dirty="0">
                  <a:solidFill>
                    <a:srgbClr val="FFFFFF"/>
                  </a:solidFill>
                  <a:ea typeface="Arial" charset="0"/>
                  <a:cs typeface="Arial" charset="0"/>
                </a:rPr>
                <a:t>181/181/</a:t>
              </a:r>
              <a:br>
                <a:rPr kumimoji="1" lang="en-US" altLang="zh-CN" sz="500" b="1" dirty="0">
                  <a:solidFill>
                    <a:srgbClr val="FFFFFF"/>
                  </a:solidFill>
                  <a:ea typeface="Arial" charset="0"/>
                  <a:cs typeface="Arial" charset="0"/>
                </a:rPr>
              </a:br>
              <a:r>
                <a:rPr kumimoji="1" lang="en-US" altLang="zh-CN" sz="500" b="1" dirty="0">
                  <a:solidFill>
                    <a:srgbClr val="FFFFFF"/>
                  </a:solidFill>
                  <a:ea typeface="Arial" charset="0"/>
                  <a:cs typeface="Arial" charset="0"/>
                </a:rPr>
                <a:t>181</a:t>
              </a:r>
            </a:p>
          </p:txBody>
        </p:sp>
        <p:sp>
          <p:nvSpPr>
            <p:cNvPr id="45" name="矩形 13"/>
            <p:cNvSpPr/>
            <p:nvPr/>
          </p:nvSpPr>
          <p:spPr>
            <a:xfrm>
              <a:off x="7541580" y="6324025"/>
              <a:ext cx="513579" cy="664397"/>
            </a:xfrm>
            <a:prstGeom prst="rect">
              <a:avLst/>
            </a:prstGeom>
            <a:solidFill>
              <a:srgbClr val="DDDDDD"/>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3381">
                <a:lnSpc>
                  <a:spcPts val="620"/>
                </a:lnSpc>
              </a:pPr>
              <a:r>
                <a:rPr kumimoji="1" lang="en-US" altLang="zh-CN" sz="500" b="1" dirty="0">
                  <a:solidFill>
                    <a:srgbClr val="1B1B18"/>
                  </a:solidFill>
                  <a:ea typeface="Arial" charset="0"/>
                  <a:cs typeface="Arial" charset="0"/>
                </a:rPr>
                <a:t>RGB 221/221/</a:t>
              </a:r>
              <a:br>
                <a:rPr kumimoji="1" lang="en-US" altLang="zh-CN" sz="500" b="1" dirty="0">
                  <a:solidFill>
                    <a:srgbClr val="1B1B18"/>
                  </a:solidFill>
                  <a:ea typeface="Arial" charset="0"/>
                  <a:cs typeface="Arial" charset="0"/>
                </a:rPr>
              </a:br>
              <a:r>
                <a:rPr kumimoji="1" lang="en-US" altLang="zh-CN" sz="500" b="1" dirty="0">
                  <a:solidFill>
                    <a:srgbClr val="1B1B18"/>
                  </a:solidFill>
                  <a:ea typeface="Arial" charset="0"/>
                  <a:cs typeface="Arial" charset="0"/>
                </a:rPr>
                <a:t>221</a:t>
              </a:r>
            </a:p>
          </p:txBody>
        </p:sp>
        <p:sp>
          <p:nvSpPr>
            <p:cNvPr id="46" name="矩形 13"/>
            <p:cNvSpPr/>
            <p:nvPr/>
          </p:nvSpPr>
          <p:spPr>
            <a:xfrm>
              <a:off x="8083608" y="6324025"/>
              <a:ext cx="513579" cy="664397"/>
            </a:xfrm>
            <a:prstGeom prst="rect">
              <a:avLst/>
            </a:prstGeom>
            <a:solidFill>
              <a:srgbClr val="FFFFFF"/>
            </a:solidFill>
            <a:ln w="6350">
              <a:solidFill>
                <a:srgbClr val="B5B5B5"/>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3381">
                <a:lnSpc>
                  <a:spcPts val="620"/>
                </a:lnSpc>
              </a:pPr>
              <a:r>
                <a:rPr kumimoji="1" lang="en-US" altLang="zh-CN" sz="500" b="1" dirty="0">
                  <a:solidFill>
                    <a:srgbClr val="1B1B18"/>
                  </a:solidFill>
                  <a:ea typeface="Arial" charset="0"/>
                  <a:cs typeface="Arial" charset="0"/>
                </a:rPr>
                <a:t>RGB</a:t>
              </a:r>
            </a:p>
            <a:p>
              <a:pPr algn="ctr" defTabSz="913381">
                <a:lnSpc>
                  <a:spcPts val="620"/>
                </a:lnSpc>
              </a:pPr>
              <a:r>
                <a:rPr kumimoji="1" lang="en-US" altLang="zh-CN" sz="500" b="1" dirty="0">
                  <a:solidFill>
                    <a:srgbClr val="1B1B18"/>
                  </a:solidFill>
                  <a:ea typeface="Arial" charset="0"/>
                  <a:cs typeface="Arial" charset="0"/>
                </a:rPr>
                <a:t>255/255/</a:t>
              </a:r>
              <a:br>
                <a:rPr kumimoji="1" lang="en-US" altLang="zh-CN" sz="500" b="1" dirty="0">
                  <a:solidFill>
                    <a:srgbClr val="1B1B18"/>
                  </a:solidFill>
                  <a:ea typeface="Arial" charset="0"/>
                  <a:cs typeface="Arial" charset="0"/>
                </a:rPr>
              </a:br>
              <a:r>
                <a:rPr kumimoji="1" lang="en-US" altLang="zh-CN" sz="500" b="1" dirty="0">
                  <a:solidFill>
                    <a:srgbClr val="1B1B18"/>
                  </a:solidFill>
                  <a:ea typeface="Arial" charset="0"/>
                  <a:cs typeface="Arial" charset="0"/>
                </a:rPr>
                <a:t>255</a:t>
              </a:r>
            </a:p>
          </p:txBody>
        </p:sp>
      </p:grpSp>
    </p:spTree>
    <p:extLst>
      <p:ext uri="{BB962C8B-B14F-4D97-AF65-F5344CB8AC3E}">
        <p14:creationId xmlns:p14="http://schemas.microsoft.com/office/powerpoint/2010/main" val="302611347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extLst>
    <p:ext uri="{DCECCB84-F9BA-43D5-87BE-67443E8EF086}">
      <p15:sldGuideLst xmlns="" xmlns:p15="http://schemas.microsoft.com/office/powerpoint/2012/main">
        <p15:guide id="1" pos="3841">
          <p15:clr>
            <a:srgbClr val="FBAE40"/>
          </p15:clr>
        </p15:guide>
        <p15:guide id="2" orient="horz" pos="2160">
          <p15:clr>
            <a:srgbClr val="FBAE40"/>
          </p15:clr>
        </p15:guide>
        <p15:guide id="3" pos="303">
          <p15:clr>
            <a:srgbClr val="FBAE40"/>
          </p15:clr>
        </p15:guide>
        <p15:guide id="4" pos="7380">
          <p15:clr>
            <a:srgbClr val="FBAE40"/>
          </p15:clr>
        </p15:guide>
        <p15:guide id="5" orient="horz" pos="640">
          <p15:clr>
            <a:srgbClr val="FBAE40"/>
          </p15:clr>
        </p15:guide>
        <p15:guide id="6" orient="horz" pos="3952">
          <p15:clr>
            <a:srgbClr val="FBAE40"/>
          </p15:clr>
        </p15:guide>
      </p15:sldGuideLst>
    </p:ext>
  </p:extLst>
</p:sldLayout>
</file>

<file path=ppt/slideLayouts/slideLayout44.xml><?xml version="1.0" encoding="utf-8"?>
<p:sldLayout xmlns:a="http://schemas.openxmlformats.org/drawingml/2006/main" xmlns:r="http://schemas.openxmlformats.org/officeDocument/2006/relationships" xmlns:p="http://schemas.openxmlformats.org/presentationml/2006/main" type="obj">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409630" y="468677"/>
            <a:ext cx="11377506" cy="1042275"/>
          </a:xfrm>
          <a:prstGeom prst="rect">
            <a:avLst/>
          </a:prstGeom>
        </p:spPr>
        <p:txBody>
          <a:bodyPr/>
          <a:lstStyle/>
          <a:p>
            <a:r>
              <a:rPr lang="zh-CN" altLang="en-US"/>
              <a:t>单击此处编辑母版标题样式</a:t>
            </a:r>
          </a:p>
        </p:txBody>
      </p:sp>
      <p:sp>
        <p:nvSpPr>
          <p:cNvPr id="3" name="内容占位符 2"/>
          <p:cNvSpPr>
            <a:spLocks noGrp="1"/>
          </p:cNvSpPr>
          <p:nvPr>
            <p:ph idx="1"/>
          </p:nvPr>
        </p:nvSpPr>
        <p:spPr>
          <a:xfrm>
            <a:off x="609681" y="1599829"/>
            <a:ext cx="10977404" cy="4526502"/>
          </a:xfrm>
          <a:prstGeom prst="rect">
            <a:avLst/>
          </a:prstGeo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10623864"/>
      </p:ext>
    </p:extLst>
  </p:cSld>
  <p:clrMapOvr>
    <a:masterClrMapping/>
  </p:clrMapOvr>
  <p:transition spd="med" advClick="0"/>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Tree>
    <p:extLst>
      <p:ext uri="{BB962C8B-B14F-4D97-AF65-F5344CB8AC3E}">
        <p14:creationId xmlns:p14="http://schemas.microsoft.com/office/powerpoint/2010/main" val="3577910024"/>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Tree>
    <p:extLst>
      <p:ext uri="{BB962C8B-B14F-4D97-AF65-F5344CB8AC3E}">
        <p14:creationId xmlns:p14="http://schemas.microsoft.com/office/powerpoint/2010/main" val="76097776"/>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userDrawn="1">
  <p:cSld name="章节页1">
    <p:spTree>
      <p:nvGrpSpPr>
        <p:cNvPr id="1" name=""/>
        <p:cNvGrpSpPr/>
        <p:nvPr/>
      </p:nvGrpSpPr>
      <p:grpSpPr>
        <a:xfrm>
          <a:off x="0" y="0"/>
          <a:ext cx="0" cy="0"/>
          <a:chOff x="0" y="0"/>
          <a:chExt cx="0" cy="0"/>
        </a:xfrm>
      </p:grpSpPr>
      <p:sp>
        <p:nvSpPr>
          <p:cNvPr id="5" name="Content Placeholder 2">
            <a:extLst>
              <a:ext uri="{FF2B5EF4-FFF2-40B4-BE49-F238E27FC236}">
                <a16:creationId xmlns="" xmlns:a16="http://schemas.microsoft.com/office/drawing/2014/main" id="{CA8B3F0C-616F-224A-B32F-9F9BF5EEE1BC}"/>
              </a:ext>
            </a:extLst>
          </p:cNvPr>
          <p:cNvSpPr>
            <a:spLocks noGrp="1"/>
          </p:cNvSpPr>
          <p:nvPr>
            <p:ph idx="12" hasCustomPrompt="1"/>
          </p:nvPr>
        </p:nvSpPr>
        <p:spPr>
          <a:xfrm>
            <a:off x="442275" y="1244339"/>
            <a:ext cx="11265816" cy="4958996"/>
          </a:xfrm>
          <a:prstGeom prst="rect">
            <a:avLst/>
          </a:prstGeom>
        </p:spPr>
        <p:txBody>
          <a:bodyPr lIns="0" tIns="0" rIns="0" bIns="0"/>
          <a:lstStyle>
            <a:lvl1pPr marL="179100" marR="0" indent="-168007" algn="l" defTabSz="1185898" rtl="0" eaLnBrk="1" fontAlgn="auto" latinLnBrk="0" hangingPunct="1">
              <a:lnSpc>
                <a:spcPct val="100000"/>
              </a:lnSpc>
              <a:spcBef>
                <a:spcPts val="0"/>
              </a:spcBef>
              <a:spcAft>
                <a:spcPts val="600"/>
              </a:spcAft>
              <a:buClr>
                <a:srgbClr val="000000"/>
              </a:buClr>
              <a:buSzTx/>
              <a:buFont typeface="Arial" panose="020B0604020202020204" pitchFamily="34" charset="0"/>
              <a:buChar char="•"/>
              <a:tabLst>
                <a:tab pos="1206156" algn="ctr"/>
              </a:tabLst>
              <a:defRPr sz="1796" baseline="0">
                <a:solidFill>
                  <a:schemeClr val="tx1"/>
                </a:solidFill>
                <a:latin typeface="微软雅黑" panose="020B0503020204020204" pitchFamily="34" charset="-122"/>
                <a:ea typeface="微软雅黑" panose="020B0503020204020204" pitchFamily="34" charset="-122"/>
                <a:cs typeface="Arial" panose="020B0604020202020204" pitchFamily="34" charset="0"/>
              </a:defRPr>
            </a:lvl1pPr>
            <a:lvl2pPr marL="328499" marR="0" indent="-168007" algn="l" defTabSz="1185898" rtl="0" eaLnBrk="1" fontAlgn="auto" latinLnBrk="0" hangingPunct="1">
              <a:lnSpc>
                <a:spcPct val="100000"/>
              </a:lnSpc>
              <a:spcBef>
                <a:spcPts val="0"/>
              </a:spcBef>
              <a:spcAft>
                <a:spcPts val="600"/>
              </a:spcAft>
              <a:buClr>
                <a:schemeClr val="tx1"/>
              </a:buClr>
              <a:buSzTx/>
              <a:buFont typeface=".AppleSystemUIFont"/>
              <a:buChar char="&gt;"/>
              <a:tabLst>
                <a:tab pos="1206156" algn="ctr"/>
              </a:tabLst>
              <a:defRPr sz="1596" baseline="0">
                <a:latin typeface="微软雅黑" panose="020B0503020204020204" pitchFamily="34" charset="-122"/>
                <a:ea typeface="微软雅黑" panose="020B0503020204020204" pitchFamily="34" charset="-122"/>
              </a:defRPr>
            </a:lvl2pPr>
            <a:lvl3pPr marL="928812" marR="0" indent="0" algn="l" defTabSz="1185898" rtl="0" eaLnBrk="1" fontAlgn="auto" latinLnBrk="0" hangingPunct="1">
              <a:lnSpc>
                <a:spcPct val="100000"/>
              </a:lnSpc>
              <a:spcBef>
                <a:spcPts val="0"/>
              </a:spcBef>
              <a:spcAft>
                <a:spcPts val="600"/>
              </a:spcAft>
              <a:buClr>
                <a:schemeClr val="tx1"/>
              </a:buClr>
              <a:buSzTx/>
              <a:buFont typeface=".AppleSystemUIFont"/>
              <a:buNone/>
              <a:tabLst>
                <a:tab pos="1206156" algn="ctr"/>
              </a:tabLst>
              <a:defRPr sz="1295" baseline="0">
                <a:latin typeface="微软雅黑" panose="020B0503020204020204" pitchFamily="34" charset="-122"/>
                <a:ea typeface="微软雅黑" panose="020B0503020204020204" pitchFamily="34" charset="-122"/>
              </a:defRPr>
            </a:lvl3pPr>
            <a:lvl4pPr marL="525010" indent="-170887">
              <a:buFont typeface="Arial" panose="020B0604020202020204" pitchFamily="34" charset="0"/>
              <a:buChar char="•"/>
              <a:tabLst>
                <a:tab pos="1206488" algn="ctr"/>
              </a:tabLst>
              <a:defRPr sz="1295" baseline="0"/>
            </a:lvl4pPr>
            <a:lvl5pPr marL="525010" indent="-170887">
              <a:buFont typeface="Arial" panose="020B0604020202020204" pitchFamily="34" charset="0"/>
              <a:buChar char="•"/>
              <a:tabLst>
                <a:tab pos="1206488" algn="ctr"/>
              </a:tabLst>
              <a:defRPr sz="1295" baseline="0"/>
            </a:lvl5pPr>
          </a:lstStyle>
          <a:p>
            <a:pPr lvl="0"/>
            <a:r>
              <a:rPr lang="zh-CN" altLang="en-US" dirty="0"/>
              <a:t>单击此处添加文本</a:t>
            </a:r>
            <a:endParaRPr lang="en-US" altLang="zh-CN" dirty="0"/>
          </a:p>
        </p:txBody>
      </p:sp>
      <p:sp>
        <p:nvSpPr>
          <p:cNvPr id="6" name="标题 5"/>
          <p:cNvSpPr>
            <a:spLocks noGrp="1"/>
          </p:cNvSpPr>
          <p:nvPr>
            <p:ph type="title"/>
          </p:nvPr>
        </p:nvSpPr>
        <p:spPr>
          <a:xfrm>
            <a:off x="442278" y="348791"/>
            <a:ext cx="11265817" cy="559472"/>
          </a:xfrm>
          <a:prstGeom prst="rect">
            <a:avLst/>
          </a:prstGeom>
        </p:spPr>
        <p:txBody>
          <a:bodyPr anchor="ctr"/>
          <a:lstStyle>
            <a:lvl1pPr>
              <a:lnSpc>
                <a:spcPct val="100000"/>
              </a:lnSpc>
              <a:defRPr sz="2796" b="1">
                <a:solidFill>
                  <a:srgbClr val="C00000"/>
                </a:solidFill>
                <a:latin typeface="微软雅黑" panose="020B0503020204020204" pitchFamily="34" charset="-122"/>
                <a:ea typeface="微软雅黑" panose="020B0503020204020204" pitchFamily="34" charset="-122"/>
              </a:defRPr>
            </a:lvl1pPr>
          </a:lstStyle>
          <a:p>
            <a:r>
              <a:rPr lang="zh-CN" altLang="en-US" dirty="0"/>
              <a:t>单击此处编辑母版标题样式</a:t>
            </a:r>
          </a:p>
        </p:txBody>
      </p:sp>
      <p:grpSp>
        <p:nvGrpSpPr>
          <p:cNvPr id="4" name="Group 46"/>
          <p:cNvGrpSpPr>
            <a:grpSpLocks noChangeAspect="1"/>
          </p:cNvGrpSpPr>
          <p:nvPr userDrawn="1"/>
        </p:nvGrpSpPr>
        <p:grpSpPr>
          <a:xfrm>
            <a:off x="12295786" y="2625397"/>
            <a:ext cx="1963324" cy="4233515"/>
            <a:chOff x="5343883" y="-48857"/>
            <a:chExt cx="3263588" cy="7037279"/>
          </a:xfrm>
        </p:grpSpPr>
        <p:sp>
          <p:nvSpPr>
            <p:cNvPr id="7" name="矩形 13"/>
            <p:cNvSpPr/>
            <p:nvPr/>
          </p:nvSpPr>
          <p:spPr>
            <a:xfrm>
              <a:off x="5356401" y="1934171"/>
              <a:ext cx="791510" cy="664397"/>
            </a:xfrm>
            <a:prstGeom prst="rect">
              <a:avLst/>
            </a:prstGeom>
            <a:solidFill>
              <a:srgbClr val="C40054"/>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3016">
                <a:lnSpc>
                  <a:spcPts val="620"/>
                </a:lnSpc>
              </a:pPr>
              <a:r>
                <a:rPr kumimoji="1" lang="en-US" altLang="zh-CN" sz="500" b="1" dirty="0">
                  <a:solidFill>
                    <a:srgbClr val="FFFFFF"/>
                  </a:solidFill>
                  <a:ea typeface="Arial" charset="0"/>
                  <a:cs typeface="Arial" charset="0"/>
                </a:rPr>
                <a:t>RGB</a:t>
              </a:r>
              <a:br>
                <a:rPr kumimoji="1" lang="en-US" altLang="zh-CN" sz="500" b="1" dirty="0">
                  <a:solidFill>
                    <a:srgbClr val="FFFFFF"/>
                  </a:solidFill>
                  <a:ea typeface="Arial" charset="0"/>
                  <a:cs typeface="Arial" charset="0"/>
                </a:rPr>
              </a:br>
              <a:r>
                <a:rPr kumimoji="1" lang="en-US" altLang="zh-CN" sz="500" b="1" dirty="0">
                  <a:solidFill>
                    <a:srgbClr val="FFFFFF"/>
                  </a:solidFill>
                  <a:ea typeface="Arial" charset="0"/>
                  <a:cs typeface="Arial" charset="0"/>
                </a:rPr>
                <a:t>196/0/84</a:t>
              </a:r>
            </a:p>
          </p:txBody>
        </p:sp>
        <p:sp>
          <p:nvSpPr>
            <p:cNvPr id="8" name="文本框 15"/>
            <p:cNvSpPr txBox="1"/>
            <p:nvPr/>
          </p:nvSpPr>
          <p:spPr>
            <a:xfrm>
              <a:off x="5352721" y="1694497"/>
              <a:ext cx="1636699" cy="204645"/>
            </a:xfrm>
            <a:prstGeom prst="rect">
              <a:avLst/>
            </a:prstGeom>
            <a:noFill/>
          </p:spPr>
          <p:txBody>
            <a:bodyPr wrap="square" lIns="0" tIns="0" rIns="0" bIns="0" rtlCol="0" anchor="b" anchorCtr="0">
              <a:spAutoFit/>
            </a:bodyPr>
            <a:lstStyle/>
            <a:p>
              <a:pPr defTabSz="913016"/>
              <a:r>
                <a:rPr kumimoji="1" lang="zh-CN" altLang="en-US" sz="800">
                  <a:solidFill>
                    <a:srgbClr val="1B1B18"/>
                  </a:solidFill>
                  <a:cs typeface="Arial" panose="020B0604020202020204" pitchFamily="34" charset="0"/>
                </a:rPr>
                <a:t>公司辅助色</a:t>
              </a:r>
              <a:endParaRPr kumimoji="1" lang="zh-CN" altLang="en-US" sz="800" dirty="0">
                <a:solidFill>
                  <a:srgbClr val="1B1B18"/>
                </a:solidFill>
                <a:cs typeface="Arial" panose="020B0604020202020204" pitchFamily="34" charset="0"/>
              </a:endParaRPr>
            </a:p>
          </p:txBody>
        </p:sp>
        <p:sp>
          <p:nvSpPr>
            <p:cNvPr id="9" name="矩形 13"/>
            <p:cNvSpPr/>
            <p:nvPr/>
          </p:nvSpPr>
          <p:spPr>
            <a:xfrm>
              <a:off x="6184680" y="1934171"/>
              <a:ext cx="791510" cy="664397"/>
            </a:xfrm>
            <a:prstGeom prst="rect">
              <a:avLst/>
            </a:prstGeom>
            <a:solidFill>
              <a:srgbClr val="CB377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3016">
                <a:lnSpc>
                  <a:spcPts val="620"/>
                </a:lnSpc>
              </a:pPr>
              <a:r>
                <a:rPr kumimoji="1" lang="en-US" altLang="zh-CN" sz="500" b="1" dirty="0">
                  <a:solidFill>
                    <a:srgbClr val="FFFFFF"/>
                  </a:solidFill>
                  <a:ea typeface="Arial" charset="0"/>
                  <a:cs typeface="Arial" charset="0"/>
                </a:rPr>
                <a:t>RGB</a:t>
              </a:r>
              <a:br>
                <a:rPr kumimoji="1" lang="en-US" altLang="zh-CN" sz="500" b="1" dirty="0">
                  <a:solidFill>
                    <a:srgbClr val="FFFFFF"/>
                  </a:solidFill>
                  <a:ea typeface="Arial" charset="0"/>
                  <a:cs typeface="Arial" charset="0"/>
                </a:rPr>
              </a:br>
              <a:r>
                <a:rPr kumimoji="1" lang="en-US" altLang="zh-CN" sz="500" b="1" dirty="0">
                  <a:solidFill>
                    <a:srgbClr val="FFFFFF"/>
                  </a:solidFill>
                  <a:ea typeface="Arial" charset="0"/>
                  <a:cs typeface="Arial" charset="0"/>
                </a:rPr>
                <a:t>203/55/120</a:t>
              </a:r>
            </a:p>
          </p:txBody>
        </p:sp>
        <p:sp>
          <p:nvSpPr>
            <p:cNvPr id="10" name="矩形 13"/>
            <p:cNvSpPr/>
            <p:nvPr/>
          </p:nvSpPr>
          <p:spPr>
            <a:xfrm>
              <a:off x="5356401" y="3403061"/>
              <a:ext cx="791510" cy="664397"/>
            </a:xfrm>
            <a:prstGeom prst="rect">
              <a:avLst/>
            </a:prstGeom>
            <a:solidFill>
              <a:srgbClr val="ED6D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3016">
                <a:lnSpc>
                  <a:spcPts val="620"/>
                </a:lnSpc>
              </a:pPr>
              <a:r>
                <a:rPr kumimoji="1" lang="en-US" altLang="zh-CN" sz="500" b="1" dirty="0">
                  <a:solidFill>
                    <a:srgbClr val="FFFFFF"/>
                  </a:solidFill>
                  <a:ea typeface="Arial" charset="0"/>
                  <a:cs typeface="Arial" charset="0"/>
                </a:rPr>
                <a:t>RGB</a:t>
              </a:r>
              <a:br>
                <a:rPr kumimoji="1" lang="en-US" altLang="zh-CN" sz="500" b="1" dirty="0">
                  <a:solidFill>
                    <a:srgbClr val="FFFFFF"/>
                  </a:solidFill>
                  <a:ea typeface="Arial" charset="0"/>
                  <a:cs typeface="Arial" charset="0"/>
                </a:rPr>
              </a:br>
              <a:r>
                <a:rPr kumimoji="1" lang="en-US" altLang="zh-CN" sz="500" b="1" dirty="0">
                  <a:solidFill>
                    <a:srgbClr val="FFFFFF"/>
                  </a:solidFill>
                  <a:ea typeface="Arial" charset="0"/>
                  <a:cs typeface="Arial" charset="0"/>
                </a:rPr>
                <a:t>237/109/0</a:t>
              </a:r>
            </a:p>
          </p:txBody>
        </p:sp>
        <p:sp>
          <p:nvSpPr>
            <p:cNvPr id="11" name="矩形 13"/>
            <p:cNvSpPr/>
            <p:nvPr/>
          </p:nvSpPr>
          <p:spPr>
            <a:xfrm>
              <a:off x="6184680" y="2673360"/>
              <a:ext cx="791510" cy="664397"/>
            </a:xfrm>
            <a:prstGeom prst="rect">
              <a:avLst/>
            </a:prstGeom>
            <a:solidFill>
              <a:srgbClr val="993636"/>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3016">
                <a:lnSpc>
                  <a:spcPts val="620"/>
                </a:lnSpc>
                <a:defRPr/>
              </a:pPr>
              <a:r>
                <a:rPr kumimoji="1" lang="en-US" altLang="zh-CN" sz="500" b="1" dirty="0">
                  <a:solidFill>
                    <a:srgbClr val="FFFFFF"/>
                  </a:solidFill>
                  <a:ea typeface="Arial" charset="0"/>
                  <a:cs typeface="Arial" charset="0"/>
                </a:rPr>
                <a:t>RGB</a:t>
              </a:r>
              <a:br>
                <a:rPr kumimoji="1" lang="en-US" altLang="zh-CN" sz="500" b="1" dirty="0">
                  <a:solidFill>
                    <a:srgbClr val="FFFFFF"/>
                  </a:solidFill>
                  <a:ea typeface="Arial" charset="0"/>
                  <a:cs typeface="Arial" charset="0"/>
                </a:rPr>
              </a:br>
              <a:r>
                <a:rPr kumimoji="1" lang="en-US" altLang="zh-CN" sz="500" b="1" dirty="0">
                  <a:solidFill>
                    <a:srgbClr val="FFFFFF"/>
                  </a:solidFill>
                  <a:ea typeface="Arial" charset="0"/>
                  <a:cs typeface="Arial" charset="0"/>
                </a:rPr>
                <a:t>153/54/54</a:t>
              </a:r>
            </a:p>
          </p:txBody>
        </p:sp>
        <p:sp>
          <p:nvSpPr>
            <p:cNvPr id="12" name="矩形 13"/>
            <p:cNvSpPr/>
            <p:nvPr/>
          </p:nvSpPr>
          <p:spPr>
            <a:xfrm>
              <a:off x="5356401" y="4866463"/>
              <a:ext cx="791510" cy="664397"/>
            </a:xfrm>
            <a:prstGeom prst="rect">
              <a:avLst/>
            </a:prstGeom>
            <a:solidFill>
              <a:srgbClr val="62B23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3016">
                <a:lnSpc>
                  <a:spcPts val="620"/>
                </a:lnSpc>
              </a:pPr>
              <a:r>
                <a:rPr kumimoji="1" lang="en-US" altLang="zh-CN" sz="500" b="1" dirty="0">
                  <a:solidFill>
                    <a:srgbClr val="FFFFFF"/>
                  </a:solidFill>
                  <a:ea typeface="Arial" charset="0"/>
                  <a:cs typeface="Arial" charset="0"/>
                </a:rPr>
                <a:t>RGB </a:t>
              </a:r>
              <a:br>
                <a:rPr kumimoji="1" lang="en-US" altLang="zh-CN" sz="500" b="1" dirty="0">
                  <a:solidFill>
                    <a:srgbClr val="FFFFFF"/>
                  </a:solidFill>
                  <a:ea typeface="Arial" charset="0"/>
                  <a:cs typeface="Arial" charset="0"/>
                </a:rPr>
              </a:br>
              <a:r>
                <a:rPr kumimoji="1" lang="en-US" altLang="zh-CN" sz="500" b="1" dirty="0">
                  <a:solidFill>
                    <a:srgbClr val="FFFFFF"/>
                  </a:solidFill>
                  <a:ea typeface="Arial" charset="0"/>
                  <a:cs typeface="Arial" charset="0"/>
                </a:rPr>
                <a:t>98/178/48</a:t>
              </a:r>
            </a:p>
          </p:txBody>
        </p:sp>
        <p:sp>
          <p:nvSpPr>
            <p:cNvPr id="13" name="矩形 13"/>
            <p:cNvSpPr/>
            <p:nvPr/>
          </p:nvSpPr>
          <p:spPr>
            <a:xfrm>
              <a:off x="6184680" y="3415851"/>
              <a:ext cx="791510" cy="664397"/>
            </a:xfrm>
            <a:prstGeom prst="rect">
              <a:avLst/>
            </a:prstGeom>
            <a:solidFill>
              <a:srgbClr val="F28944"/>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3016">
                <a:lnSpc>
                  <a:spcPts val="620"/>
                </a:lnSpc>
              </a:pPr>
              <a:r>
                <a:rPr kumimoji="1" lang="en-US" altLang="zh-CN" sz="500" b="1" dirty="0">
                  <a:solidFill>
                    <a:srgbClr val="FFFFFF"/>
                  </a:solidFill>
                  <a:ea typeface="Arial" charset="0"/>
                  <a:cs typeface="Arial" charset="0"/>
                </a:rPr>
                <a:t>RGB</a:t>
              </a:r>
              <a:br>
                <a:rPr kumimoji="1" lang="en-US" altLang="zh-CN" sz="500" b="1" dirty="0">
                  <a:solidFill>
                    <a:srgbClr val="FFFFFF"/>
                  </a:solidFill>
                  <a:ea typeface="Arial" charset="0"/>
                  <a:cs typeface="Arial" charset="0"/>
                </a:rPr>
              </a:br>
              <a:r>
                <a:rPr kumimoji="1" lang="en-US" altLang="zh-CN" sz="500" b="1" dirty="0">
                  <a:solidFill>
                    <a:srgbClr val="FFFFFF"/>
                  </a:solidFill>
                  <a:ea typeface="Arial" charset="0"/>
                  <a:cs typeface="Arial" charset="0"/>
                </a:rPr>
                <a:t>242/137/68</a:t>
              </a:r>
              <a:endParaRPr kumimoji="1" lang="mr-IN" altLang="zh-CN" sz="500" b="1" dirty="0">
                <a:solidFill>
                  <a:srgbClr val="FFFFFF"/>
                </a:solidFill>
                <a:ea typeface="Arial" charset="0"/>
                <a:cs typeface="Arial" charset="0"/>
              </a:endParaRPr>
            </a:p>
          </p:txBody>
        </p:sp>
        <p:sp>
          <p:nvSpPr>
            <p:cNvPr id="14" name="矩形 13"/>
            <p:cNvSpPr/>
            <p:nvPr/>
          </p:nvSpPr>
          <p:spPr>
            <a:xfrm>
              <a:off x="5353240" y="184963"/>
              <a:ext cx="791510" cy="664397"/>
            </a:xfrm>
            <a:prstGeom prst="rect">
              <a:avLst/>
            </a:prstGeom>
            <a:solidFill>
              <a:srgbClr val="C7000B"/>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3016">
                <a:lnSpc>
                  <a:spcPts val="620"/>
                </a:lnSpc>
              </a:pPr>
              <a:r>
                <a:rPr kumimoji="1" lang="en-US" altLang="zh-CN" sz="500" b="1" dirty="0">
                  <a:solidFill>
                    <a:srgbClr val="FFFFFF"/>
                  </a:solidFill>
                  <a:ea typeface="Arial" charset="0"/>
                  <a:cs typeface="Arial" charset="0"/>
                </a:rPr>
                <a:t>PANTONE 185C</a:t>
              </a:r>
            </a:p>
            <a:p>
              <a:pPr algn="ctr" defTabSz="913016">
                <a:lnSpc>
                  <a:spcPts val="620"/>
                </a:lnSpc>
              </a:pPr>
              <a:r>
                <a:rPr kumimoji="1" lang="en-US" altLang="zh-CN" sz="500" b="1" dirty="0">
                  <a:solidFill>
                    <a:srgbClr val="FFFFFF"/>
                  </a:solidFill>
                  <a:ea typeface="Arial" charset="0"/>
                  <a:cs typeface="Arial" charset="0"/>
                </a:rPr>
                <a:t>RGB </a:t>
              </a:r>
              <a:br>
                <a:rPr kumimoji="1" lang="en-US" altLang="zh-CN" sz="500" b="1" dirty="0">
                  <a:solidFill>
                    <a:srgbClr val="FFFFFF"/>
                  </a:solidFill>
                  <a:ea typeface="Arial" charset="0"/>
                  <a:cs typeface="Arial" charset="0"/>
                </a:rPr>
              </a:br>
              <a:r>
                <a:rPr kumimoji="1" lang="en-US" altLang="zh-CN" sz="500" b="1" dirty="0">
                  <a:solidFill>
                    <a:srgbClr val="FFFFFF"/>
                  </a:solidFill>
                  <a:ea typeface="Arial" charset="0"/>
                  <a:cs typeface="Arial" charset="0"/>
                </a:rPr>
                <a:t>199/0/11  </a:t>
              </a:r>
            </a:p>
          </p:txBody>
        </p:sp>
        <p:sp>
          <p:nvSpPr>
            <p:cNvPr id="15" name="文本框 15"/>
            <p:cNvSpPr txBox="1"/>
            <p:nvPr/>
          </p:nvSpPr>
          <p:spPr>
            <a:xfrm>
              <a:off x="5343883" y="-48857"/>
              <a:ext cx="1358295" cy="204645"/>
            </a:xfrm>
            <a:prstGeom prst="rect">
              <a:avLst/>
            </a:prstGeom>
            <a:noFill/>
          </p:spPr>
          <p:txBody>
            <a:bodyPr wrap="square" lIns="0" tIns="0" rIns="0" bIns="0" rtlCol="0" anchor="b" anchorCtr="0">
              <a:spAutoFit/>
            </a:bodyPr>
            <a:lstStyle/>
            <a:p>
              <a:pPr defTabSz="913016"/>
              <a:r>
                <a:rPr kumimoji="1" lang="zh-CN" altLang="en-US" sz="800">
                  <a:solidFill>
                    <a:srgbClr val="1B1B18"/>
                  </a:solidFill>
                  <a:cs typeface="Arial" panose="020B0604020202020204" pitchFamily="34" charset="0"/>
                </a:rPr>
                <a:t>公司色</a:t>
              </a:r>
              <a:endParaRPr kumimoji="1" lang="zh-CN" altLang="en-US" sz="800" dirty="0">
                <a:solidFill>
                  <a:srgbClr val="1B1B18"/>
                </a:solidFill>
                <a:cs typeface="Arial" panose="020B0604020202020204" pitchFamily="34" charset="0"/>
              </a:endParaRPr>
            </a:p>
          </p:txBody>
        </p:sp>
        <p:sp>
          <p:nvSpPr>
            <p:cNvPr id="16" name="矩形 13"/>
            <p:cNvSpPr/>
            <p:nvPr/>
          </p:nvSpPr>
          <p:spPr>
            <a:xfrm>
              <a:off x="5352600" y="918047"/>
              <a:ext cx="791510" cy="664397"/>
            </a:xfrm>
            <a:prstGeom prst="rect">
              <a:avLst/>
            </a:prstGeom>
            <a:solidFill>
              <a:srgbClr val="C8102E"/>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3016">
                <a:lnSpc>
                  <a:spcPts val="620"/>
                </a:lnSpc>
              </a:pPr>
              <a:r>
                <a:rPr kumimoji="1" lang="en-US" altLang="zh-CN" sz="500" b="1" dirty="0">
                  <a:solidFill>
                    <a:srgbClr val="FFFFFF"/>
                  </a:solidFill>
                  <a:ea typeface="Arial" charset="0"/>
                  <a:cs typeface="Arial" charset="0"/>
                </a:rPr>
                <a:t>PANTONE 186C</a:t>
              </a:r>
            </a:p>
            <a:p>
              <a:pPr algn="ctr" defTabSz="913016">
                <a:lnSpc>
                  <a:spcPts val="620"/>
                </a:lnSpc>
              </a:pPr>
              <a:r>
                <a:rPr kumimoji="1" lang="en-US" altLang="zh-CN" sz="500" b="1" dirty="0">
                  <a:solidFill>
                    <a:srgbClr val="FFFFFF"/>
                  </a:solidFill>
                  <a:ea typeface="Arial" charset="0"/>
                  <a:cs typeface="Arial" charset="0"/>
                </a:rPr>
                <a:t>RGB</a:t>
              </a:r>
              <a:br>
                <a:rPr kumimoji="1" lang="en-US" altLang="zh-CN" sz="500" b="1" dirty="0">
                  <a:solidFill>
                    <a:srgbClr val="FFFFFF"/>
                  </a:solidFill>
                  <a:ea typeface="Arial" charset="0"/>
                  <a:cs typeface="Arial" charset="0"/>
                </a:rPr>
              </a:br>
              <a:r>
                <a:rPr kumimoji="1" lang="en-US" altLang="zh-CN" sz="500" b="1" dirty="0">
                  <a:solidFill>
                    <a:srgbClr val="FFFFFF"/>
                  </a:solidFill>
                  <a:ea typeface="Arial" charset="0"/>
                  <a:cs typeface="Arial" charset="0"/>
                </a:rPr>
                <a:t>200/16/46  </a:t>
              </a:r>
            </a:p>
          </p:txBody>
        </p:sp>
        <p:sp>
          <p:nvSpPr>
            <p:cNvPr id="17" name="矩形 13"/>
            <p:cNvSpPr/>
            <p:nvPr/>
          </p:nvSpPr>
          <p:spPr>
            <a:xfrm>
              <a:off x="5354164" y="2665974"/>
              <a:ext cx="791510" cy="664397"/>
            </a:xfrm>
            <a:prstGeom prst="rect">
              <a:avLst/>
            </a:prstGeom>
            <a:solidFill>
              <a:srgbClr val="7F000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3016">
                <a:lnSpc>
                  <a:spcPts val="620"/>
                </a:lnSpc>
              </a:pPr>
              <a:r>
                <a:rPr kumimoji="1" lang="en-US" altLang="zh-CN" sz="500" b="1" dirty="0">
                  <a:solidFill>
                    <a:srgbClr val="FFFFFF"/>
                  </a:solidFill>
                  <a:ea typeface="Arial" charset="0"/>
                  <a:cs typeface="Arial" charset="0"/>
                </a:rPr>
                <a:t>RGB</a:t>
              </a:r>
              <a:br>
                <a:rPr kumimoji="1" lang="en-US" altLang="zh-CN" sz="500" b="1" dirty="0">
                  <a:solidFill>
                    <a:srgbClr val="FFFFFF"/>
                  </a:solidFill>
                  <a:ea typeface="Arial" charset="0"/>
                  <a:cs typeface="Arial" charset="0"/>
                </a:rPr>
              </a:br>
              <a:r>
                <a:rPr kumimoji="1" lang="en-US" altLang="zh-CN" sz="500" b="1" dirty="0">
                  <a:solidFill>
                    <a:srgbClr val="FFFFFF"/>
                  </a:solidFill>
                  <a:ea typeface="Arial" charset="0"/>
                  <a:cs typeface="Arial" charset="0"/>
                </a:rPr>
                <a:t>127/0/1</a:t>
              </a:r>
            </a:p>
          </p:txBody>
        </p:sp>
        <p:sp>
          <p:nvSpPr>
            <p:cNvPr id="18" name="矩形 13"/>
            <p:cNvSpPr/>
            <p:nvPr/>
          </p:nvSpPr>
          <p:spPr>
            <a:xfrm>
              <a:off x="5354164" y="4134866"/>
              <a:ext cx="791510" cy="664397"/>
            </a:xfrm>
            <a:prstGeom prst="rect">
              <a:avLst/>
            </a:prstGeom>
            <a:solidFill>
              <a:srgbClr val="FCC8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3016">
                <a:lnSpc>
                  <a:spcPts val="620"/>
                </a:lnSpc>
              </a:pPr>
              <a:r>
                <a:rPr kumimoji="1" lang="en-US" altLang="zh-CN" sz="500" b="1" dirty="0">
                  <a:solidFill>
                    <a:srgbClr val="FFFFFF"/>
                  </a:solidFill>
                  <a:ea typeface="Arial" charset="0"/>
                  <a:cs typeface="Arial" charset="0"/>
                </a:rPr>
                <a:t>RGB</a:t>
              </a:r>
              <a:br>
                <a:rPr kumimoji="1" lang="en-US" altLang="zh-CN" sz="500" b="1" dirty="0">
                  <a:solidFill>
                    <a:srgbClr val="FFFFFF"/>
                  </a:solidFill>
                  <a:ea typeface="Arial" charset="0"/>
                  <a:cs typeface="Arial" charset="0"/>
                </a:rPr>
              </a:br>
              <a:r>
                <a:rPr kumimoji="1" lang="en-US" altLang="zh-CN" sz="500" b="1" dirty="0">
                  <a:solidFill>
                    <a:srgbClr val="FFFFFF"/>
                  </a:solidFill>
                  <a:ea typeface="Arial" charset="0"/>
                  <a:cs typeface="Arial" charset="0"/>
                </a:rPr>
                <a:t>52/200/0</a:t>
              </a:r>
            </a:p>
          </p:txBody>
        </p:sp>
        <p:sp>
          <p:nvSpPr>
            <p:cNvPr id="19" name="矩形 13"/>
            <p:cNvSpPr/>
            <p:nvPr/>
          </p:nvSpPr>
          <p:spPr>
            <a:xfrm>
              <a:off x="5354164" y="5596166"/>
              <a:ext cx="791510" cy="664397"/>
            </a:xfrm>
            <a:prstGeom prst="rect">
              <a:avLst/>
            </a:prstGeom>
            <a:solidFill>
              <a:srgbClr val="30B5C5"/>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3016">
                <a:lnSpc>
                  <a:spcPts val="620"/>
                </a:lnSpc>
              </a:pPr>
              <a:r>
                <a:rPr kumimoji="1" lang="en-US" altLang="zh-CN" sz="500" b="1" dirty="0">
                  <a:solidFill>
                    <a:srgbClr val="FFFFFF"/>
                  </a:solidFill>
                  <a:ea typeface="Arial" charset="0"/>
                  <a:cs typeface="Arial" charset="0"/>
                </a:rPr>
                <a:t>RGB </a:t>
              </a:r>
              <a:br>
                <a:rPr kumimoji="1" lang="en-US" altLang="zh-CN" sz="500" b="1" dirty="0">
                  <a:solidFill>
                    <a:srgbClr val="FFFFFF"/>
                  </a:solidFill>
                  <a:ea typeface="Arial" charset="0"/>
                  <a:cs typeface="Arial" charset="0"/>
                </a:rPr>
              </a:br>
              <a:r>
                <a:rPr kumimoji="1" lang="en-US" altLang="zh-CN" sz="500" b="1" dirty="0">
                  <a:solidFill>
                    <a:srgbClr val="FFFFFF"/>
                  </a:solidFill>
                  <a:ea typeface="Arial" charset="0"/>
                  <a:cs typeface="Arial" charset="0"/>
                </a:rPr>
                <a:t>48/181/197</a:t>
              </a:r>
            </a:p>
          </p:txBody>
        </p:sp>
        <p:sp>
          <p:nvSpPr>
            <p:cNvPr id="20" name="矩形 13"/>
            <p:cNvSpPr/>
            <p:nvPr/>
          </p:nvSpPr>
          <p:spPr>
            <a:xfrm>
              <a:off x="6194511" y="4866463"/>
              <a:ext cx="791510" cy="664397"/>
            </a:xfrm>
            <a:prstGeom prst="rect">
              <a:avLst/>
            </a:prstGeom>
            <a:solidFill>
              <a:srgbClr val="81C15F"/>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3016">
                <a:lnSpc>
                  <a:spcPts val="620"/>
                </a:lnSpc>
              </a:pPr>
              <a:r>
                <a:rPr kumimoji="1" lang="en-US" altLang="zh-CN" sz="500" b="1" dirty="0">
                  <a:solidFill>
                    <a:srgbClr val="FFFFFF"/>
                  </a:solidFill>
                  <a:ea typeface="Arial" charset="0"/>
                  <a:cs typeface="Arial" charset="0"/>
                </a:rPr>
                <a:t>RGB</a:t>
              </a:r>
              <a:br>
                <a:rPr kumimoji="1" lang="en-US" altLang="zh-CN" sz="500" b="1" dirty="0">
                  <a:solidFill>
                    <a:srgbClr val="FFFFFF"/>
                  </a:solidFill>
                  <a:ea typeface="Arial" charset="0"/>
                  <a:cs typeface="Arial" charset="0"/>
                </a:rPr>
              </a:br>
              <a:r>
                <a:rPr kumimoji="1" lang="en-US" altLang="zh-CN" sz="500" b="1" dirty="0">
                  <a:solidFill>
                    <a:srgbClr val="FFFFFF"/>
                  </a:solidFill>
                  <a:ea typeface="Arial" charset="0"/>
                  <a:cs typeface="Arial" charset="0"/>
                </a:rPr>
                <a:t>129/193/95</a:t>
              </a:r>
            </a:p>
          </p:txBody>
        </p:sp>
        <p:sp>
          <p:nvSpPr>
            <p:cNvPr id="21" name="矩形 13"/>
            <p:cNvSpPr/>
            <p:nvPr/>
          </p:nvSpPr>
          <p:spPr>
            <a:xfrm>
              <a:off x="6192274" y="4134866"/>
              <a:ext cx="791510" cy="664397"/>
            </a:xfrm>
            <a:prstGeom prst="rect">
              <a:avLst/>
            </a:prstGeom>
            <a:solidFill>
              <a:srgbClr val="FDD35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3016">
                <a:lnSpc>
                  <a:spcPts val="620"/>
                </a:lnSpc>
              </a:pPr>
              <a:r>
                <a:rPr kumimoji="1" lang="en-US" altLang="zh-CN" sz="500" b="1" dirty="0">
                  <a:solidFill>
                    <a:srgbClr val="FFFFFF"/>
                  </a:solidFill>
                  <a:ea typeface="Arial" charset="0"/>
                  <a:cs typeface="Arial" charset="0"/>
                </a:rPr>
                <a:t>RGB</a:t>
              </a:r>
              <a:br>
                <a:rPr kumimoji="1" lang="en-US" altLang="zh-CN" sz="500" b="1" dirty="0">
                  <a:solidFill>
                    <a:srgbClr val="FFFFFF"/>
                  </a:solidFill>
                  <a:ea typeface="Arial" charset="0"/>
                  <a:cs typeface="Arial" charset="0"/>
                </a:rPr>
              </a:br>
              <a:r>
                <a:rPr kumimoji="1" lang="en-US" altLang="zh-CN" sz="500" b="1" dirty="0">
                  <a:solidFill>
                    <a:srgbClr val="FFFFFF"/>
                  </a:solidFill>
                  <a:ea typeface="Arial" charset="0"/>
                  <a:cs typeface="Arial" charset="0"/>
                </a:rPr>
                <a:t>253/211/81</a:t>
              </a:r>
            </a:p>
          </p:txBody>
        </p:sp>
        <p:sp>
          <p:nvSpPr>
            <p:cNvPr id="22" name="矩形 13"/>
            <p:cNvSpPr/>
            <p:nvPr/>
          </p:nvSpPr>
          <p:spPr>
            <a:xfrm>
              <a:off x="6192274" y="5596166"/>
              <a:ext cx="791510" cy="664397"/>
            </a:xfrm>
            <a:prstGeom prst="rect">
              <a:avLst/>
            </a:prstGeom>
            <a:solidFill>
              <a:srgbClr val="56C4D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3016">
                <a:lnSpc>
                  <a:spcPts val="620"/>
                </a:lnSpc>
              </a:pPr>
              <a:r>
                <a:rPr kumimoji="1" lang="en-US" altLang="zh-CN" sz="500" b="1" dirty="0">
                  <a:solidFill>
                    <a:srgbClr val="FFFFFF"/>
                  </a:solidFill>
                  <a:ea typeface="Arial" charset="0"/>
                  <a:cs typeface="Arial" charset="0"/>
                </a:rPr>
                <a:t>RGB </a:t>
              </a:r>
              <a:br>
                <a:rPr kumimoji="1" lang="en-US" altLang="zh-CN" sz="500" b="1" dirty="0">
                  <a:solidFill>
                    <a:srgbClr val="FFFFFF"/>
                  </a:solidFill>
                  <a:ea typeface="Arial" charset="0"/>
                  <a:cs typeface="Arial" charset="0"/>
                </a:rPr>
              </a:br>
              <a:r>
                <a:rPr kumimoji="1" lang="en-US" altLang="zh-CN" sz="500" b="1" dirty="0">
                  <a:solidFill>
                    <a:srgbClr val="FFFFFF"/>
                  </a:solidFill>
                  <a:ea typeface="Arial" charset="0"/>
                  <a:cs typeface="Arial" charset="0"/>
                </a:rPr>
                <a:t>86/196/210</a:t>
              </a:r>
            </a:p>
          </p:txBody>
        </p:sp>
        <p:sp>
          <p:nvSpPr>
            <p:cNvPr id="23" name="矩形 13"/>
            <p:cNvSpPr/>
            <p:nvPr/>
          </p:nvSpPr>
          <p:spPr>
            <a:xfrm>
              <a:off x="6186245" y="184963"/>
              <a:ext cx="791510" cy="664397"/>
            </a:xfrm>
            <a:prstGeom prst="rect">
              <a:avLst/>
            </a:prstGeom>
            <a:solidFill>
              <a:srgbClr val="D3394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3016">
                <a:lnSpc>
                  <a:spcPts val="620"/>
                </a:lnSpc>
              </a:pPr>
              <a:r>
                <a:rPr kumimoji="1" lang="en-US" altLang="zh-CN" sz="500" b="1" dirty="0">
                  <a:solidFill>
                    <a:srgbClr val="FFFFFF"/>
                  </a:solidFill>
                  <a:ea typeface="Arial" charset="0"/>
                  <a:cs typeface="Arial" charset="0"/>
                </a:rPr>
                <a:t>RGB </a:t>
              </a:r>
              <a:br>
                <a:rPr kumimoji="1" lang="en-US" altLang="zh-CN" sz="500" b="1" dirty="0">
                  <a:solidFill>
                    <a:srgbClr val="FFFFFF"/>
                  </a:solidFill>
                  <a:ea typeface="Arial" charset="0"/>
                  <a:cs typeface="Arial" charset="0"/>
                </a:rPr>
              </a:br>
              <a:r>
                <a:rPr kumimoji="1" lang="en-US" altLang="zh-CN" sz="500" b="1" dirty="0">
                  <a:solidFill>
                    <a:srgbClr val="FFFFFF"/>
                  </a:solidFill>
                  <a:ea typeface="Arial" charset="0"/>
                  <a:cs typeface="Arial" charset="0"/>
                </a:rPr>
                <a:t>211/57/65</a:t>
              </a:r>
            </a:p>
          </p:txBody>
        </p:sp>
        <p:sp>
          <p:nvSpPr>
            <p:cNvPr id="24" name="矩形 13"/>
            <p:cNvSpPr/>
            <p:nvPr/>
          </p:nvSpPr>
          <p:spPr>
            <a:xfrm>
              <a:off x="6185604" y="918047"/>
              <a:ext cx="791510" cy="664397"/>
            </a:xfrm>
            <a:prstGeom prst="rect">
              <a:avLst/>
            </a:prstGeom>
            <a:solidFill>
              <a:srgbClr val="D33859"/>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3016">
                <a:lnSpc>
                  <a:spcPts val="620"/>
                </a:lnSpc>
              </a:pPr>
              <a:r>
                <a:rPr kumimoji="1" lang="en-US" altLang="zh-CN" sz="500" b="1" dirty="0">
                  <a:solidFill>
                    <a:srgbClr val="FFFFFF"/>
                  </a:solidFill>
                  <a:ea typeface="Arial" charset="0"/>
                  <a:cs typeface="Arial" charset="0"/>
                </a:rPr>
                <a:t>RGB </a:t>
              </a:r>
            </a:p>
            <a:p>
              <a:pPr algn="ctr" defTabSz="913016">
                <a:lnSpc>
                  <a:spcPts val="620"/>
                </a:lnSpc>
              </a:pPr>
              <a:r>
                <a:rPr kumimoji="1" lang="en-US" altLang="zh-CN" sz="500" b="1" dirty="0">
                  <a:solidFill>
                    <a:srgbClr val="FFFFFF"/>
                  </a:solidFill>
                  <a:ea typeface="Arial" charset="0"/>
                  <a:cs typeface="Arial" charset="0"/>
                </a:rPr>
                <a:t>211/56/89</a:t>
              </a:r>
            </a:p>
          </p:txBody>
        </p:sp>
        <p:sp>
          <p:nvSpPr>
            <p:cNvPr id="25" name="矩形 13"/>
            <p:cNvSpPr/>
            <p:nvPr/>
          </p:nvSpPr>
          <p:spPr>
            <a:xfrm>
              <a:off x="6996262" y="1934171"/>
              <a:ext cx="791510" cy="664397"/>
            </a:xfrm>
            <a:prstGeom prst="rect">
              <a:avLst/>
            </a:prstGeom>
            <a:solidFill>
              <a:srgbClr val="DD80AA"/>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3016">
                <a:lnSpc>
                  <a:spcPts val="620"/>
                </a:lnSpc>
              </a:pPr>
              <a:r>
                <a:rPr kumimoji="1" lang="en-US" altLang="zh-CN" sz="500" b="1" dirty="0">
                  <a:solidFill>
                    <a:srgbClr val="1B1B18"/>
                  </a:solidFill>
                  <a:ea typeface="Arial" charset="0"/>
                  <a:cs typeface="Arial" charset="0"/>
                </a:rPr>
                <a:t>RGB 221/128/170</a:t>
              </a:r>
            </a:p>
          </p:txBody>
        </p:sp>
        <p:sp>
          <p:nvSpPr>
            <p:cNvPr id="26" name="矩形 13"/>
            <p:cNvSpPr/>
            <p:nvPr/>
          </p:nvSpPr>
          <p:spPr>
            <a:xfrm>
              <a:off x="6996262" y="2673360"/>
              <a:ext cx="791510" cy="664397"/>
            </a:xfrm>
            <a:prstGeom prst="rect">
              <a:avLst/>
            </a:prstGeom>
            <a:solidFill>
              <a:srgbClr val="BF808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3016">
                <a:lnSpc>
                  <a:spcPts val="620"/>
                </a:lnSpc>
                <a:defRPr/>
              </a:pPr>
              <a:r>
                <a:rPr kumimoji="1" lang="en-US" altLang="zh-CN" sz="500" b="1" dirty="0">
                  <a:solidFill>
                    <a:srgbClr val="1B1B18"/>
                  </a:solidFill>
                  <a:ea typeface="Arial" charset="0"/>
                  <a:cs typeface="Arial" charset="0"/>
                </a:rPr>
                <a:t>RGB 191/128/130</a:t>
              </a:r>
            </a:p>
          </p:txBody>
        </p:sp>
        <p:sp>
          <p:nvSpPr>
            <p:cNvPr id="27" name="矩形 13"/>
            <p:cNvSpPr/>
            <p:nvPr/>
          </p:nvSpPr>
          <p:spPr>
            <a:xfrm>
              <a:off x="6996262" y="3415851"/>
              <a:ext cx="791510" cy="664397"/>
            </a:xfrm>
            <a:prstGeom prst="rect">
              <a:avLst/>
            </a:prstGeom>
            <a:solidFill>
              <a:srgbClr val="F6B78C"/>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3016">
                <a:lnSpc>
                  <a:spcPts val="620"/>
                </a:lnSpc>
              </a:pPr>
              <a:r>
                <a:rPr kumimoji="1" lang="en-US" altLang="zh-CN" sz="500" b="1" dirty="0">
                  <a:solidFill>
                    <a:srgbClr val="1B1B18"/>
                  </a:solidFill>
                  <a:ea typeface="Arial" charset="0"/>
                  <a:cs typeface="Arial" charset="0"/>
                </a:rPr>
                <a:t>RGB 246/183/140</a:t>
              </a:r>
              <a:endParaRPr kumimoji="1" lang="mr-IN" altLang="zh-CN" sz="500" b="1" dirty="0">
                <a:solidFill>
                  <a:srgbClr val="1B1B18"/>
                </a:solidFill>
                <a:ea typeface="Arial" charset="0"/>
                <a:cs typeface="Arial" charset="0"/>
              </a:endParaRPr>
            </a:p>
          </p:txBody>
        </p:sp>
        <p:sp>
          <p:nvSpPr>
            <p:cNvPr id="28" name="矩形 13"/>
            <p:cNvSpPr/>
            <p:nvPr/>
          </p:nvSpPr>
          <p:spPr>
            <a:xfrm>
              <a:off x="7006093" y="4866463"/>
              <a:ext cx="791510" cy="664397"/>
            </a:xfrm>
            <a:prstGeom prst="rect">
              <a:avLst/>
            </a:prstGeom>
            <a:solidFill>
              <a:srgbClr val="AFD89C"/>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3016">
                <a:lnSpc>
                  <a:spcPts val="620"/>
                </a:lnSpc>
              </a:pPr>
              <a:r>
                <a:rPr kumimoji="1" lang="en-US" altLang="zh-CN" sz="500" b="1" dirty="0">
                  <a:solidFill>
                    <a:srgbClr val="1B1B18"/>
                  </a:solidFill>
                  <a:ea typeface="Arial" charset="0"/>
                  <a:cs typeface="Arial" charset="0"/>
                </a:rPr>
                <a:t>RGB 176/216/156</a:t>
              </a:r>
            </a:p>
          </p:txBody>
        </p:sp>
        <p:sp>
          <p:nvSpPr>
            <p:cNvPr id="29" name="矩形 13"/>
            <p:cNvSpPr/>
            <p:nvPr/>
          </p:nvSpPr>
          <p:spPr>
            <a:xfrm>
              <a:off x="7003856" y="4134866"/>
              <a:ext cx="791510" cy="664397"/>
            </a:xfrm>
            <a:prstGeom prst="rect">
              <a:avLst/>
            </a:prstGeom>
            <a:solidFill>
              <a:srgbClr val="FDE397"/>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3016">
                <a:lnSpc>
                  <a:spcPts val="620"/>
                </a:lnSpc>
              </a:pPr>
              <a:r>
                <a:rPr kumimoji="1" lang="en-US" altLang="zh-CN" sz="500" b="1" dirty="0">
                  <a:solidFill>
                    <a:srgbClr val="1B1B18"/>
                  </a:solidFill>
                  <a:ea typeface="Arial" charset="0"/>
                  <a:cs typeface="Arial" charset="0"/>
                </a:rPr>
                <a:t>RGB 253/227/181</a:t>
              </a:r>
            </a:p>
          </p:txBody>
        </p:sp>
        <p:sp>
          <p:nvSpPr>
            <p:cNvPr id="30" name="矩形 13"/>
            <p:cNvSpPr/>
            <p:nvPr/>
          </p:nvSpPr>
          <p:spPr>
            <a:xfrm>
              <a:off x="7003856" y="5596166"/>
              <a:ext cx="791510" cy="664397"/>
            </a:xfrm>
            <a:prstGeom prst="rect">
              <a:avLst/>
            </a:prstGeom>
            <a:solidFill>
              <a:srgbClr val="94DAE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3016">
                <a:lnSpc>
                  <a:spcPts val="620"/>
                </a:lnSpc>
              </a:pPr>
              <a:r>
                <a:rPr kumimoji="1" lang="en-US" altLang="zh-CN" sz="500" b="1" dirty="0">
                  <a:solidFill>
                    <a:srgbClr val="1B1B18"/>
                  </a:solidFill>
                  <a:ea typeface="Arial" charset="0"/>
                  <a:cs typeface="Arial" charset="0"/>
                </a:rPr>
                <a:t>RGB 148/218/226</a:t>
              </a:r>
            </a:p>
          </p:txBody>
        </p:sp>
        <p:sp>
          <p:nvSpPr>
            <p:cNvPr id="31" name="矩形 13"/>
            <p:cNvSpPr/>
            <p:nvPr/>
          </p:nvSpPr>
          <p:spPr>
            <a:xfrm>
              <a:off x="6997826" y="184963"/>
              <a:ext cx="791510" cy="664397"/>
            </a:xfrm>
            <a:prstGeom prst="rect">
              <a:avLst/>
            </a:prstGeom>
            <a:solidFill>
              <a:srgbClr val="E28189"/>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3016">
                <a:lnSpc>
                  <a:spcPts val="620"/>
                </a:lnSpc>
              </a:pPr>
              <a:r>
                <a:rPr kumimoji="1" lang="en-US" altLang="zh-CN" sz="500" b="1" dirty="0">
                  <a:solidFill>
                    <a:srgbClr val="1B1B18"/>
                  </a:solidFill>
                  <a:ea typeface="Arial" charset="0"/>
                  <a:cs typeface="Arial" charset="0"/>
                </a:rPr>
                <a:t>RGB 226/129/137</a:t>
              </a:r>
            </a:p>
          </p:txBody>
        </p:sp>
        <p:sp>
          <p:nvSpPr>
            <p:cNvPr id="32" name="矩形 13"/>
            <p:cNvSpPr/>
            <p:nvPr/>
          </p:nvSpPr>
          <p:spPr>
            <a:xfrm>
              <a:off x="6997185" y="918047"/>
              <a:ext cx="791510" cy="664397"/>
            </a:xfrm>
            <a:prstGeom prst="rect">
              <a:avLst/>
            </a:prstGeom>
            <a:solidFill>
              <a:srgbClr val="E2819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3016">
                <a:lnSpc>
                  <a:spcPts val="620"/>
                </a:lnSpc>
              </a:pPr>
              <a:r>
                <a:rPr kumimoji="1" lang="en-US" altLang="zh-CN" sz="500" b="1" dirty="0">
                  <a:solidFill>
                    <a:srgbClr val="1B1B18"/>
                  </a:solidFill>
                  <a:ea typeface="Arial" charset="0"/>
                  <a:cs typeface="Arial" charset="0"/>
                </a:rPr>
                <a:t>RGB 226/129/152</a:t>
              </a:r>
            </a:p>
          </p:txBody>
        </p:sp>
        <p:sp>
          <p:nvSpPr>
            <p:cNvPr id="33" name="矩形 13"/>
            <p:cNvSpPr/>
            <p:nvPr/>
          </p:nvSpPr>
          <p:spPr>
            <a:xfrm>
              <a:off x="7806130" y="1934171"/>
              <a:ext cx="791510" cy="664397"/>
            </a:xfrm>
            <a:prstGeom prst="rect">
              <a:avLst/>
            </a:prstGeom>
            <a:solidFill>
              <a:srgbClr val="EBB3CC"/>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3016">
                <a:lnSpc>
                  <a:spcPts val="620"/>
                </a:lnSpc>
              </a:pPr>
              <a:r>
                <a:rPr kumimoji="1" lang="en-US" altLang="zh-CN" sz="500" b="1" dirty="0">
                  <a:solidFill>
                    <a:srgbClr val="1B1B18"/>
                  </a:solidFill>
                  <a:ea typeface="Arial" charset="0"/>
                  <a:cs typeface="Arial" charset="0"/>
                </a:rPr>
                <a:t>RGB 235/179/204</a:t>
              </a:r>
            </a:p>
          </p:txBody>
        </p:sp>
        <p:sp>
          <p:nvSpPr>
            <p:cNvPr id="34" name="矩形 13"/>
            <p:cNvSpPr/>
            <p:nvPr/>
          </p:nvSpPr>
          <p:spPr>
            <a:xfrm>
              <a:off x="7806130" y="2673360"/>
              <a:ext cx="791510" cy="664397"/>
            </a:xfrm>
            <a:prstGeom prst="rect">
              <a:avLst/>
            </a:prstGeom>
            <a:solidFill>
              <a:srgbClr val="D8B3B3"/>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3016">
                <a:lnSpc>
                  <a:spcPts val="620"/>
                </a:lnSpc>
                <a:defRPr/>
              </a:pPr>
              <a:r>
                <a:rPr kumimoji="1" lang="en-US" altLang="zh-CN" sz="500" b="1" dirty="0">
                  <a:solidFill>
                    <a:srgbClr val="1B1B18"/>
                  </a:solidFill>
                  <a:ea typeface="Arial" charset="0"/>
                  <a:cs typeface="Arial" charset="0"/>
                </a:rPr>
                <a:t>RGB 216/179/179</a:t>
              </a:r>
            </a:p>
          </p:txBody>
        </p:sp>
        <p:sp>
          <p:nvSpPr>
            <p:cNvPr id="35" name="矩形 13"/>
            <p:cNvSpPr/>
            <p:nvPr/>
          </p:nvSpPr>
          <p:spPr>
            <a:xfrm>
              <a:off x="7806130" y="3415851"/>
              <a:ext cx="791510" cy="664397"/>
            </a:xfrm>
            <a:prstGeom prst="rect">
              <a:avLst/>
            </a:prstGeom>
            <a:solidFill>
              <a:srgbClr val="FAD3BB"/>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3016">
                <a:lnSpc>
                  <a:spcPts val="620"/>
                </a:lnSpc>
              </a:pPr>
              <a:r>
                <a:rPr kumimoji="1" lang="en-US" altLang="zh-CN" sz="500" b="1" dirty="0">
                  <a:solidFill>
                    <a:srgbClr val="1B1B18"/>
                  </a:solidFill>
                  <a:ea typeface="Arial" charset="0"/>
                  <a:cs typeface="Arial" charset="0"/>
                </a:rPr>
                <a:t>RGB 250/211/187</a:t>
              </a:r>
              <a:endParaRPr kumimoji="1" lang="mr-IN" altLang="zh-CN" sz="500" b="1" dirty="0">
                <a:solidFill>
                  <a:srgbClr val="1B1B18"/>
                </a:solidFill>
                <a:ea typeface="Arial" charset="0"/>
                <a:cs typeface="Arial" charset="0"/>
              </a:endParaRPr>
            </a:p>
          </p:txBody>
        </p:sp>
        <p:sp>
          <p:nvSpPr>
            <p:cNvPr id="36" name="矩形 13"/>
            <p:cNvSpPr/>
            <p:nvPr/>
          </p:nvSpPr>
          <p:spPr>
            <a:xfrm>
              <a:off x="7815961" y="4866463"/>
              <a:ext cx="791510" cy="664397"/>
            </a:xfrm>
            <a:prstGeom prst="rect">
              <a:avLst/>
            </a:prstGeom>
            <a:solidFill>
              <a:srgbClr val="D0E8C4"/>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3016">
                <a:lnSpc>
                  <a:spcPts val="620"/>
                </a:lnSpc>
              </a:pPr>
              <a:r>
                <a:rPr kumimoji="1" lang="en-US" altLang="zh-CN" sz="500" b="1" dirty="0">
                  <a:solidFill>
                    <a:srgbClr val="1B1B18"/>
                  </a:solidFill>
                  <a:ea typeface="Arial" charset="0"/>
                  <a:cs typeface="Arial" charset="0"/>
                </a:rPr>
                <a:t>RGB 208/232/196</a:t>
              </a:r>
            </a:p>
          </p:txBody>
        </p:sp>
        <p:sp>
          <p:nvSpPr>
            <p:cNvPr id="37" name="矩形 13"/>
            <p:cNvSpPr/>
            <p:nvPr/>
          </p:nvSpPr>
          <p:spPr>
            <a:xfrm>
              <a:off x="7813724" y="4134866"/>
              <a:ext cx="791510" cy="664397"/>
            </a:xfrm>
            <a:prstGeom prst="rect">
              <a:avLst/>
            </a:prstGeom>
            <a:solidFill>
              <a:srgbClr val="FEEEC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3016">
                <a:lnSpc>
                  <a:spcPts val="620"/>
                </a:lnSpc>
              </a:pPr>
              <a:r>
                <a:rPr kumimoji="1" lang="en-US" altLang="zh-CN" sz="500" b="1" dirty="0">
                  <a:solidFill>
                    <a:srgbClr val="1B1B18"/>
                  </a:solidFill>
                  <a:ea typeface="Arial" charset="0"/>
                  <a:cs typeface="Arial" charset="0"/>
                </a:rPr>
                <a:t>RGB 254/238/193</a:t>
              </a:r>
            </a:p>
          </p:txBody>
        </p:sp>
        <p:sp>
          <p:nvSpPr>
            <p:cNvPr id="38" name="矩形 13"/>
            <p:cNvSpPr/>
            <p:nvPr/>
          </p:nvSpPr>
          <p:spPr>
            <a:xfrm>
              <a:off x="7813724" y="5596166"/>
              <a:ext cx="791510" cy="664397"/>
            </a:xfrm>
            <a:prstGeom prst="rect">
              <a:avLst/>
            </a:prstGeom>
            <a:solidFill>
              <a:srgbClr val="BEE9EE"/>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3016">
                <a:lnSpc>
                  <a:spcPts val="620"/>
                </a:lnSpc>
              </a:pPr>
              <a:r>
                <a:rPr kumimoji="1" lang="en-US" altLang="zh-CN" sz="500" b="1" dirty="0">
                  <a:solidFill>
                    <a:srgbClr val="1B1B18"/>
                  </a:solidFill>
                  <a:ea typeface="Arial" charset="0"/>
                  <a:cs typeface="Arial" charset="0"/>
                </a:rPr>
                <a:t>RGB</a:t>
              </a:r>
              <a:br>
                <a:rPr kumimoji="1" lang="en-US" altLang="zh-CN" sz="500" b="1" dirty="0">
                  <a:solidFill>
                    <a:srgbClr val="1B1B18"/>
                  </a:solidFill>
                  <a:ea typeface="Arial" charset="0"/>
                  <a:cs typeface="Arial" charset="0"/>
                </a:rPr>
              </a:br>
              <a:r>
                <a:rPr kumimoji="1" lang="en-US" altLang="zh-CN" sz="500" b="1" dirty="0">
                  <a:solidFill>
                    <a:srgbClr val="1B1B18"/>
                  </a:solidFill>
                  <a:ea typeface="Arial" charset="0"/>
                  <a:cs typeface="Arial" charset="0"/>
                </a:rPr>
                <a:t>190/23/238</a:t>
              </a:r>
            </a:p>
          </p:txBody>
        </p:sp>
        <p:sp>
          <p:nvSpPr>
            <p:cNvPr id="39" name="矩形 13"/>
            <p:cNvSpPr/>
            <p:nvPr/>
          </p:nvSpPr>
          <p:spPr>
            <a:xfrm>
              <a:off x="7807694" y="184963"/>
              <a:ext cx="791510" cy="664397"/>
            </a:xfrm>
            <a:prstGeom prst="rect">
              <a:avLst/>
            </a:prstGeom>
            <a:solidFill>
              <a:srgbClr val="EEB3B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3016">
                <a:lnSpc>
                  <a:spcPts val="620"/>
                </a:lnSpc>
              </a:pPr>
              <a:r>
                <a:rPr kumimoji="1" lang="en-US" altLang="zh-CN" sz="500" b="1" dirty="0">
                  <a:solidFill>
                    <a:srgbClr val="1B1B18"/>
                  </a:solidFill>
                  <a:ea typeface="Arial" charset="0"/>
                  <a:cs typeface="Arial" charset="0"/>
                </a:rPr>
                <a:t>RGB 239/178/184</a:t>
              </a:r>
            </a:p>
          </p:txBody>
        </p:sp>
        <p:sp>
          <p:nvSpPr>
            <p:cNvPr id="40" name="矩形 13"/>
            <p:cNvSpPr/>
            <p:nvPr/>
          </p:nvSpPr>
          <p:spPr>
            <a:xfrm>
              <a:off x="7807054" y="918047"/>
              <a:ext cx="791510" cy="664397"/>
            </a:xfrm>
            <a:prstGeom prst="rect">
              <a:avLst/>
            </a:prstGeom>
            <a:solidFill>
              <a:srgbClr val="EEB3C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3016">
                <a:lnSpc>
                  <a:spcPts val="620"/>
                </a:lnSpc>
              </a:pPr>
              <a:r>
                <a:rPr kumimoji="1" lang="en-US" altLang="zh-CN" sz="500" b="1" dirty="0">
                  <a:solidFill>
                    <a:srgbClr val="1B1B18"/>
                  </a:solidFill>
                  <a:ea typeface="Arial" charset="0"/>
                  <a:cs typeface="Arial" charset="0"/>
                </a:rPr>
                <a:t>RGB 238/179/193</a:t>
              </a:r>
            </a:p>
          </p:txBody>
        </p:sp>
        <p:sp>
          <p:nvSpPr>
            <p:cNvPr id="41" name="矩形 13"/>
            <p:cNvSpPr/>
            <p:nvPr/>
          </p:nvSpPr>
          <p:spPr>
            <a:xfrm>
              <a:off x="5354169" y="6324025"/>
              <a:ext cx="513579" cy="664397"/>
            </a:xfrm>
            <a:prstGeom prst="rect">
              <a:avLst/>
            </a:prstGeom>
            <a:solidFill>
              <a:srgbClr val="221815"/>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3016">
                <a:lnSpc>
                  <a:spcPts val="620"/>
                </a:lnSpc>
              </a:pPr>
              <a:r>
                <a:rPr kumimoji="1" lang="en-US" altLang="zh-CN" sz="500" b="1" dirty="0">
                  <a:solidFill>
                    <a:srgbClr val="FFFFFF"/>
                  </a:solidFill>
                  <a:ea typeface="Arial" charset="0"/>
                  <a:cs typeface="Arial" charset="0"/>
                </a:rPr>
                <a:t>RGB </a:t>
              </a:r>
              <a:br>
                <a:rPr kumimoji="1" lang="en-US" altLang="zh-CN" sz="500" b="1" dirty="0">
                  <a:solidFill>
                    <a:srgbClr val="FFFFFF"/>
                  </a:solidFill>
                  <a:ea typeface="Arial" charset="0"/>
                  <a:cs typeface="Arial" charset="0"/>
                </a:rPr>
              </a:br>
              <a:r>
                <a:rPr kumimoji="1" lang="en-US" altLang="zh-CN" sz="500" b="1" dirty="0">
                  <a:solidFill>
                    <a:srgbClr val="FFFFFF"/>
                  </a:solidFill>
                  <a:ea typeface="Arial" charset="0"/>
                  <a:cs typeface="Arial" charset="0"/>
                </a:rPr>
                <a:t>35/24/21</a:t>
              </a:r>
            </a:p>
          </p:txBody>
        </p:sp>
        <p:sp>
          <p:nvSpPr>
            <p:cNvPr id="42" name="矩形 13"/>
            <p:cNvSpPr/>
            <p:nvPr/>
          </p:nvSpPr>
          <p:spPr>
            <a:xfrm>
              <a:off x="5900626" y="6324025"/>
              <a:ext cx="513579" cy="664397"/>
            </a:xfrm>
            <a:prstGeom prst="rect">
              <a:avLst/>
            </a:prstGeom>
            <a:solidFill>
              <a:srgbClr val="595757"/>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3016">
                <a:lnSpc>
                  <a:spcPts val="620"/>
                </a:lnSpc>
              </a:pPr>
              <a:r>
                <a:rPr kumimoji="1" lang="en-US" altLang="zh-CN" sz="500" b="1" dirty="0">
                  <a:solidFill>
                    <a:srgbClr val="FFFFFF"/>
                  </a:solidFill>
                  <a:ea typeface="Arial" charset="0"/>
                  <a:cs typeface="Arial" charset="0"/>
                </a:rPr>
                <a:t>RGB </a:t>
              </a:r>
            </a:p>
            <a:p>
              <a:pPr algn="ctr" defTabSz="913016">
                <a:lnSpc>
                  <a:spcPts val="620"/>
                </a:lnSpc>
              </a:pPr>
              <a:r>
                <a:rPr kumimoji="1" lang="en-US" altLang="zh-CN" sz="500" b="1" dirty="0">
                  <a:solidFill>
                    <a:srgbClr val="FFFFFF"/>
                  </a:solidFill>
                  <a:ea typeface="Arial" charset="0"/>
                  <a:cs typeface="Arial" charset="0"/>
                </a:rPr>
                <a:t>89/87/87</a:t>
              </a:r>
            </a:p>
          </p:txBody>
        </p:sp>
        <p:sp>
          <p:nvSpPr>
            <p:cNvPr id="43" name="矩形 13"/>
            <p:cNvSpPr/>
            <p:nvPr/>
          </p:nvSpPr>
          <p:spPr>
            <a:xfrm>
              <a:off x="6450318" y="6324025"/>
              <a:ext cx="513579" cy="664397"/>
            </a:xfrm>
            <a:prstGeom prst="rect">
              <a:avLst/>
            </a:prstGeom>
            <a:solidFill>
              <a:srgbClr val="88888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3016">
                <a:lnSpc>
                  <a:spcPts val="620"/>
                </a:lnSpc>
              </a:pPr>
              <a:r>
                <a:rPr kumimoji="1" lang="en-US" altLang="zh-CN" sz="500" b="1" dirty="0">
                  <a:solidFill>
                    <a:srgbClr val="FFFFFF"/>
                  </a:solidFill>
                  <a:ea typeface="Arial" charset="0"/>
                  <a:cs typeface="Arial" charset="0"/>
                </a:rPr>
                <a:t>RGB</a:t>
              </a:r>
            </a:p>
            <a:p>
              <a:pPr algn="ctr" defTabSz="913016">
                <a:lnSpc>
                  <a:spcPts val="620"/>
                </a:lnSpc>
              </a:pPr>
              <a:r>
                <a:rPr kumimoji="1" lang="en-US" altLang="zh-CN" sz="500" b="1" dirty="0">
                  <a:solidFill>
                    <a:srgbClr val="FFFFFF"/>
                  </a:solidFill>
                  <a:ea typeface="Arial" charset="0"/>
                  <a:cs typeface="Arial" charset="0"/>
                </a:rPr>
                <a:t>137/137/</a:t>
              </a:r>
              <a:br>
                <a:rPr kumimoji="1" lang="en-US" altLang="zh-CN" sz="500" b="1" dirty="0">
                  <a:solidFill>
                    <a:srgbClr val="FFFFFF"/>
                  </a:solidFill>
                  <a:ea typeface="Arial" charset="0"/>
                  <a:cs typeface="Arial" charset="0"/>
                </a:rPr>
              </a:br>
              <a:r>
                <a:rPr kumimoji="1" lang="en-US" altLang="zh-CN" sz="500" b="1" dirty="0">
                  <a:solidFill>
                    <a:srgbClr val="FFFFFF"/>
                  </a:solidFill>
                  <a:ea typeface="Arial" charset="0"/>
                  <a:cs typeface="Arial" charset="0"/>
                </a:rPr>
                <a:t>137</a:t>
              </a:r>
            </a:p>
          </p:txBody>
        </p:sp>
        <p:sp>
          <p:nvSpPr>
            <p:cNvPr id="44" name="矩形 13"/>
            <p:cNvSpPr/>
            <p:nvPr/>
          </p:nvSpPr>
          <p:spPr>
            <a:xfrm>
              <a:off x="6998296" y="6324025"/>
              <a:ext cx="513579" cy="664397"/>
            </a:xfrm>
            <a:prstGeom prst="rect">
              <a:avLst/>
            </a:prstGeom>
            <a:solidFill>
              <a:srgbClr val="B5B5B5"/>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3016">
                <a:lnSpc>
                  <a:spcPts val="620"/>
                </a:lnSpc>
              </a:pPr>
              <a:r>
                <a:rPr kumimoji="1" lang="en-US" altLang="zh-CN" sz="500" b="1" dirty="0">
                  <a:solidFill>
                    <a:srgbClr val="FFFFFF"/>
                  </a:solidFill>
                  <a:ea typeface="Arial" charset="0"/>
                  <a:cs typeface="Arial" charset="0"/>
                </a:rPr>
                <a:t>RGB</a:t>
              </a:r>
            </a:p>
            <a:p>
              <a:pPr algn="ctr" defTabSz="913016">
                <a:lnSpc>
                  <a:spcPts val="620"/>
                </a:lnSpc>
              </a:pPr>
              <a:r>
                <a:rPr kumimoji="1" lang="en-US" altLang="zh-CN" sz="500" b="1" dirty="0">
                  <a:solidFill>
                    <a:srgbClr val="FFFFFF"/>
                  </a:solidFill>
                  <a:ea typeface="Arial" charset="0"/>
                  <a:cs typeface="Arial" charset="0"/>
                </a:rPr>
                <a:t>181/181/</a:t>
              </a:r>
              <a:br>
                <a:rPr kumimoji="1" lang="en-US" altLang="zh-CN" sz="500" b="1" dirty="0">
                  <a:solidFill>
                    <a:srgbClr val="FFFFFF"/>
                  </a:solidFill>
                  <a:ea typeface="Arial" charset="0"/>
                  <a:cs typeface="Arial" charset="0"/>
                </a:rPr>
              </a:br>
              <a:r>
                <a:rPr kumimoji="1" lang="en-US" altLang="zh-CN" sz="500" b="1" dirty="0">
                  <a:solidFill>
                    <a:srgbClr val="FFFFFF"/>
                  </a:solidFill>
                  <a:ea typeface="Arial" charset="0"/>
                  <a:cs typeface="Arial" charset="0"/>
                </a:rPr>
                <a:t>181</a:t>
              </a:r>
            </a:p>
          </p:txBody>
        </p:sp>
        <p:sp>
          <p:nvSpPr>
            <p:cNvPr id="45" name="矩形 13"/>
            <p:cNvSpPr/>
            <p:nvPr/>
          </p:nvSpPr>
          <p:spPr>
            <a:xfrm>
              <a:off x="7541580" y="6324025"/>
              <a:ext cx="513579" cy="664397"/>
            </a:xfrm>
            <a:prstGeom prst="rect">
              <a:avLst/>
            </a:prstGeom>
            <a:solidFill>
              <a:srgbClr val="DDDDDD"/>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3016">
                <a:lnSpc>
                  <a:spcPts val="620"/>
                </a:lnSpc>
              </a:pPr>
              <a:r>
                <a:rPr kumimoji="1" lang="en-US" altLang="zh-CN" sz="500" b="1" dirty="0">
                  <a:solidFill>
                    <a:srgbClr val="1B1B18"/>
                  </a:solidFill>
                  <a:ea typeface="Arial" charset="0"/>
                  <a:cs typeface="Arial" charset="0"/>
                </a:rPr>
                <a:t>RGB 221/221/</a:t>
              </a:r>
              <a:br>
                <a:rPr kumimoji="1" lang="en-US" altLang="zh-CN" sz="500" b="1" dirty="0">
                  <a:solidFill>
                    <a:srgbClr val="1B1B18"/>
                  </a:solidFill>
                  <a:ea typeface="Arial" charset="0"/>
                  <a:cs typeface="Arial" charset="0"/>
                </a:rPr>
              </a:br>
              <a:r>
                <a:rPr kumimoji="1" lang="en-US" altLang="zh-CN" sz="500" b="1" dirty="0">
                  <a:solidFill>
                    <a:srgbClr val="1B1B18"/>
                  </a:solidFill>
                  <a:ea typeface="Arial" charset="0"/>
                  <a:cs typeface="Arial" charset="0"/>
                </a:rPr>
                <a:t>221</a:t>
              </a:r>
            </a:p>
          </p:txBody>
        </p:sp>
        <p:sp>
          <p:nvSpPr>
            <p:cNvPr id="46" name="矩形 13"/>
            <p:cNvSpPr/>
            <p:nvPr/>
          </p:nvSpPr>
          <p:spPr>
            <a:xfrm>
              <a:off x="8083608" y="6324025"/>
              <a:ext cx="513579" cy="664397"/>
            </a:xfrm>
            <a:prstGeom prst="rect">
              <a:avLst/>
            </a:prstGeom>
            <a:solidFill>
              <a:srgbClr val="FFFFFF"/>
            </a:solidFill>
            <a:ln w="6350">
              <a:solidFill>
                <a:srgbClr val="B5B5B5"/>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3016">
                <a:lnSpc>
                  <a:spcPts val="620"/>
                </a:lnSpc>
              </a:pPr>
              <a:r>
                <a:rPr kumimoji="1" lang="en-US" altLang="zh-CN" sz="500" b="1" dirty="0">
                  <a:solidFill>
                    <a:srgbClr val="1B1B18"/>
                  </a:solidFill>
                  <a:ea typeface="Arial" charset="0"/>
                  <a:cs typeface="Arial" charset="0"/>
                </a:rPr>
                <a:t>RGB</a:t>
              </a:r>
            </a:p>
            <a:p>
              <a:pPr algn="ctr" defTabSz="913016">
                <a:lnSpc>
                  <a:spcPts val="620"/>
                </a:lnSpc>
              </a:pPr>
              <a:r>
                <a:rPr kumimoji="1" lang="en-US" altLang="zh-CN" sz="500" b="1" dirty="0">
                  <a:solidFill>
                    <a:srgbClr val="1B1B18"/>
                  </a:solidFill>
                  <a:ea typeface="Arial" charset="0"/>
                  <a:cs typeface="Arial" charset="0"/>
                </a:rPr>
                <a:t>255/255/</a:t>
              </a:r>
              <a:br>
                <a:rPr kumimoji="1" lang="en-US" altLang="zh-CN" sz="500" b="1" dirty="0">
                  <a:solidFill>
                    <a:srgbClr val="1B1B18"/>
                  </a:solidFill>
                  <a:ea typeface="Arial" charset="0"/>
                  <a:cs typeface="Arial" charset="0"/>
                </a:rPr>
              </a:br>
              <a:r>
                <a:rPr kumimoji="1" lang="en-US" altLang="zh-CN" sz="500" b="1" dirty="0">
                  <a:solidFill>
                    <a:srgbClr val="1B1B18"/>
                  </a:solidFill>
                  <a:ea typeface="Arial" charset="0"/>
                  <a:cs typeface="Arial" charset="0"/>
                </a:rPr>
                <a:t>255</a:t>
              </a:r>
            </a:p>
          </p:txBody>
        </p:sp>
      </p:grpSp>
    </p:spTree>
    <p:extLst>
      <p:ext uri="{BB962C8B-B14F-4D97-AF65-F5344CB8AC3E}">
        <p14:creationId xmlns:p14="http://schemas.microsoft.com/office/powerpoint/2010/main" val="6688762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extLst>
    <p:ext uri="{DCECCB84-F9BA-43D5-87BE-67443E8EF086}">
      <p15:sldGuideLst xmlns="" xmlns:p15="http://schemas.microsoft.com/office/powerpoint/2012/main">
        <p15:guide id="1" pos="3841">
          <p15:clr>
            <a:srgbClr val="FBAE40"/>
          </p15:clr>
        </p15:guide>
        <p15:guide id="2" orient="horz" pos="2160">
          <p15:clr>
            <a:srgbClr val="FBAE40"/>
          </p15:clr>
        </p15:guide>
        <p15:guide id="3" pos="303">
          <p15:clr>
            <a:srgbClr val="FBAE40"/>
          </p15:clr>
        </p15:guide>
        <p15:guide id="4" pos="7380">
          <p15:clr>
            <a:srgbClr val="FBAE40"/>
          </p15:clr>
        </p15:guide>
        <p15:guide id="5" orient="horz" pos="640">
          <p15:clr>
            <a:srgbClr val="FBAE40"/>
          </p15:clr>
        </p15:guide>
        <p15:guide id="6" orient="horz" pos="3952">
          <p15:clr>
            <a:srgbClr val="FBAE40"/>
          </p15:clr>
        </p15:guide>
      </p15:sldGuideLst>
    </p:ext>
  </p:extLst>
</p:sldLayout>
</file>

<file path=ppt/slideLayouts/slideLayout48.xml><?xml version="1.0" encoding="utf-8"?>
<p:sldLayout xmlns:a="http://schemas.openxmlformats.org/drawingml/2006/main" xmlns:r="http://schemas.openxmlformats.org/officeDocument/2006/relationships" xmlns:p="http://schemas.openxmlformats.org/presentationml/2006/main" type="tx">
  <p:cSld name="空白">
    <p:spTree>
      <p:nvGrpSpPr>
        <p:cNvPr id="1" name=""/>
        <p:cNvGrpSpPr/>
        <p:nvPr/>
      </p:nvGrpSpPr>
      <p:grpSpPr>
        <a:xfrm>
          <a:off x="0" y="0"/>
          <a:ext cx="0" cy="0"/>
          <a:chOff x="0" y="0"/>
          <a:chExt cx="0" cy="0"/>
        </a:xfrm>
      </p:grpSpPr>
    </p:spTree>
    <p:extLst>
      <p:ext uri="{BB962C8B-B14F-4D97-AF65-F5344CB8AC3E}">
        <p14:creationId xmlns:p14="http://schemas.microsoft.com/office/powerpoint/2010/main" val="3898579862"/>
      </p:ext>
    </p:extLst>
  </p:cSld>
  <p:clrMapOvr>
    <a:masterClrMapping/>
  </p:clrMapOvr>
  <p:transition spd="med"/>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Tree>
    <p:extLst>
      <p:ext uri="{BB962C8B-B14F-4D97-AF65-F5344CB8AC3E}">
        <p14:creationId xmlns:p14="http://schemas.microsoft.com/office/powerpoint/2010/main" val="3390213598"/>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userDrawn="1">
  <p:cSld name="章节页1">
    <p:spTree>
      <p:nvGrpSpPr>
        <p:cNvPr id="1" name=""/>
        <p:cNvGrpSpPr/>
        <p:nvPr/>
      </p:nvGrpSpPr>
      <p:grpSpPr>
        <a:xfrm>
          <a:off x="0" y="0"/>
          <a:ext cx="0" cy="0"/>
          <a:chOff x="0" y="0"/>
          <a:chExt cx="0" cy="0"/>
        </a:xfrm>
      </p:grpSpPr>
      <p:sp>
        <p:nvSpPr>
          <p:cNvPr id="5" name="Content Placeholder 2">
            <a:extLst>
              <a:ext uri="{FF2B5EF4-FFF2-40B4-BE49-F238E27FC236}">
                <a16:creationId xmlns="" xmlns:a16="http://schemas.microsoft.com/office/drawing/2014/main" id="{CA8B3F0C-616F-224A-B32F-9F9BF5EEE1BC}"/>
              </a:ext>
            </a:extLst>
          </p:cNvPr>
          <p:cNvSpPr>
            <a:spLocks noGrp="1"/>
          </p:cNvSpPr>
          <p:nvPr>
            <p:ph idx="12" hasCustomPrompt="1"/>
          </p:nvPr>
        </p:nvSpPr>
        <p:spPr>
          <a:xfrm>
            <a:off x="442275" y="1244339"/>
            <a:ext cx="11265816" cy="4958996"/>
          </a:xfrm>
          <a:prstGeom prst="rect">
            <a:avLst/>
          </a:prstGeom>
        </p:spPr>
        <p:txBody>
          <a:bodyPr lIns="0" tIns="0" rIns="0" bIns="0"/>
          <a:lstStyle>
            <a:lvl1pPr marL="179100" marR="0" indent="-168007" algn="l" defTabSz="1185898" rtl="0" eaLnBrk="1" fontAlgn="auto" latinLnBrk="0" hangingPunct="1">
              <a:lnSpc>
                <a:spcPct val="100000"/>
              </a:lnSpc>
              <a:spcBef>
                <a:spcPts val="0"/>
              </a:spcBef>
              <a:spcAft>
                <a:spcPts val="600"/>
              </a:spcAft>
              <a:buClr>
                <a:srgbClr val="000000"/>
              </a:buClr>
              <a:buSzTx/>
              <a:buFont typeface="Arial" panose="020B0604020202020204" pitchFamily="34" charset="0"/>
              <a:buChar char="•"/>
              <a:tabLst>
                <a:tab pos="1206156" algn="ctr"/>
              </a:tabLst>
              <a:defRPr sz="1796" baseline="0">
                <a:solidFill>
                  <a:schemeClr val="tx1"/>
                </a:solidFill>
                <a:latin typeface="微软雅黑" panose="020B0503020204020204" pitchFamily="34" charset="-122"/>
                <a:ea typeface="微软雅黑" panose="020B0503020204020204" pitchFamily="34" charset="-122"/>
                <a:cs typeface="Arial" panose="020B0604020202020204" pitchFamily="34" charset="0"/>
              </a:defRPr>
            </a:lvl1pPr>
            <a:lvl2pPr marL="328499" marR="0" indent="-168007" algn="l" defTabSz="1185898" rtl="0" eaLnBrk="1" fontAlgn="auto" latinLnBrk="0" hangingPunct="1">
              <a:lnSpc>
                <a:spcPct val="100000"/>
              </a:lnSpc>
              <a:spcBef>
                <a:spcPts val="0"/>
              </a:spcBef>
              <a:spcAft>
                <a:spcPts val="600"/>
              </a:spcAft>
              <a:buClr>
                <a:schemeClr val="tx1"/>
              </a:buClr>
              <a:buSzTx/>
              <a:buFont typeface=".AppleSystemUIFont"/>
              <a:buChar char="&gt;"/>
              <a:tabLst>
                <a:tab pos="1206156" algn="ctr"/>
              </a:tabLst>
              <a:defRPr sz="1596" baseline="0">
                <a:latin typeface="微软雅黑" panose="020B0503020204020204" pitchFamily="34" charset="-122"/>
                <a:ea typeface="微软雅黑" panose="020B0503020204020204" pitchFamily="34" charset="-122"/>
              </a:defRPr>
            </a:lvl2pPr>
            <a:lvl3pPr marL="928812" marR="0" indent="0" algn="l" defTabSz="1185898" rtl="0" eaLnBrk="1" fontAlgn="auto" latinLnBrk="0" hangingPunct="1">
              <a:lnSpc>
                <a:spcPct val="100000"/>
              </a:lnSpc>
              <a:spcBef>
                <a:spcPts val="0"/>
              </a:spcBef>
              <a:spcAft>
                <a:spcPts val="600"/>
              </a:spcAft>
              <a:buClr>
                <a:schemeClr val="tx1"/>
              </a:buClr>
              <a:buSzTx/>
              <a:buFont typeface=".AppleSystemUIFont"/>
              <a:buNone/>
              <a:tabLst>
                <a:tab pos="1206156" algn="ctr"/>
              </a:tabLst>
              <a:defRPr sz="1295" baseline="0">
                <a:latin typeface="微软雅黑" panose="020B0503020204020204" pitchFamily="34" charset="-122"/>
                <a:ea typeface="微软雅黑" panose="020B0503020204020204" pitchFamily="34" charset="-122"/>
              </a:defRPr>
            </a:lvl3pPr>
            <a:lvl4pPr marL="525010" indent="-170887">
              <a:buFont typeface="Arial" panose="020B0604020202020204" pitchFamily="34" charset="0"/>
              <a:buChar char="•"/>
              <a:tabLst>
                <a:tab pos="1206488" algn="ctr"/>
              </a:tabLst>
              <a:defRPr sz="1295" baseline="0"/>
            </a:lvl4pPr>
            <a:lvl5pPr marL="525010" indent="-170887">
              <a:buFont typeface="Arial" panose="020B0604020202020204" pitchFamily="34" charset="0"/>
              <a:buChar char="•"/>
              <a:tabLst>
                <a:tab pos="1206488" algn="ctr"/>
              </a:tabLst>
              <a:defRPr sz="1295" baseline="0"/>
            </a:lvl5pPr>
          </a:lstStyle>
          <a:p>
            <a:pPr lvl="0"/>
            <a:r>
              <a:rPr lang="zh-CN" altLang="en-US" dirty="0"/>
              <a:t>单击此处添加文本</a:t>
            </a:r>
            <a:endParaRPr lang="en-US" altLang="zh-CN" dirty="0"/>
          </a:p>
        </p:txBody>
      </p:sp>
      <p:sp>
        <p:nvSpPr>
          <p:cNvPr id="6" name="标题 5"/>
          <p:cNvSpPr>
            <a:spLocks noGrp="1"/>
          </p:cNvSpPr>
          <p:nvPr>
            <p:ph type="title"/>
          </p:nvPr>
        </p:nvSpPr>
        <p:spPr>
          <a:xfrm>
            <a:off x="442278" y="348791"/>
            <a:ext cx="11265817" cy="559472"/>
          </a:xfrm>
          <a:prstGeom prst="rect">
            <a:avLst/>
          </a:prstGeom>
        </p:spPr>
        <p:txBody>
          <a:bodyPr anchor="ctr"/>
          <a:lstStyle>
            <a:lvl1pPr>
              <a:lnSpc>
                <a:spcPct val="100000"/>
              </a:lnSpc>
              <a:defRPr sz="2796" b="1">
                <a:solidFill>
                  <a:srgbClr val="C00000"/>
                </a:solidFill>
                <a:latin typeface="微软雅黑" panose="020B0503020204020204" pitchFamily="34" charset="-122"/>
                <a:ea typeface="微软雅黑" panose="020B0503020204020204" pitchFamily="34" charset="-122"/>
              </a:defRPr>
            </a:lvl1pPr>
          </a:lstStyle>
          <a:p>
            <a:r>
              <a:rPr lang="zh-CN" altLang="en-US" dirty="0"/>
              <a:t>单击此处编辑母版标题样式</a:t>
            </a:r>
          </a:p>
        </p:txBody>
      </p:sp>
      <p:grpSp>
        <p:nvGrpSpPr>
          <p:cNvPr id="4" name="Group 46"/>
          <p:cNvGrpSpPr>
            <a:grpSpLocks noChangeAspect="1"/>
          </p:cNvGrpSpPr>
          <p:nvPr userDrawn="1"/>
        </p:nvGrpSpPr>
        <p:grpSpPr>
          <a:xfrm>
            <a:off x="12295786" y="2625397"/>
            <a:ext cx="1963324" cy="4233515"/>
            <a:chOff x="5343883" y="-48857"/>
            <a:chExt cx="3263588" cy="7037279"/>
          </a:xfrm>
        </p:grpSpPr>
        <p:sp>
          <p:nvSpPr>
            <p:cNvPr id="7" name="矩形 13"/>
            <p:cNvSpPr/>
            <p:nvPr/>
          </p:nvSpPr>
          <p:spPr>
            <a:xfrm>
              <a:off x="5356401" y="1934171"/>
              <a:ext cx="791510" cy="664397"/>
            </a:xfrm>
            <a:prstGeom prst="rect">
              <a:avLst/>
            </a:prstGeom>
            <a:solidFill>
              <a:srgbClr val="C40054"/>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3016">
                <a:lnSpc>
                  <a:spcPts val="620"/>
                </a:lnSpc>
              </a:pPr>
              <a:r>
                <a:rPr kumimoji="1" lang="en-US" altLang="zh-CN" sz="500" b="1" dirty="0">
                  <a:solidFill>
                    <a:srgbClr val="FFFFFF"/>
                  </a:solidFill>
                  <a:ea typeface="Arial" charset="0"/>
                  <a:cs typeface="Arial" charset="0"/>
                </a:rPr>
                <a:t>RGB</a:t>
              </a:r>
              <a:br>
                <a:rPr kumimoji="1" lang="en-US" altLang="zh-CN" sz="500" b="1" dirty="0">
                  <a:solidFill>
                    <a:srgbClr val="FFFFFF"/>
                  </a:solidFill>
                  <a:ea typeface="Arial" charset="0"/>
                  <a:cs typeface="Arial" charset="0"/>
                </a:rPr>
              </a:br>
              <a:r>
                <a:rPr kumimoji="1" lang="en-US" altLang="zh-CN" sz="500" b="1" dirty="0">
                  <a:solidFill>
                    <a:srgbClr val="FFFFFF"/>
                  </a:solidFill>
                  <a:ea typeface="Arial" charset="0"/>
                  <a:cs typeface="Arial" charset="0"/>
                </a:rPr>
                <a:t>196/0/84</a:t>
              </a:r>
            </a:p>
          </p:txBody>
        </p:sp>
        <p:sp>
          <p:nvSpPr>
            <p:cNvPr id="8" name="文本框 15"/>
            <p:cNvSpPr txBox="1"/>
            <p:nvPr/>
          </p:nvSpPr>
          <p:spPr>
            <a:xfrm>
              <a:off x="5352721" y="1694497"/>
              <a:ext cx="1636699" cy="204645"/>
            </a:xfrm>
            <a:prstGeom prst="rect">
              <a:avLst/>
            </a:prstGeom>
            <a:noFill/>
          </p:spPr>
          <p:txBody>
            <a:bodyPr wrap="square" lIns="0" tIns="0" rIns="0" bIns="0" rtlCol="0" anchor="b" anchorCtr="0">
              <a:spAutoFit/>
            </a:bodyPr>
            <a:lstStyle/>
            <a:p>
              <a:pPr defTabSz="913016"/>
              <a:r>
                <a:rPr kumimoji="1" lang="zh-CN" altLang="en-US" sz="800">
                  <a:solidFill>
                    <a:srgbClr val="1B1B18"/>
                  </a:solidFill>
                  <a:cs typeface="Arial" panose="020B0604020202020204" pitchFamily="34" charset="0"/>
                </a:rPr>
                <a:t>公司辅助色</a:t>
              </a:r>
              <a:endParaRPr kumimoji="1" lang="zh-CN" altLang="en-US" sz="800" dirty="0">
                <a:solidFill>
                  <a:srgbClr val="1B1B18"/>
                </a:solidFill>
                <a:cs typeface="Arial" panose="020B0604020202020204" pitchFamily="34" charset="0"/>
              </a:endParaRPr>
            </a:p>
          </p:txBody>
        </p:sp>
        <p:sp>
          <p:nvSpPr>
            <p:cNvPr id="9" name="矩形 13"/>
            <p:cNvSpPr/>
            <p:nvPr/>
          </p:nvSpPr>
          <p:spPr>
            <a:xfrm>
              <a:off x="6184680" y="1934171"/>
              <a:ext cx="791510" cy="664397"/>
            </a:xfrm>
            <a:prstGeom prst="rect">
              <a:avLst/>
            </a:prstGeom>
            <a:solidFill>
              <a:srgbClr val="CB377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3016">
                <a:lnSpc>
                  <a:spcPts val="620"/>
                </a:lnSpc>
              </a:pPr>
              <a:r>
                <a:rPr kumimoji="1" lang="en-US" altLang="zh-CN" sz="500" b="1" dirty="0">
                  <a:solidFill>
                    <a:srgbClr val="FFFFFF"/>
                  </a:solidFill>
                  <a:ea typeface="Arial" charset="0"/>
                  <a:cs typeface="Arial" charset="0"/>
                </a:rPr>
                <a:t>RGB</a:t>
              </a:r>
              <a:br>
                <a:rPr kumimoji="1" lang="en-US" altLang="zh-CN" sz="500" b="1" dirty="0">
                  <a:solidFill>
                    <a:srgbClr val="FFFFFF"/>
                  </a:solidFill>
                  <a:ea typeface="Arial" charset="0"/>
                  <a:cs typeface="Arial" charset="0"/>
                </a:rPr>
              </a:br>
              <a:r>
                <a:rPr kumimoji="1" lang="en-US" altLang="zh-CN" sz="500" b="1" dirty="0">
                  <a:solidFill>
                    <a:srgbClr val="FFFFFF"/>
                  </a:solidFill>
                  <a:ea typeface="Arial" charset="0"/>
                  <a:cs typeface="Arial" charset="0"/>
                </a:rPr>
                <a:t>203/55/120</a:t>
              </a:r>
            </a:p>
          </p:txBody>
        </p:sp>
        <p:sp>
          <p:nvSpPr>
            <p:cNvPr id="10" name="矩形 13"/>
            <p:cNvSpPr/>
            <p:nvPr/>
          </p:nvSpPr>
          <p:spPr>
            <a:xfrm>
              <a:off x="5356401" y="3403061"/>
              <a:ext cx="791510" cy="664397"/>
            </a:xfrm>
            <a:prstGeom prst="rect">
              <a:avLst/>
            </a:prstGeom>
            <a:solidFill>
              <a:srgbClr val="ED6D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3016">
                <a:lnSpc>
                  <a:spcPts val="620"/>
                </a:lnSpc>
              </a:pPr>
              <a:r>
                <a:rPr kumimoji="1" lang="en-US" altLang="zh-CN" sz="500" b="1" dirty="0">
                  <a:solidFill>
                    <a:srgbClr val="FFFFFF"/>
                  </a:solidFill>
                  <a:ea typeface="Arial" charset="0"/>
                  <a:cs typeface="Arial" charset="0"/>
                </a:rPr>
                <a:t>RGB</a:t>
              </a:r>
              <a:br>
                <a:rPr kumimoji="1" lang="en-US" altLang="zh-CN" sz="500" b="1" dirty="0">
                  <a:solidFill>
                    <a:srgbClr val="FFFFFF"/>
                  </a:solidFill>
                  <a:ea typeface="Arial" charset="0"/>
                  <a:cs typeface="Arial" charset="0"/>
                </a:rPr>
              </a:br>
              <a:r>
                <a:rPr kumimoji="1" lang="en-US" altLang="zh-CN" sz="500" b="1" dirty="0">
                  <a:solidFill>
                    <a:srgbClr val="FFFFFF"/>
                  </a:solidFill>
                  <a:ea typeface="Arial" charset="0"/>
                  <a:cs typeface="Arial" charset="0"/>
                </a:rPr>
                <a:t>237/109/0</a:t>
              </a:r>
            </a:p>
          </p:txBody>
        </p:sp>
        <p:sp>
          <p:nvSpPr>
            <p:cNvPr id="11" name="矩形 13"/>
            <p:cNvSpPr/>
            <p:nvPr/>
          </p:nvSpPr>
          <p:spPr>
            <a:xfrm>
              <a:off x="6184680" y="2673360"/>
              <a:ext cx="791510" cy="664397"/>
            </a:xfrm>
            <a:prstGeom prst="rect">
              <a:avLst/>
            </a:prstGeom>
            <a:solidFill>
              <a:srgbClr val="993636"/>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3016">
                <a:lnSpc>
                  <a:spcPts val="620"/>
                </a:lnSpc>
                <a:defRPr/>
              </a:pPr>
              <a:r>
                <a:rPr kumimoji="1" lang="en-US" altLang="zh-CN" sz="500" b="1" dirty="0">
                  <a:solidFill>
                    <a:srgbClr val="FFFFFF"/>
                  </a:solidFill>
                  <a:ea typeface="Arial" charset="0"/>
                  <a:cs typeface="Arial" charset="0"/>
                </a:rPr>
                <a:t>RGB</a:t>
              </a:r>
              <a:br>
                <a:rPr kumimoji="1" lang="en-US" altLang="zh-CN" sz="500" b="1" dirty="0">
                  <a:solidFill>
                    <a:srgbClr val="FFFFFF"/>
                  </a:solidFill>
                  <a:ea typeface="Arial" charset="0"/>
                  <a:cs typeface="Arial" charset="0"/>
                </a:rPr>
              </a:br>
              <a:r>
                <a:rPr kumimoji="1" lang="en-US" altLang="zh-CN" sz="500" b="1" dirty="0">
                  <a:solidFill>
                    <a:srgbClr val="FFFFFF"/>
                  </a:solidFill>
                  <a:ea typeface="Arial" charset="0"/>
                  <a:cs typeface="Arial" charset="0"/>
                </a:rPr>
                <a:t>153/54/54</a:t>
              </a:r>
            </a:p>
          </p:txBody>
        </p:sp>
        <p:sp>
          <p:nvSpPr>
            <p:cNvPr id="12" name="矩形 13"/>
            <p:cNvSpPr/>
            <p:nvPr/>
          </p:nvSpPr>
          <p:spPr>
            <a:xfrm>
              <a:off x="5356401" y="4866463"/>
              <a:ext cx="791510" cy="664397"/>
            </a:xfrm>
            <a:prstGeom prst="rect">
              <a:avLst/>
            </a:prstGeom>
            <a:solidFill>
              <a:srgbClr val="62B23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3016">
                <a:lnSpc>
                  <a:spcPts val="620"/>
                </a:lnSpc>
              </a:pPr>
              <a:r>
                <a:rPr kumimoji="1" lang="en-US" altLang="zh-CN" sz="500" b="1" dirty="0">
                  <a:solidFill>
                    <a:srgbClr val="FFFFFF"/>
                  </a:solidFill>
                  <a:ea typeface="Arial" charset="0"/>
                  <a:cs typeface="Arial" charset="0"/>
                </a:rPr>
                <a:t>RGB </a:t>
              </a:r>
              <a:br>
                <a:rPr kumimoji="1" lang="en-US" altLang="zh-CN" sz="500" b="1" dirty="0">
                  <a:solidFill>
                    <a:srgbClr val="FFFFFF"/>
                  </a:solidFill>
                  <a:ea typeface="Arial" charset="0"/>
                  <a:cs typeface="Arial" charset="0"/>
                </a:rPr>
              </a:br>
              <a:r>
                <a:rPr kumimoji="1" lang="en-US" altLang="zh-CN" sz="500" b="1" dirty="0">
                  <a:solidFill>
                    <a:srgbClr val="FFFFFF"/>
                  </a:solidFill>
                  <a:ea typeface="Arial" charset="0"/>
                  <a:cs typeface="Arial" charset="0"/>
                </a:rPr>
                <a:t>98/178/48</a:t>
              </a:r>
            </a:p>
          </p:txBody>
        </p:sp>
        <p:sp>
          <p:nvSpPr>
            <p:cNvPr id="13" name="矩形 13"/>
            <p:cNvSpPr/>
            <p:nvPr/>
          </p:nvSpPr>
          <p:spPr>
            <a:xfrm>
              <a:off x="6184680" y="3415851"/>
              <a:ext cx="791510" cy="664397"/>
            </a:xfrm>
            <a:prstGeom prst="rect">
              <a:avLst/>
            </a:prstGeom>
            <a:solidFill>
              <a:srgbClr val="F28944"/>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3016">
                <a:lnSpc>
                  <a:spcPts val="620"/>
                </a:lnSpc>
              </a:pPr>
              <a:r>
                <a:rPr kumimoji="1" lang="en-US" altLang="zh-CN" sz="500" b="1" dirty="0">
                  <a:solidFill>
                    <a:srgbClr val="FFFFFF"/>
                  </a:solidFill>
                  <a:ea typeface="Arial" charset="0"/>
                  <a:cs typeface="Arial" charset="0"/>
                </a:rPr>
                <a:t>RGB</a:t>
              </a:r>
              <a:br>
                <a:rPr kumimoji="1" lang="en-US" altLang="zh-CN" sz="500" b="1" dirty="0">
                  <a:solidFill>
                    <a:srgbClr val="FFFFFF"/>
                  </a:solidFill>
                  <a:ea typeface="Arial" charset="0"/>
                  <a:cs typeface="Arial" charset="0"/>
                </a:rPr>
              </a:br>
              <a:r>
                <a:rPr kumimoji="1" lang="en-US" altLang="zh-CN" sz="500" b="1" dirty="0">
                  <a:solidFill>
                    <a:srgbClr val="FFFFFF"/>
                  </a:solidFill>
                  <a:ea typeface="Arial" charset="0"/>
                  <a:cs typeface="Arial" charset="0"/>
                </a:rPr>
                <a:t>242/137/68</a:t>
              </a:r>
              <a:endParaRPr kumimoji="1" lang="mr-IN" altLang="zh-CN" sz="500" b="1" dirty="0">
                <a:solidFill>
                  <a:srgbClr val="FFFFFF"/>
                </a:solidFill>
                <a:ea typeface="Arial" charset="0"/>
                <a:cs typeface="Arial" charset="0"/>
              </a:endParaRPr>
            </a:p>
          </p:txBody>
        </p:sp>
        <p:sp>
          <p:nvSpPr>
            <p:cNvPr id="14" name="矩形 13"/>
            <p:cNvSpPr/>
            <p:nvPr/>
          </p:nvSpPr>
          <p:spPr>
            <a:xfrm>
              <a:off x="5353240" y="184963"/>
              <a:ext cx="791510" cy="664397"/>
            </a:xfrm>
            <a:prstGeom prst="rect">
              <a:avLst/>
            </a:prstGeom>
            <a:solidFill>
              <a:srgbClr val="C7000B"/>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3016">
                <a:lnSpc>
                  <a:spcPts val="620"/>
                </a:lnSpc>
              </a:pPr>
              <a:r>
                <a:rPr kumimoji="1" lang="en-US" altLang="zh-CN" sz="500" b="1" dirty="0">
                  <a:solidFill>
                    <a:srgbClr val="FFFFFF"/>
                  </a:solidFill>
                  <a:ea typeface="Arial" charset="0"/>
                  <a:cs typeface="Arial" charset="0"/>
                </a:rPr>
                <a:t>PANTONE 185C</a:t>
              </a:r>
            </a:p>
            <a:p>
              <a:pPr algn="ctr" defTabSz="913016">
                <a:lnSpc>
                  <a:spcPts val="620"/>
                </a:lnSpc>
              </a:pPr>
              <a:r>
                <a:rPr kumimoji="1" lang="en-US" altLang="zh-CN" sz="500" b="1" dirty="0">
                  <a:solidFill>
                    <a:srgbClr val="FFFFFF"/>
                  </a:solidFill>
                  <a:ea typeface="Arial" charset="0"/>
                  <a:cs typeface="Arial" charset="0"/>
                </a:rPr>
                <a:t>RGB </a:t>
              </a:r>
              <a:br>
                <a:rPr kumimoji="1" lang="en-US" altLang="zh-CN" sz="500" b="1" dirty="0">
                  <a:solidFill>
                    <a:srgbClr val="FFFFFF"/>
                  </a:solidFill>
                  <a:ea typeface="Arial" charset="0"/>
                  <a:cs typeface="Arial" charset="0"/>
                </a:rPr>
              </a:br>
              <a:r>
                <a:rPr kumimoji="1" lang="en-US" altLang="zh-CN" sz="500" b="1" dirty="0">
                  <a:solidFill>
                    <a:srgbClr val="FFFFFF"/>
                  </a:solidFill>
                  <a:ea typeface="Arial" charset="0"/>
                  <a:cs typeface="Arial" charset="0"/>
                </a:rPr>
                <a:t>199/0/11  </a:t>
              </a:r>
            </a:p>
          </p:txBody>
        </p:sp>
        <p:sp>
          <p:nvSpPr>
            <p:cNvPr id="15" name="文本框 15"/>
            <p:cNvSpPr txBox="1"/>
            <p:nvPr/>
          </p:nvSpPr>
          <p:spPr>
            <a:xfrm>
              <a:off x="5343883" y="-48857"/>
              <a:ext cx="1358295" cy="204645"/>
            </a:xfrm>
            <a:prstGeom prst="rect">
              <a:avLst/>
            </a:prstGeom>
            <a:noFill/>
          </p:spPr>
          <p:txBody>
            <a:bodyPr wrap="square" lIns="0" tIns="0" rIns="0" bIns="0" rtlCol="0" anchor="b" anchorCtr="0">
              <a:spAutoFit/>
            </a:bodyPr>
            <a:lstStyle/>
            <a:p>
              <a:pPr defTabSz="913016"/>
              <a:r>
                <a:rPr kumimoji="1" lang="zh-CN" altLang="en-US" sz="800">
                  <a:solidFill>
                    <a:srgbClr val="1B1B18"/>
                  </a:solidFill>
                  <a:cs typeface="Arial" panose="020B0604020202020204" pitchFamily="34" charset="0"/>
                </a:rPr>
                <a:t>公司色</a:t>
              </a:r>
              <a:endParaRPr kumimoji="1" lang="zh-CN" altLang="en-US" sz="800" dirty="0">
                <a:solidFill>
                  <a:srgbClr val="1B1B18"/>
                </a:solidFill>
                <a:cs typeface="Arial" panose="020B0604020202020204" pitchFamily="34" charset="0"/>
              </a:endParaRPr>
            </a:p>
          </p:txBody>
        </p:sp>
        <p:sp>
          <p:nvSpPr>
            <p:cNvPr id="16" name="矩形 13"/>
            <p:cNvSpPr/>
            <p:nvPr/>
          </p:nvSpPr>
          <p:spPr>
            <a:xfrm>
              <a:off x="5352600" y="918047"/>
              <a:ext cx="791510" cy="664397"/>
            </a:xfrm>
            <a:prstGeom prst="rect">
              <a:avLst/>
            </a:prstGeom>
            <a:solidFill>
              <a:srgbClr val="C8102E"/>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3016">
                <a:lnSpc>
                  <a:spcPts val="620"/>
                </a:lnSpc>
              </a:pPr>
              <a:r>
                <a:rPr kumimoji="1" lang="en-US" altLang="zh-CN" sz="500" b="1" dirty="0">
                  <a:solidFill>
                    <a:srgbClr val="FFFFFF"/>
                  </a:solidFill>
                  <a:ea typeface="Arial" charset="0"/>
                  <a:cs typeface="Arial" charset="0"/>
                </a:rPr>
                <a:t>PANTONE 186C</a:t>
              </a:r>
            </a:p>
            <a:p>
              <a:pPr algn="ctr" defTabSz="913016">
                <a:lnSpc>
                  <a:spcPts val="620"/>
                </a:lnSpc>
              </a:pPr>
              <a:r>
                <a:rPr kumimoji="1" lang="en-US" altLang="zh-CN" sz="500" b="1" dirty="0">
                  <a:solidFill>
                    <a:srgbClr val="FFFFFF"/>
                  </a:solidFill>
                  <a:ea typeface="Arial" charset="0"/>
                  <a:cs typeface="Arial" charset="0"/>
                </a:rPr>
                <a:t>RGB</a:t>
              </a:r>
              <a:br>
                <a:rPr kumimoji="1" lang="en-US" altLang="zh-CN" sz="500" b="1" dirty="0">
                  <a:solidFill>
                    <a:srgbClr val="FFFFFF"/>
                  </a:solidFill>
                  <a:ea typeface="Arial" charset="0"/>
                  <a:cs typeface="Arial" charset="0"/>
                </a:rPr>
              </a:br>
              <a:r>
                <a:rPr kumimoji="1" lang="en-US" altLang="zh-CN" sz="500" b="1" dirty="0">
                  <a:solidFill>
                    <a:srgbClr val="FFFFFF"/>
                  </a:solidFill>
                  <a:ea typeface="Arial" charset="0"/>
                  <a:cs typeface="Arial" charset="0"/>
                </a:rPr>
                <a:t>200/16/46  </a:t>
              </a:r>
            </a:p>
          </p:txBody>
        </p:sp>
        <p:sp>
          <p:nvSpPr>
            <p:cNvPr id="17" name="矩形 13"/>
            <p:cNvSpPr/>
            <p:nvPr/>
          </p:nvSpPr>
          <p:spPr>
            <a:xfrm>
              <a:off x="5354164" y="2665974"/>
              <a:ext cx="791510" cy="664397"/>
            </a:xfrm>
            <a:prstGeom prst="rect">
              <a:avLst/>
            </a:prstGeom>
            <a:solidFill>
              <a:srgbClr val="7F000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3016">
                <a:lnSpc>
                  <a:spcPts val="620"/>
                </a:lnSpc>
              </a:pPr>
              <a:r>
                <a:rPr kumimoji="1" lang="en-US" altLang="zh-CN" sz="500" b="1" dirty="0">
                  <a:solidFill>
                    <a:srgbClr val="FFFFFF"/>
                  </a:solidFill>
                  <a:ea typeface="Arial" charset="0"/>
                  <a:cs typeface="Arial" charset="0"/>
                </a:rPr>
                <a:t>RGB</a:t>
              </a:r>
              <a:br>
                <a:rPr kumimoji="1" lang="en-US" altLang="zh-CN" sz="500" b="1" dirty="0">
                  <a:solidFill>
                    <a:srgbClr val="FFFFFF"/>
                  </a:solidFill>
                  <a:ea typeface="Arial" charset="0"/>
                  <a:cs typeface="Arial" charset="0"/>
                </a:rPr>
              </a:br>
              <a:r>
                <a:rPr kumimoji="1" lang="en-US" altLang="zh-CN" sz="500" b="1" dirty="0">
                  <a:solidFill>
                    <a:srgbClr val="FFFFFF"/>
                  </a:solidFill>
                  <a:ea typeface="Arial" charset="0"/>
                  <a:cs typeface="Arial" charset="0"/>
                </a:rPr>
                <a:t>127/0/1</a:t>
              </a:r>
            </a:p>
          </p:txBody>
        </p:sp>
        <p:sp>
          <p:nvSpPr>
            <p:cNvPr id="18" name="矩形 13"/>
            <p:cNvSpPr/>
            <p:nvPr/>
          </p:nvSpPr>
          <p:spPr>
            <a:xfrm>
              <a:off x="5354164" y="4134866"/>
              <a:ext cx="791510" cy="664397"/>
            </a:xfrm>
            <a:prstGeom prst="rect">
              <a:avLst/>
            </a:prstGeom>
            <a:solidFill>
              <a:srgbClr val="FCC8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3016">
                <a:lnSpc>
                  <a:spcPts val="620"/>
                </a:lnSpc>
              </a:pPr>
              <a:r>
                <a:rPr kumimoji="1" lang="en-US" altLang="zh-CN" sz="500" b="1" dirty="0">
                  <a:solidFill>
                    <a:srgbClr val="FFFFFF"/>
                  </a:solidFill>
                  <a:ea typeface="Arial" charset="0"/>
                  <a:cs typeface="Arial" charset="0"/>
                </a:rPr>
                <a:t>RGB</a:t>
              </a:r>
              <a:br>
                <a:rPr kumimoji="1" lang="en-US" altLang="zh-CN" sz="500" b="1" dirty="0">
                  <a:solidFill>
                    <a:srgbClr val="FFFFFF"/>
                  </a:solidFill>
                  <a:ea typeface="Arial" charset="0"/>
                  <a:cs typeface="Arial" charset="0"/>
                </a:rPr>
              </a:br>
              <a:r>
                <a:rPr kumimoji="1" lang="en-US" altLang="zh-CN" sz="500" b="1" dirty="0">
                  <a:solidFill>
                    <a:srgbClr val="FFFFFF"/>
                  </a:solidFill>
                  <a:ea typeface="Arial" charset="0"/>
                  <a:cs typeface="Arial" charset="0"/>
                </a:rPr>
                <a:t>52/200/0</a:t>
              </a:r>
            </a:p>
          </p:txBody>
        </p:sp>
        <p:sp>
          <p:nvSpPr>
            <p:cNvPr id="19" name="矩形 13"/>
            <p:cNvSpPr/>
            <p:nvPr/>
          </p:nvSpPr>
          <p:spPr>
            <a:xfrm>
              <a:off x="5354164" y="5596166"/>
              <a:ext cx="791510" cy="664397"/>
            </a:xfrm>
            <a:prstGeom prst="rect">
              <a:avLst/>
            </a:prstGeom>
            <a:solidFill>
              <a:srgbClr val="30B5C5"/>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3016">
                <a:lnSpc>
                  <a:spcPts val="620"/>
                </a:lnSpc>
              </a:pPr>
              <a:r>
                <a:rPr kumimoji="1" lang="en-US" altLang="zh-CN" sz="500" b="1" dirty="0">
                  <a:solidFill>
                    <a:srgbClr val="FFFFFF"/>
                  </a:solidFill>
                  <a:ea typeface="Arial" charset="0"/>
                  <a:cs typeface="Arial" charset="0"/>
                </a:rPr>
                <a:t>RGB </a:t>
              </a:r>
              <a:br>
                <a:rPr kumimoji="1" lang="en-US" altLang="zh-CN" sz="500" b="1" dirty="0">
                  <a:solidFill>
                    <a:srgbClr val="FFFFFF"/>
                  </a:solidFill>
                  <a:ea typeface="Arial" charset="0"/>
                  <a:cs typeface="Arial" charset="0"/>
                </a:rPr>
              </a:br>
              <a:r>
                <a:rPr kumimoji="1" lang="en-US" altLang="zh-CN" sz="500" b="1" dirty="0">
                  <a:solidFill>
                    <a:srgbClr val="FFFFFF"/>
                  </a:solidFill>
                  <a:ea typeface="Arial" charset="0"/>
                  <a:cs typeface="Arial" charset="0"/>
                </a:rPr>
                <a:t>48/181/197</a:t>
              </a:r>
            </a:p>
          </p:txBody>
        </p:sp>
        <p:sp>
          <p:nvSpPr>
            <p:cNvPr id="20" name="矩形 13"/>
            <p:cNvSpPr/>
            <p:nvPr/>
          </p:nvSpPr>
          <p:spPr>
            <a:xfrm>
              <a:off x="6194511" y="4866463"/>
              <a:ext cx="791510" cy="664397"/>
            </a:xfrm>
            <a:prstGeom prst="rect">
              <a:avLst/>
            </a:prstGeom>
            <a:solidFill>
              <a:srgbClr val="81C15F"/>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3016">
                <a:lnSpc>
                  <a:spcPts val="620"/>
                </a:lnSpc>
              </a:pPr>
              <a:r>
                <a:rPr kumimoji="1" lang="en-US" altLang="zh-CN" sz="500" b="1" dirty="0">
                  <a:solidFill>
                    <a:srgbClr val="FFFFFF"/>
                  </a:solidFill>
                  <a:ea typeface="Arial" charset="0"/>
                  <a:cs typeface="Arial" charset="0"/>
                </a:rPr>
                <a:t>RGB</a:t>
              </a:r>
              <a:br>
                <a:rPr kumimoji="1" lang="en-US" altLang="zh-CN" sz="500" b="1" dirty="0">
                  <a:solidFill>
                    <a:srgbClr val="FFFFFF"/>
                  </a:solidFill>
                  <a:ea typeface="Arial" charset="0"/>
                  <a:cs typeface="Arial" charset="0"/>
                </a:rPr>
              </a:br>
              <a:r>
                <a:rPr kumimoji="1" lang="en-US" altLang="zh-CN" sz="500" b="1" dirty="0">
                  <a:solidFill>
                    <a:srgbClr val="FFFFFF"/>
                  </a:solidFill>
                  <a:ea typeface="Arial" charset="0"/>
                  <a:cs typeface="Arial" charset="0"/>
                </a:rPr>
                <a:t>129/193/95</a:t>
              </a:r>
            </a:p>
          </p:txBody>
        </p:sp>
        <p:sp>
          <p:nvSpPr>
            <p:cNvPr id="21" name="矩形 13"/>
            <p:cNvSpPr/>
            <p:nvPr/>
          </p:nvSpPr>
          <p:spPr>
            <a:xfrm>
              <a:off x="6192274" y="4134866"/>
              <a:ext cx="791510" cy="664397"/>
            </a:xfrm>
            <a:prstGeom prst="rect">
              <a:avLst/>
            </a:prstGeom>
            <a:solidFill>
              <a:srgbClr val="FDD35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3016">
                <a:lnSpc>
                  <a:spcPts val="620"/>
                </a:lnSpc>
              </a:pPr>
              <a:r>
                <a:rPr kumimoji="1" lang="en-US" altLang="zh-CN" sz="500" b="1" dirty="0">
                  <a:solidFill>
                    <a:srgbClr val="FFFFFF"/>
                  </a:solidFill>
                  <a:ea typeface="Arial" charset="0"/>
                  <a:cs typeface="Arial" charset="0"/>
                </a:rPr>
                <a:t>RGB</a:t>
              </a:r>
              <a:br>
                <a:rPr kumimoji="1" lang="en-US" altLang="zh-CN" sz="500" b="1" dirty="0">
                  <a:solidFill>
                    <a:srgbClr val="FFFFFF"/>
                  </a:solidFill>
                  <a:ea typeface="Arial" charset="0"/>
                  <a:cs typeface="Arial" charset="0"/>
                </a:rPr>
              </a:br>
              <a:r>
                <a:rPr kumimoji="1" lang="en-US" altLang="zh-CN" sz="500" b="1" dirty="0">
                  <a:solidFill>
                    <a:srgbClr val="FFFFFF"/>
                  </a:solidFill>
                  <a:ea typeface="Arial" charset="0"/>
                  <a:cs typeface="Arial" charset="0"/>
                </a:rPr>
                <a:t>253/211/81</a:t>
              </a:r>
            </a:p>
          </p:txBody>
        </p:sp>
        <p:sp>
          <p:nvSpPr>
            <p:cNvPr id="22" name="矩形 13"/>
            <p:cNvSpPr/>
            <p:nvPr/>
          </p:nvSpPr>
          <p:spPr>
            <a:xfrm>
              <a:off x="6192274" y="5596166"/>
              <a:ext cx="791510" cy="664397"/>
            </a:xfrm>
            <a:prstGeom prst="rect">
              <a:avLst/>
            </a:prstGeom>
            <a:solidFill>
              <a:srgbClr val="56C4D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3016">
                <a:lnSpc>
                  <a:spcPts val="620"/>
                </a:lnSpc>
              </a:pPr>
              <a:r>
                <a:rPr kumimoji="1" lang="en-US" altLang="zh-CN" sz="500" b="1" dirty="0">
                  <a:solidFill>
                    <a:srgbClr val="FFFFFF"/>
                  </a:solidFill>
                  <a:ea typeface="Arial" charset="0"/>
                  <a:cs typeface="Arial" charset="0"/>
                </a:rPr>
                <a:t>RGB </a:t>
              </a:r>
              <a:br>
                <a:rPr kumimoji="1" lang="en-US" altLang="zh-CN" sz="500" b="1" dirty="0">
                  <a:solidFill>
                    <a:srgbClr val="FFFFFF"/>
                  </a:solidFill>
                  <a:ea typeface="Arial" charset="0"/>
                  <a:cs typeface="Arial" charset="0"/>
                </a:rPr>
              </a:br>
              <a:r>
                <a:rPr kumimoji="1" lang="en-US" altLang="zh-CN" sz="500" b="1" dirty="0">
                  <a:solidFill>
                    <a:srgbClr val="FFFFFF"/>
                  </a:solidFill>
                  <a:ea typeface="Arial" charset="0"/>
                  <a:cs typeface="Arial" charset="0"/>
                </a:rPr>
                <a:t>86/196/210</a:t>
              </a:r>
            </a:p>
          </p:txBody>
        </p:sp>
        <p:sp>
          <p:nvSpPr>
            <p:cNvPr id="23" name="矩形 13"/>
            <p:cNvSpPr/>
            <p:nvPr/>
          </p:nvSpPr>
          <p:spPr>
            <a:xfrm>
              <a:off x="6186245" y="184963"/>
              <a:ext cx="791510" cy="664397"/>
            </a:xfrm>
            <a:prstGeom prst="rect">
              <a:avLst/>
            </a:prstGeom>
            <a:solidFill>
              <a:srgbClr val="D3394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3016">
                <a:lnSpc>
                  <a:spcPts val="620"/>
                </a:lnSpc>
              </a:pPr>
              <a:r>
                <a:rPr kumimoji="1" lang="en-US" altLang="zh-CN" sz="500" b="1" dirty="0">
                  <a:solidFill>
                    <a:srgbClr val="FFFFFF"/>
                  </a:solidFill>
                  <a:ea typeface="Arial" charset="0"/>
                  <a:cs typeface="Arial" charset="0"/>
                </a:rPr>
                <a:t>RGB </a:t>
              </a:r>
              <a:br>
                <a:rPr kumimoji="1" lang="en-US" altLang="zh-CN" sz="500" b="1" dirty="0">
                  <a:solidFill>
                    <a:srgbClr val="FFFFFF"/>
                  </a:solidFill>
                  <a:ea typeface="Arial" charset="0"/>
                  <a:cs typeface="Arial" charset="0"/>
                </a:rPr>
              </a:br>
              <a:r>
                <a:rPr kumimoji="1" lang="en-US" altLang="zh-CN" sz="500" b="1" dirty="0">
                  <a:solidFill>
                    <a:srgbClr val="FFFFFF"/>
                  </a:solidFill>
                  <a:ea typeface="Arial" charset="0"/>
                  <a:cs typeface="Arial" charset="0"/>
                </a:rPr>
                <a:t>211/57/65</a:t>
              </a:r>
            </a:p>
          </p:txBody>
        </p:sp>
        <p:sp>
          <p:nvSpPr>
            <p:cNvPr id="24" name="矩形 13"/>
            <p:cNvSpPr/>
            <p:nvPr/>
          </p:nvSpPr>
          <p:spPr>
            <a:xfrm>
              <a:off x="6185604" y="918047"/>
              <a:ext cx="791510" cy="664397"/>
            </a:xfrm>
            <a:prstGeom prst="rect">
              <a:avLst/>
            </a:prstGeom>
            <a:solidFill>
              <a:srgbClr val="D33859"/>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3016">
                <a:lnSpc>
                  <a:spcPts val="620"/>
                </a:lnSpc>
              </a:pPr>
              <a:r>
                <a:rPr kumimoji="1" lang="en-US" altLang="zh-CN" sz="500" b="1" dirty="0">
                  <a:solidFill>
                    <a:srgbClr val="FFFFFF"/>
                  </a:solidFill>
                  <a:ea typeface="Arial" charset="0"/>
                  <a:cs typeface="Arial" charset="0"/>
                </a:rPr>
                <a:t>RGB </a:t>
              </a:r>
            </a:p>
            <a:p>
              <a:pPr algn="ctr" defTabSz="913016">
                <a:lnSpc>
                  <a:spcPts val="620"/>
                </a:lnSpc>
              </a:pPr>
              <a:r>
                <a:rPr kumimoji="1" lang="en-US" altLang="zh-CN" sz="500" b="1" dirty="0">
                  <a:solidFill>
                    <a:srgbClr val="FFFFFF"/>
                  </a:solidFill>
                  <a:ea typeface="Arial" charset="0"/>
                  <a:cs typeface="Arial" charset="0"/>
                </a:rPr>
                <a:t>211/56/89</a:t>
              </a:r>
            </a:p>
          </p:txBody>
        </p:sp>
        <p:sp>
          <p:nvSpPr>
            <p:cNvPr id="25" name="矩形 13"/>
            <p:cNvSpPr/>
            <p:nvPr/>
          </p:nvSpPr>
          <p:spPr>
            <a:xfrm>
              <a:off x="6996262" y="1934171"/>
              <a:ext cx="791510" cy="664397"/>
            </a:xfrm>
            <a:prstGeom prst="rect">
              <a:avLst/>
            </a:prstGeom>
            <a:solidFill>
              <a:srgbClr val="DD80AA"/>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3016">
                <a:lnSpc>
                  <a:spcPts val="620"/>
                </a:lnSpc>
              </a:pPr>
              <a:r>
                <a:rPr kumimoji="1" lang="en-US" altLang="zh-CN" sz="500" b="1" dirty="0">
                  <a:solidFill>
                    <a:srgbClr val="1B1B18"/>
                  </a:solidFill>
                  <a:ea typeface="Arial" charset="0"/>
                  <a:cs typeface="Arial" charset="0"/>
                </a:rPr>
                <a:t>RGB 221/128/170</a:t>
              </a:r>
            </a:p>
          </p:txBody>
        </p:sp>
        <p:sp>
          <p:nvSpPr>
            <p:cNvPr id="26" name="矩形 13"/>
            <p:cNvSpPr/>
            <p:nvPr/>
          </p:nvSpPr>
          <p:spPr>
            <a:xfrm>
              <a:off x="6996262" y="2673360"/>
              <a:ext cx="791510" cy="664397"/>
            </a:xfrm>
            <a:prstGeom prst="rect">
              <a:avLst/>
            </a:prstGeom>
            <a:solidFill>
              <a:srgbClr val="BF808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3016">
                <a:lnSpc>
                  <a:spcPts val="620"/>
                </a:lnSpc>
                <a:defRPr/>
              </a:pPr>
              <a:r>
                <a:rPr kumimoji="1" lang="en-US" altLang="zh-CN" sz="500" b="1" dirty="0">
                  <a:solidFill>
                    <a:srgbClr val="1B1B18"/>
                  </a:solidFill>
                  <a:ea typeface="Arial" charset="0"/>
                  <a:cs typeface="Arial" charset="0"/>
                </a:rPr>
                <a:t>RGB 191/128/130</a:t>
              </a:r>
            </a:p>
          </p:txBody>
        </p:sp>
        <p:sp>
          <p:nvSpPr>
            <p:cNvPr id="27" name="矩形 13"/>
            <p:cNvSpPr/>
            <p:nvPr/>
          </p:nvSpPr>
          <p:spPr>
            <a:xfrm>
              <a:off x="6996262" y="3415851"/>
              <a:ext cx="791510" cy="664397"/>
            </a:xfrm>
            <a:prstGeom prst="rect">
              <a:avLst/>
            </a:prstGeom>
            <a:solidFill>
              <a:srgbClr val="F6B78C"/>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3016">
                <a:lnSpc>
                  <a:spcPts val="620"/>
                </a:lnSpc>
              </a:pPr>
              <a:r>
                <a:rPr kumimoji="1" lang="en-US" altLang="zh-CN" sz="500" b="1" dirty="0">
                  <a:solidFill>
                    <a:srgbClr val="1B1B18"/>
                  </a:solidFill>
                  <a:ea typeface="Arial" charset="0"/>
                  <a:cs typeface="Arial" charset="0"/>
                </a:rPr>
                <a:t>RGB 246/183/140</a:t>
              </a:r>
              <a:endParaRPr kumimoji="1" lang="mr-IN" altLang="zh-CN" sz="500" b="1" dirty="0">
                <a:solidFill>
                  <a:srgbClr val="1B1B18"/>
                </a:solidFill>
                <a:ea typeface="Arial" charset="0"/>
                <a:cs typeface="Arial" charset="0"/>
              </a:endParaRPr>
            </a:p>
          </p:txBody>
        </p:sp>
        <p:sp>
          <p:nvSpPr>
            <p:cNvPr id="28" name="矩形 13"/>
            <p:cNvSpPr/>
            <p:nvPr/>
          </p:nvSpPr>
          <p:spPr>
            <a:xfrm>
              <a:off x="7006093" y="4866463"/>
              <a:ext cx="791510" cy="664397"/>
            </a:xfrm>
            <a:prstGeom prst="rect">
              <a:avLst/>
            </a:prstGeom>
            <a:solidFill>
              <a:srgbClr val="AFD89C"/>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3016">
                <a:lnSpc>
                  <a:spcPts val="620"/>
                </a:lnSpc>
              </a:pPr>
              <a:r>
                <a:rPr kumimoji="1" lang="en-US" altLang="zh-CN" sz="500" b="1" dirty="0">
                  <a:solidFill>
                    <a:srgbClr val="1B1B18"/>
                  </a:solidFill>
                  <a:ea typeface="Arial" charset="0"/>
                  <a:cs typeface="Arial" charset="0"/>
                </a:rPr>
                <a:t>RGB 176/216/156</a:t>
              </a:r>
            </a:p>
          </p:txBody>
        </p:sp>
        <p:sp>
          <p:nvSpPr>
            <p:cNvPr id="29" name="矩形 13"/>
            <p:cNvSpPr/>
            <p:nvPr/>
          </p:nvSpPr>
          <p:spPr>
            <a:xfrm>
              <a:off x="7003856" y="4134866"/>
              <a:ext cx="791510" cy="664397"/>
            </a:xfrm>
            <a:prstGeom prst="rect">
              <a:avLst/>
            </a:prstGeom>
            <a:solidFill>
              <a:srgbClr val="FDE397"/>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3016">
                <a:lnSpc>
                  <a:spcPts val="620"/>
                </a:lnSpc>
              </a:pPr>
              <a:r>
                <a:rPr kumimoji="1" lang="en-US" altLang="zh-CN" sz="500" b="1" dirty="0">
                  <a:solidFill>
                    <a:srgbClr val="1B1B18"/>
                  </a:solidFill>
                  <a:ea typeface="Arial" charset="0"/>
                  <a:cs typeface="Arial" charset="0"/>
                </a:rPr>
                <a:t>RGB 253/227/181</a:t>
              </a:r>
            </a:p>
          </p:txBody>
        </p:sp>
        <p:sp>
          <p:nvSpPr>
            <p:cNvPr id="30" name="矩形 13"/>
            <p:cNvSpPr/>
            <p:nvPr/>
          </p:nvSpPr>
          <p:spPr>
            <a:xfrm>
              <a:off x="7003856" y="5596166"/>
              <a:ext cx="791510" cy="664397"/>
            </a:xfrm>
            <a:prstGeom prst="rect">
              <a:avLst/>
            </a:prstGeom>
            <a:solidFill>
              <a:srgbClr val="94DAE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3016">
                <a:lnSpc>
                  <a:spcPts val="620"/>
                </a:lnSpc>
              </a:pPr>
              <a:r>
                <a:rPr kumimoji="1" lang="en-US" altLang="zh-CN" sz="500" b="1" dirty="0">
                  <a:solidFill>
                    <a:srgbClr val="1B1B18"/>
                  </a:solidFill>
                  <a:ea typeface="Arial" charset="0"/>
                  <a:cs typeface="Arial" charset="0"/>
                </a:rPr>
                <a:t>RGB 148/218/226</a:t>
              </a:r>
            </a:p>
          </p:txBody>
        </p:sp>
        <p:sp>
          <p:nvSpPr>
            <p:cNvPr id="31" name="矩形 13"/>
            <p:cNvSpPr/>
            <p:nvPr/>
          </p:nvSpPr>
          <p:spPr>
            <a:xfrm>
              <a:off x="6997826" y="184963"/>
              <a:ext cx="791510" cy="664397"/>
            </a:xfrm>
            <a:prstGeom prst="rect">
              <a:avLst/>
            </a:prstGeom>
            <a:solidFill>
              <a:srgbClr val="E28189"/>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3016">
                <a:lnSpc>
                  <a:spcPts val="620"/>
                </a:lnSpc>
              </a:pPr>
              <a:r>
                <a:rPr kumimoji="1" lang="en-US" altLang="zh-CN" sz="500" b="1" dirty="0">
                  <a:solidFill>
                    <a:srgbClr val="1B1B18"/>
                  </a:solidFill>
                  <a:ea typeface="Arial" charset="0"/>
                  <a:cs typeface="Arial" charset="0"/>
                </a:rPr>
                <a:t>RGB 226/129/137</a:t>
              </a:r>
            </a:p>
          </p:txBody>
        </p:sp>
        <p:sp>
          <p:nvSpPr>
            <p:cNvPr id="32" name="矩形 13"/>
            <p:cNvSpPr/>
            <p:nvPr/>
          </p:nvSpPr>
          <p:spPr>
            <a:xfrm>
              <a:off x="6997185" y="918047"/>
              <a:ext cx="791510" cy="664397"/>
            </a:xfrm>
            <a:prstGeom prst="rect">
              <a:avLst/>
            </a:prstGeom>
            <a:solidFill>
              <a:srgbClr val="E2819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3016">
                <a:lnSpc>
                  <a:spcPts val="620"/>
                </a:lnSpc>
              </a:pPr>
              <a:r>
                <a:rPr kumimoji="1" lang="en-US" altLang="zh-CN" sz="500" b="1" dirty="0">
                  <a:solidFill>
                    <a:srgbClr val="1B1B18"/>
                  </a:solidFill>
                  <a:ea typeface="Arial" charset="0"/>
                  <a:cs typeface="Arial" charset="0"/>
                </a:rPr>
                <a:t>RGB 226/129/152</a:t>
              </a:r>
            </a:p>
          </p:txBody>
        </p:sp>
        <p:sp>
          <p:nvSpPr>
            <p:cNvPr id="33" name="矩形 13"/>
            <p:cNvSpPr/>
            <p:nvPr/>
          </p:nvSpPr>
          <p:spPr>
            <a:xfrm>
              <a:off x="7806130" y="1934171"/>
              <a:ext cx="791510" cy="664397"/>
            </a:xfrm>
            <a:prstGeom prst="rect">
              <a:avLst/>
            </a:prstGeom>
            <a:solidFill>
              <a:srgbClr val="EBB3CC"/>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3016">
                <a:lnSpc>
                  <a:spcPts val="620"/>
                </a:lnSpc>
              </a:pPr>
              <a:r>
                <a:rPr kumimoji="1" lang="en-US" altLang="zh-CN" sz="500" b="1" dirty="0">
                  <a:solidFill>
                    <a:srgbClr val="1B1B18"/>
                  </a:solidFill>
                  <a:ea typeface="Arial" charset="0"/>
                  <a:cs typeface="Arial" charset="0"/>
                </a:rPr>
                <a:t>RGB 235/179/204</a:t>
              </a:r>
            </a:p>
          </p:txBody>
        </p:sp>
        <p:sp>
          <p:nvSpPr>
            <p:cNvPr id="34" name="矩形 13"/>
            <p:cNvSpPr/>
            <p:nvPr/>
          </p:nvSpPr>
          <p:spPr>
            <a:xfrm>
              <a:off x="7806130" y="2673360"/>
              <a:ext cx="791510" cy="664397"/>
            </a:xfrm>
            <a:prstGeom prst="rect">
              <a:avLst/>
            </a:prstGeom>
            <a:solidFill>
              <a:srgbClr val="D8B3B3"/>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3016">
                <a:lnSpc>
                  <a:spcPts val="620"/>
                </a:lnSpc>
                <a:defRPr/>
              </a:pPr>
              <a:r>
                <a:rPr kumimoji="1" lang="en-US" altLang="zh-CN" sz="500" b="1" dirty="0">
                  <a:solidFill>
                    <a:srgbClr val="1B1B18"/>
                  </a:solidFill>
                  <a:ea typeface="Arial" charset="0"/>
                  <a:cs typeface="Arial" charset="0"/>
                </a:rPr>
                <a:t>RGB 216/179/179</a:t>
              </a:r>
            </a:p>
          </p:txBody>
        </p:sp>
        <p:sp>
          <p:nvSpPr>
            <p:cNvPr id="35" name="矩形 13"/>
            <p:cNvSpPr/>
            <p:nvPr/>
          </p:nvSpPr>
          <p:spPr>
            <a:xfrm>
              <a:off x="7806130" y="3415851"/>
              <a:ext cx="791510" cy="664397"/>
            </a:xfrm>
            <a:prstGeom prst="rect">
              <a:avLst/>
            </a:prstGeom>
            <a:solidFill>
              <a:srgbClr val="FAD3BB"/>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3016">
                <a:lnSpc>
                  <a:spcPts val="620"/>
                </a:lnSpc>
              </a:pPr>
              <a:r>
                <a:rPr kumimoji="1" lang="en-US" altLang="zh-CN" sz="500" b="1" dirty="0">
                  <a:solidFill>
                    <a:srgbClr val="1B1B18"/>
                  </a:solidFill>
                  <a:ea typeface="Arial" charset="0"/>
                  <a:cs typeface="Arial" charset="0"/>
                </a:rPr>
                <a:t>RGB 250/211/187</a:t>
              </a:r>
              <a:endParaRPr kumimoji="1" lang="mr-IN" altLang="zh-CN" sz="500" b="1" dirty="0">
                <a:solidFill>
                  <a:srgbClr val="1B1B18"/>
                </a:solidFill>
                <a:ea typeface="Arial" charset="0"/>
                <a:cs typeface="Arial" charset="0"/>
              </a:endParaRPr>
            </a:p>
          </p:txBody>
        </p:sp>
        <p:sp>
          <p:nvSpPr>
            <p:cNvPr id="36" name="矩形 13"/>
            <p:cNvSpPr/>
            <p:nvPr/>
          </p:nvSpPr>
          <p:spPr>
            <a:xfrm>
              <a:off x="7815961" y="4866463"/>
              <a:ext cx="791510" cy="664397"/>
            </a:xfrm>
            <a:prstGeom prst="rect">
              <a:avLst/>
            </a:prstGeom>
            <a:solidFill>
              <a:srgbClr val="D0E8C4"/>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3016">
                <a:lnSpc>
                  <a:spcPts val="620"/>
                </a:lnSpc>
              </a:pPr>
              <a:r>
                <a:rPr kumimoji="1" lang="en-US" altLang="zh-CN" sz="500" b="1" dirty="0">
                  <a:solidFill>
                    <a:srgbClr val="1B1B18"/>
                  </a:solidFill>
                  <a:ea typeface="Arial" charset="0"/>
                  <a:cs typeface="Arial" charset="0"/>
                </a:rPr>
                <a:t>RGB 208/232/196</a:t>
              </a:r>
            </a:p>
          </p:txBody>
        </p:sp>
        <p:sp>
          <p:nvSpPr>
            <p:cNvPr id="37" name="矩形 13"/>
            <p:cNvSpPr/>
            <p:nvPr/>
          </p:nvSpPr>
          <p:spPr>
            <a:xfrm>
              <a:off x="7813724" y="4134866"/>
              <a:ext cx="791510" cy="664397"/>
            </a:xfrm>
            <a:prstGeom prst="rect">
              <a:avLst/>
            </a:prstGeom>
            <a:solidFill>
              <a:srgbClr val="FEEEC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3016">
                <a:lnSpc>
                  <a:spcPts val="620"/>
                </a:lnSpc>
              </a:pPr>
              <a:r>
                <a:rPr kumimoji="1" lang="en-US" altLang="zh-CN" sz="500" b="1" dirty="0">
                  <a:solidFill>
                    <a:srgbClr val="1B1B18"/>
                  </a:solidFill>
                  <a:ea typeface="Arial" charset="0"/>
                  <a:cs typeface="Arial" charset="0"/>
                </a:rPr>
                <a:t>RGB 254/238/193</a:t>
              </a:r>
            </a:p>
          </p:txBody>
        </p:sp>
        <p:sp>
          <p:nvSpPr>
            <p:cNvPr id="38" name="矩形 13"/>
            <p:cNvSpPr/>
            <p:nvPr/>
          </p:nvSpPr>
          <p:spPr>
            <a:xfrm>
              <a:off x="7813724" y="5596166"/>
              <a:ext cx="791510" cy="664397"/>
            </a:xfrm>
            <a:prstGeom prst="rect">
              <a:avLst/>
            </a:prstGeom>
            <a:solidFill>
              <a:srgbClr val="BEE9EE"/>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3016">
                <a:lnSpc>
                  <a:spcPts val="620"/>
                </a:lnSpc>
              </a:pPr>
              <a:r>
                <a:rPr kumimoji="1" lang="en-US" altLang="zh-CN" sz="500" b="1" dirty="0">
                  <a:solidFill>
                    <a:srgbClr val="1B1B18"/>
                  </a:solidFill>
                  <a:ea typeface="Arial" charset="0"/>
                  <a:cs typeface="Arial" charset="0"/>
                </a:rPr>
                <a:t>RGB</a:t>
              </a:r>
              <a:br>
                <a:rPr kumimoji="1" lang="en-US" altLang="zh-CN" sz="500" b="1" dirty="0">
                  <a:solidFill>
                    <a:srgbClr val="1B1B18"/>
                  </a:solidFill>
                  <a:ea typeface="Arial" charset="0"/>
                  <a:cs typeface="Arial" charset="0"/>
                </a:rPr>
              </a:br>
              <a:r>
                <a:rPr kumimoji="1" lang="en-US" altLang="zh-CN" sz="500" b="1" dirty="0">
                  <a:solidFill>
                    <a:srgbClr val="1B1B18"/>
                  </a:solidFill>
                  <a:ea typeface="Arial" charset="0"/>
                  <a:cs typeface="Arial" charset="0"/>
                </a:rPr>
                <a:t>190/23/238</a:t>
              </a:r>
            </a:p>
          </p:txBody>
        </p:sp>
        <p:sp>
          <p:nvSpPr>
            <p:cNvPr id="39" name="矩形 13"/>
            <p:cNvSpPr/>
            <p:nvPr/>
          </p:nvSpPr>
          <p:spPr>
            <a:xfrm>
              <a:off x="7807694" y="184963"/>
              <a:ext cx="791510" cy="664397"/>
            </a:xfrm>
            <a:prstGeom prst="rect">
              <a:avLst/>
            </a:prstGeom>
            <a:solidFill>
              <a:srgbClr val="EEB3B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3016">
                <a:lnSpc>
                  <a:spcPts val="620"/>
                </a:lnSpc>
              </a:pPr>
              <a:r>
                <a:rPr kumimoji="1" lang="en-US" altLang="zh-CN" sz="500" b="1" dirty="0">
                  <a:solidFill>
                    <a:srgbClr val="1B1B18"/>
                  </a:solidFill>
                  <a:ea typeface="Arial" charset="0"/>
                  <a:cs typeface="Arial" charset="0"/>
                </a:rPr>
                <a:t>RGB 239/178/184</a:t>
              </a:r>
            </a:p>
          </p:txBody>
        </p:sp>
        <p:sp>
          <p:nvSpPr>
            <p:cNvPr id="40" name="矩形 13"/>
            <p:cNvSpPr/>
            <p:nvPr/>
          </p:nvSpPr>
          <p:spPr>
            <a:xfrm>
              <a:off x="7807054" y="918047"/>
              <a:ext cx="791510" cy="664397"/>
            </a:xfrm>
            <a:prstGeom prst="rect">
              <a:avLst/>
            </a:prstGeom>
            <a:solidFill>
              <a:srgbClr val="EEB3C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3016">
                <a:lnSpc>
                  <a:spcPts val="620"/>
                </a:lnSpc>
              </a:pPr>
              <a:r>
                <a:rPr kumimoji="1" lang="en-US" altLang="zh-CN" sz="500" b="1" dirty="0">
                  <a:solidFill>
                    <a:srgbClr val="1B1B18"/>
                  </a:solidFill>
                  <a:ea typeface="Arial" charset="0"/>
                  <a:cs typeface="Arial" charset="0"/>
                </a:rPr>
                <a:t>RGB 238/179/193</a:t>
              </a:r>
            </a:p>
          </p:txBody>
        </p:sp>
        <p:sp>
          <p:nvSpPr>
            <p:cNvPr id="41" name="矩形 13"/>
            <p:cNvSpPr/>
            <p:nvPr/>
          </p:nvSpPr>
          <p:spPr>
            <a:xfrm>
              <a:off x="5354169" y="6324025"/>
              <a:ext cx="513579" cy="664397"/>
            </a:xfrm>
            <a:prstGeom prst="rect">
              <a:avLst/>
            </a:prstGeom>
            <a:solidFill>
              <a:srgbClr val="221815"/>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3016">
                <a:lnSpc>
                  <a:spcPts val="620"/>
                </a:lnSpc>
              </a:pPr>
              <a:r>
                <a:rPr kumimoji="1" lang="en-US" altLang="zh-CN" sz="500" b="1" dirty="0">
                  <a:solidFill>
                    <a:srgbClr val="FFFFFF"/>
                  </a:solidFill>
                  <a:ea typeface="Arial" charset="0"/>
                  <a:cs typeface="Arial" charset="0"/>
                </a:rPr>
                <a:t>RGB </a:t>
              </a:r>
              <a:br>
                <a:rPr kumimoji="1" lang="en-US" altLang="zh-CN" sz="500" b="1" dirty="0">
                  <a:solidFill>
                    <a:srgbClr val="FFFFFF"/>
                  </a:solidFill>
                  <a:ea typeface="Arial" charset="0"/>
                  <a:cs typeface="Arial" charset="0"/>
                </a:rPr>
              </a:br>
              <a:r>
                <a:rPr kumimoji="1" lang="en-US" altLang="zh-CN" sz="500" b="1" dirty="0">
                  <a:solidFill>
                    <a:srgbClr val="FFFFFF"/>
                  </a:solidFill>
                  <a:ea typeface="Arial" charset="0"/>
                  <a:cs typeface="Arial" charset="0"/>
                </a:rPr>
                <a:t>35/24/21</a:t>
              </a:r>
            </a:p>
          </p:txBody>
        </p:sp>
        <p:sp>
          <p:nvSpPr>
            <p:cNvPr id="42" name="矩形 13"/>
            <p:cNvSpPr/>
            <p:nvPr/>
          </p:nvSpPr>
          <p:spPr>
            <a:xfrm>
              <a:off x="5900626" y="6324025"/>
              <a:ext cx="513579" cy="664397"/>
            </a:xfrm>
            <a:prstGeom prst="rect">
              <a:avLst/>
            </a:prstGeom>
            <a:solidFill>
              <a:srgbClr val="595757"/>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3016">
                <a:lnSpc>
                  <a:spcPts val="620"/>
                </a:lnSpc>
              </a:pPr>
              <a:r>
                <a:rPr kumimoji="1" lang="en-US" altLang="zh-CN" sz="500" b="1" dirty="0">
                  <a:solidFill>
                    <a:srgbClr val="FFFFFF"/>
                  </a:solidFill>
                  <a:ea typeface="Arial" charset="0"/>
                  <a:cs typeface="Arial" charset="0"/>
                </a:rPr>
                <a:t>RGB </a:t>
              </a:r>
            </a:p>
            <a:p>
              <a:pPr algn="ctr" defTabSz="913016">
                <a:lnSpc>
                  <a:spcPts val="620"/>
                </a:lnSpc>
              </a:pPr>
              <a:r>
                <a:rPr kumimoji="1" lang="en-US" altLang="zh-CN" sz="500" b="1" dirty="0">
                  <a:solidFill>
                    <a:srgbClr val="FFFFFF"/>
                  </a:solidFill>
                  <a:ea typeface="Arial" charset="0"/>
                  <a:cs typeface="Arial" charset="0"/>
                </a:rPr>
                <a:t>89/87/87</a:t>
              </a:r>
            </a:p>
          </p:txBody>
        </p:sp>
        <p:sp>
          <p:nvSpPr>
            <p:cNvPr id="43" name="矩形 13"/>
            <p:cNvSpPr/>
            <p:nvPr/>
          </p:nvSpPr>
          <p:spPr>
            <a:xfrm>
              <a:off x="6450318" y="6324025"/>
              <a:ext cx="513579" cy="664397"/>
            </a:xfrm>
            <a:prstGeom prst="rect">
              <a:avLst/>
            </a:prstGeom>
            <a:solidFill>
              <a:srgbClr val="88888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3016">
                <a:lnSpc>
                  <a:spcPts val="620"/>
                </a:lnSpc>
              </a:pPr>
              <a:r>
                <a:rPr kumimoji="1" lang="en-US" altLang="zh-CN" sz="500" b="1" dirty="0">
                  <a:solidFill>
                    <a:srgbClr val="FFFFFF"/>
                  </a:solidFill>
                  <a:ea typeface="Arial" charset="0"/>
                  <a:cs typeface="Arial" charset="0"/>
                </a:rPr>
                <a:t>RGB</a:t>
              </a:r>
            </a:p>
            <a:p>
              <a:pPr algn="ctr" defTabSz="913016">
                <a:lnSpc>
                  <a:spcPts val="620"/>
                </a:lnSpc>
              </a:pPr>
              <a:r>
                <a:rPr kumimoji="1" lang="en-US" altLang="zh-CN" sz="500" b="1" dirty="0">
                  <a:solidFill>
                    <a:srgbClr val="FFFFFF"/>
                  </a:solidFill>
                  <a:ea typeface="Arial" charset="0"/>
                  <a:cs typeface="Arial" charset="0"/>
                </a:rPr>
                <a:t>137/137/</a:t>
              </a:r>
              <a:br>
                <a:rPr kumimoji="1" lang="en-US" altLang="zh-CN" sz="500" b="1" dirty="0">
                  <a:solidFill>
                    <a:srgbClr val="FFFFFF"/>
                  </a:solidFill>
                  <a:ea typeface="Arial" charset="0"/>
                  <a:cs typeface="Arial" charset="0"/>
                </a:rPr>
              </a:br>
              <a:r>
                <a:rPr kumimoji="1" lang="en-US" altLang="zh-CN" sz="500" b="1" dirty="0">
                  <a:solidFill>
                    <a:srgbClr val="FFFFFF"/>
                  </a:solidFill>
                  <a:ea typeface="Arial" charset="0"/>
                  <a:cs typeface="Arial" charset="0"/>
                </a:rPr>
                <a:t>137</a:t>
              </a:r>
            </a:p>
          </p:txBody>
        </p:sp>
        <p:sp>
          <p:nvSpPr>
            <p:cNvPr id="44" name="矩形 13"/>
            <p:cNvSpPr/>
            <p:nvPr/>
          </p:nvSpPr>
          <p:spPr>
            <a:xfrm>
              <a:off x="6998296" y="6324025"/>
              <a:ext cx="513579" cy="664397"/>
            </a:xfrm>
            <a:prstGeom prst="rect">
              <a:avLst/>
            </a:prstGeom>
            <a:solidFill>
              <a:srgbClr val="B5B5B5"/>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3016">
                <a:lnSpc>
                  <a:spcPts val="620"/>
                </a:lnSpc>
              </a:pPr>
              <a:r>
                <a:rPr kumimoji="1" lang="en-US" altLang="zh-CN" sz="500" b="1" dirty="0">
                  <a:solidFill>
                    <a:srgbClr val="FFFFFF"/>
                  </a:solidFill>
                  <a:ea typeface="Arial" charset="0"/>
                  <a:cs typeface="Arial" charset="0"/>
                </a:rPr>
                <a:t>RGB</a:t>
              </a:r>
            </a:p>
            <a:p>
              <a:pPr algn="ctr" defTabSz="913016">
                <a:lnSpc>
                  <a:spcPts val="620"/>
                </a:lnSpc>
              </a:pPr>
              <a:r>
                <a:rPr kumimoji="1" lang="en-US" altLang="zh-CN" sz="500" b="1" dirty="0">
                  <a:solidFill>
                    <a:srgbClr val="FFFFFF"/>
                  </a:solidFill>
                  <a:ea typeface="Arial" charset="0"/>
                  <a:cs typeface="Arial" charset="0"/>
                </a:rPr>
                <a:t>181/181/</a:t>
              </a:r>
              <a:br>
                <a:rPr kumimoji="1" lang="en-US" altLang="zh-CN" sz="500" b="1" dirty="0">
                  <a:solidFill>
                    <a:srgbClr val="FFFFFF"/>
                  </a:solidFill>
                  <a:ea typeface="Arial" charset="0"/>
                  <a:cs typeface="Arial" charset="0"/>
                </a:rPr>
              </a:br>
              <a:r>
                <a:rPr kumimoji="1" lang="en-US" altLang="zh-CN" sz="500" b="1" dirty="0">
                  <a:solidFill>
                    <a:srgbClr val="FFFFFF"/>
                  </a:solidFill>
                  <a:ea typeface="Arial" charset="0"/>
                  <a:cs typeface="Arial" charset="0"/>
                </a:rPr>
                <a:t>181</a:t>
              </a:r>
            </a:p>
          </p:txBody>
        </p:sp>
        <p:sp>
          <p:nvSpPr>
            <p:cNvPr id="45" name="矩形 13"/>
            <p:cNvSpPr/>
            <p:nvPr/>
          </p:nvSpPr>
          <p:spPr>
            <a:xfrm>
              <a:off x="7541580" y="6324025"/>
              <a:ext cx="513579" cy="664397"/>
            </a:xfrm>
            <a:prstGeom prst="rect">
              <a:avLst/>
            </a:prstGeom>
            <a:solidFill>
              <a:srgbClr val="DDDDDD"/>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3016">
                <a:lnSpc>
                  <a:spcPts val="620"/>
                </a:lnSpc>
              </a:pPr>
              <a:r>
                <a:rPr kumimoji="1" lang="en-US" altLang="zh-CN" sz="500" b="1" dirty="0">
                  <a:solidFill>
                    <a:srgbClr val="1B1B18"/>
                  </a:solidFill>
                  <a:ea typeface="Arial" charset="0"/>
                  <a:cs typeface="Arial" charset="0"/>
                </a:rPr>
                <a:t>RGB 221/221/</a:t>
              </a:r>
              <a:br>
                <a:rPr kumimoji="1" lang="en-US" altLang="zh-CN" sz="500" b="1" dirty="0">
                  <a:solidFill>
                    <a:srgbClr val="1B1B18"/>
                  </a:solidFill>
                  <a:ea typeface="Arial" charset="0"/>
                  <a:cs typeface="Arial" charset="0"/>
                </a:rPr>
              </a:br>
              <a:r>
                <a:rPr kumimoji="1" lang="en-US" altLang="zh-CN" sz="500" b="1" dirty="0">
                  <a:solidFill>
                    <a:srgbClr val="1B1B18"/>
                  </a:solidFill>
                  <a:ea typeface="Arial" charset="0"/>
                  <a:cs typeface="Arial" charset="0"/>
                </a:rPr>
                <a:t>221</a:t>
              </a:r>
            </a:p>
          </p:txBody>
        </p:sp>
        <p:sp>
          <p:nvSpPr>
            <p:cNvPr id="46" name="矩形 13"/>
            <p:cNvSpPr/>
            <p:nvPr/>
          </p:nvSpPr>
          <p:spPr>
            <a:xfrm>
              <a:off x="8083608" y="6324025"/>
              <a:ext cx="513579" cy="664397"/>
            </a:xfrm>
            <a:prstGeom prst="rect">
              <a:avLst/>
            </a:prstGeom>
            <a:solidFill>
              <a:srgbClr val="FFFFFF"/>
            </a:solidFill>
            <a:ln w="6350">
              <a:solidFill>
                <a:srgbClr val="B5B5B5"/>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3016">
                <a:lnSpc>
                  <a:spcPts val="620"/>
                </a:lnSpc>
              </a:pPr>
              <a:r>
                <a:rPr kumimoji="1" lang="en-US" altLang="zh-CN" sz="500" b="1" dirty="0">
                  <a:solidFill>
                    <a:srgbClr val="1B1B18"/>
                  </a:solidFill>
                  <a:ea typeface="Arial" charset="0"/>
                  <a:cs typeface="Arial" charset="0"/>
                </a:rPr>
                <a:t>RGB</a:t>
              </a:r>
            </a:p>
            <a:p>
              <a:pPr algn="ctr" defTabSz="913016">
                <a:lnSpc>
                  <a:spcPts val="620"/>
                </a:lnSpc>
              </a:pPr>
              <a:r>
                <a:rPr kumimoji="1" lang="en-US" altLang="zh-CN" sz="500" b="1" dirty="0">
                  <a:solidFill>
                    <a:srgbClr val="1B1B18"/>
                  </a:solidFill>
                  <a:ea typeface="Arial" charset="0"/>
                  <a:cs typeface="Arial" charset="0"/>
                </a:rPr>
                <a:t>255/255/</a:t>
              </a:r>
              <a:br>
                <a:rPr kumimoji="1" lang="en-US" altLang="zh-CN" sz="500" b="1" dirty="0">
                  <a:solidFill>
                    <a:srgbClr val="1B1B18"/>
                  </a:solidFill>
                  <a:ea typeface="Arial" charset="0"/>
                  <a:cs typeface="Arial" charset="0"/>
                </a:rPr>
              </a:br>
              <a:r>
                <a:rPr kumimoji="1" lang="en-US" altLang="zh-CN" sz="500" b="1" dirty="0">
                  <a:solidFill>
                    <a:srgbClr val="1B1B18"/>
                  </a:solidFill>
                  <a:ea typeface="Arial" charset="0"/>
                  <a:cs typeface="Arial" charset="0"/>
                </a:rPr>
                <a:t>255</a:t>
              </a:r>
            </a:p>
          </p:txBody>
        </p:sp>
      </p:grpSp>
    </p:spTree>
    <p:extLst>
      <p:ext uri="{BB962C8B-B14F-4D97-AF65-F5344CB8AC3E}">
        <p14:creationId xmlns:p14="http://schemas.microsoft.com/office/powerpoint/2010/main" val="179229705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extLst>
    <p:ext uri="{DCECCB84-F9BA-43D5-87BE-67443E8EF086}">
      <p15:sldGuideLst xmlns="" xmlns:p15="http://schemas.microsoft.com/office/powerpoint/2012/main">
        <p15:guide id="1" pos="3841">
          <p15:clr>
            <a:srgbClr val="FBAE40"/>
          </p15:clr>
        </p15:guide>
        <p15:guide id="2" orient="horz" pos="2160">
          <p15:clr>
            <a:srgbClr val="FBAE40"/>
          </p15:clr>
        </p15:guide>
        <p15:guide id="3" pos="303">
          <p15:clr>
            <a:srgbClr val="FBAE40"/>
          </p15:clr>
        </p15:guide>
        <p15:guide id="4" pos="7380">
          <p15:clr>
            <a:srgbClr val="FBAE40"/>
          </p15:clr>
        </p15:guide>
        <p15:guide id="5" orient="horz" pos="640">
          <p15:clr>
            <a:srgbClr val="FBAE40"/>
          </p15:clr>
        </p15:guide>
        <p15:guide id="6" orient="horz" pos="3952">
          <p15:clr>
            <a:srgbClr val="FBAE40"/>
          </p15:clr>
        </p15:guide>
      </p15:sldGuideLst>
    </p:ext>
  </p:extLst>
</p:sldLayout>
</file>

<file path=ppt/slideLayouts/slideLayout51.xml><?xml version="1.0" encoding="utf-8"?>
<p:sldLayout xmlns:a="http://schemas.openxmlformats.org/drawingml/2006/main" xmlns:r="http://schemas.openxmlformats.org/officeDocument/2006/relationships" xmlns:p="http://schemas.openxmlformats.org/presentationml/2006/main" type="tx">
  <p:cSld name="空白">
    <p:spTree>
      <p:nvGrpSpPr>
        <p:cNvPr id="1" name=""/>
        <p:cNvGrpSpPr/>
        <p:nvPr/>
      </p:nvGrpSpPr>
      <p:grpSpPr>
        <a:xfrm>
          <a:off x="0" y="0"/>
          <a:ext cx="0" cy="0"/>
          <a:chOff x="0" y="0"/>
          <a:chExt cx="0" cy="0"/>
        </a:xfrm>
      </p:grpSpPr>
    </p:spTree>
    <p:extLst>
      <p:ext uri="{BB962C8B-B14F-4D97-AF65-F5344CB8AC3E}">
        <p14:creationId xmlns:p14="http://schemas.microsoft.com/office/powerpoint/2010/main" val="4173633419"/>
      </p:ext>
    </p:extLst>
  </p:cSld>
  <p:clrMapOvr>
    <a:masterClrMapping/>
  </p:clrMapOvr>
  <p:transition spd="med"/>
</p:sldLayout>
</file>

<file path=ppt/slideLayouts/slideLayout52.xml><?xml version="1.0" encoding="utf-8"?>
<p:sldLayout xmlns:a="http://schemas.openxmlformats.org/drawingml/2006/main" xmlns:r="http://schemas.openxmlformats.org/officeDocument/2006/relationships" xmlns:p="http://schemas.openxmlformats.org/presentationml/2006/main" type="obj">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409631" y="468677"/>
            <a:ext cx="11377506" cy="1042275"/>
          </a:xfrm>
          <a:prstGeom prst="rect">
            <a:avLst/>
          </a:prstGeom>
        </p:spPr>
        <p:txBody>
          <a:bodyPr/>
          <a:lstStyle/>
          <a:p>
            <a:r>
              <a:rPr lang="zh-CN" altLang="en-US"/>
              <a:t>单击此处编辑母版标题样式</a:t>
            </a:r>
          </a:p>
        </p:txBody>
      </p:sp>
      <p:sp>
        <p:nvSpPr>
          <p:cNvPr id="3" name="内容占位符 2"/>
          <p:cNvSpPr>
            <a:spLocks noGrp="1"/>
          </p:cNvSpPr>
          <p:nvPr>
            <p:ph idx="1"/>
          </p:nvPr>
        </p:nvSpPr>
        <p:spPr>
          <a:xfrm>
            <a:off x="609682" y="1599829"/>
            <a:ext cx="10977404" cy="4526502"/>
          </a:xfrm>
          <a:prstGeom prst="rect">
            <a:avLst/>
          </a:prstGeo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2021608789"/>
      </p:ext>
    </p:extLst>
  </p:cSld>
  <p:clrMapOvr>
    <a:masterClrMapping/>
  </p:clrMapOvr>
  <p:transition spd="med" advClick="0"/>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Tree>
    <p:extLst>
      <p:ext uri="{BB962C8B-B14F-4D97-AF65-F5344CB8AC3E}">
        <p14:creationId xmlns:p14="http://schemas.microsoft.com/office/powerpoint/2010/main" val="2563976456"/>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userDrawn="1">
  <p:cSld name="仅标题">
    <p:spTree>
      <p:nvGrpSpPr>
        <p:cNvPr id="1" name=""/>
        <p:cNvGrpSpPr/>
        <p:nvPr/>
      </p:nvGrpSpPr>
      <p:grpSpPr>
        <a:xfrm>
          <a:off x="0" y="0"/>
          <a:ext cx="0" cy="0"/>
          <a:chOff x="0" y="0"/>
          <a:chExt cx="0" cy="0"/>
        </a:xfrm>
      </p:grpSpPr>
    </p:spTree>
    <p:extLst>
      <p:ext uri="{BB962C8B-B14F-4D97-AF65-F5344CB8AC3E}">
        <p14:creationId xmlns:p14="http://schemas.microsoft.com/office/powerpoint/2010/main" val="4144499555"/>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userDrawn="1">
  <p:cSld name="章节页1">
    <p:spTree>
      <p:nvGrpSpPr>
        <p:cNvPr id="1" name=""/>
        <p:cNvGrpSpPr/>
        <p:nvPr/>
      </p:nvGrpSpPr>
      <p:grpSpPr>
        <a:xfrm>
          <a:off x="0" y="0"/>
          <a:ext cx="0" cy="0"/>
          <a:chOff x="0" y="0"/>
          <a:chExt cx="0" cy="0"/>
        </a:xfrm>
      </p:grpSpPr>
      <p:sp>
        <p:nvSpPr>
          <p:cNvPr id="5" name="Content Placeholder 2">
            <a:extLst>
              <a:ext uri="{FF2B5EF4-FFF2-40B4-BE49-F238E27FC236}">
                <a16:creationId xmlns="" xmlns:a16="http://schemas.microsoft.com/office/drawing/2014/main" id="{CA8B3F0C-616F-224A-B32F-9F9BF5EEE1BC}"/>
              </a:ext>
            </a:extLst>
          </p:cNvPr>
          <p:cNvSpPr>
            <a:spLocks noGrp="1"/>
          </p:cNvSpPr>
          <p:nvPr>
            <p:ph idx="12" hasCustomPrompt="1"/>
          </p:nvPr>
        </p:nvSpPr>
        <p:spPr>
          <a:xfrm>
            <a:off x="442275" y="1244339"/>
            <a:ext cx="11265816" cy="4958996"/>
          </a:xfrm>
          <a:prstGeom prst="rect">
            <a:avLst/>
          </a:prstGeom>
        </p:spPr>
        <p:txBody>
          <a:bodyPr lIns="0" tIns="0" rIns="0" bIns="0"/>
          <a:lstStyle>
            <a:lvl1pPr marL="179100" marR="0" indent="-168007" algn="l" defTabSz="1185898" rtl="0" eaLnBrk="1" fontAlgn="auto" latinLnBrk="0" hangingPunct="1">
              <a:lnSpc>
                <a:spcPct val="100000"/>
              </a:lnSpc>
              <a:spcBef>
                <a:spcPts val="0"/>
              </a:spcBef>
              <a:spcAft>
                <a:spcPts val="600"/>
              </a:spcAft>
              <a:buClr>
                <a:srgbClr val="000000"/>
              </a:buClr>
              <a:buSzTx/>
              <a:buFont typeface="Arial" panose="020B0604020202020204" pitchFamily="34" charset="0"/>
              <a:buChar char="•"/>
              <a:tabLst>
                <a:tab pos="1206156" algn="ctr"/>
              </a:tabLst>
              <a:defRPr sz="1796" baseline="0">
                <a:solidFill>
                  <a:schemeClr val="tx1"/>
                </a:solidFill>
                <a:latin typeface="微软雅黑" panose="020B0503020204020204" pitchFamily="34" charset="-122"/>
                <a:ea typeface="微软雅黑" panose="020B0503020204020204" pitchFamily="34" charset="-122"/>
                <a:cs typeface="Arial" panose="020B0604020202020204" pitchFamily="34" charset="0"/>
              </a:defRPr>
            </a:lvl1pPr>
            <a:lvl2pPr marL="328499" marR="0" indent="-168007" algn="l" defTabSz="1185898" rtl="0" eaLnBrk="1" fontAlgn="auto" latinLnBrk="0" hangingPunct="1">
              <a:lnSpc>
                <a:spcPct val="100000"/>
              </a:lnSpc>
              <a:spcBef>
                <a:spcPts val="0"/>
              </a:spcBef>
              <a:spcAft>
                <a:spcPts val="600"/>
              </a:spcAft>
              <a:buClr>
                <a:schemeClr val="tx1"/>
              </a:buClr>
              <a:buSzTx/>
              <a:buFont typeface=".AppleSystemUIFont"/>
              <a:buChar char="&gt;"/>
              <a:tabLst>
                <a:tab pos="1206156" algn="ctr"/>
              </a:tabLst>
              <a:defRPr sz="1596" baseline="0">
                <a:latin typeface="微软雅黑" panose="020B0503020204020204" pitchFamily="34" charset="-122"/>
                <a:ea typeface="微软雅黑" panose="020B0503020204020204" pitchFamily="34" charset="-122"/>
              </a:defRPr>
            </a:lvl2pPr>
            <a:lvl3pPr marL="928812" marR="0" indent="0" algn="l" defTabSz="1185898" rtl="0" eaLnBrk="1" fontAlgn="auto" latinLnBrk="0" hangingPunct="1">
              <a:lnSpc>
                <a:spcPct val="100000"/>
              </a:lnSpc>
              <a:spcBef>
                <a:spcPts val="0"/>
              </a:spcBef>
              <a:spcAft>
                <a:spcPts val="600"/>
              </a:spcAft>
              <a:buClr>
                <a:schemeClr val="tx1"/>
              </a:buClr>
              <a:buSzTx/>
              <a:buFont typeface=".AppleSystemUIFont"/>
              <a:buNone/>
              <a:tabLst>
                <a:tab pos="1206156" algn="ctr"/>
              </a:tabLst>
              <a:defRPr sz="1295" baseline="0">
                <a:latin typeface="微软雅黑" panose="020B0503020204020204" pitchFamily="34" charset="-122"/>
                <a:ea typeface="微软雅黑" panose="020B0503020204020204" pitchFamily="34" charset="-122"/>
              </a:defRPr>
            </a:lvl3pPr>
            <a:lvl4pPr marL="525010" indent="-170887">
              <a:buFont typeface="Arial" panose="020B0604020202020204" pitchFamily="34" charset="0"/>
              <a:buChar char="•"/>
              <a:tabLst>
                <a:tab pos="1206488" algn="ctr"/>
              </a:tabLst>
              <a:defRPr sz="1295" baseline="0"/>
            </a:lvl4pPr>
            <a:lvl5pPr marL="525010" indent="-170887">
              <a:buFont typeface="Arial" panose="020B0604020202020204" pitchFamily="34" charset="0"/>
              <a:buChar char="•"/>
              <a:tabLst>
                <a:tab pos="1206488" algn="ctr"/>
              </a:tabLst>
              <a:defRPr sz="1295" baseline="0"/>
            </a:lvl5pPr>
          </a:lstStyle>
          <a:p>
            <a:pPr lvl="0"/>
            <a:r>
              <a:rPr lang="zh-CN" altLang="en-US" dirty="0"/>
              <a:t>单击此处添加文本</a:t>
            </a:r>
            <a:endParaRPr lang="en-US" altLang="zh-CN" dirty="0"/>
          </a:p>
        </p:txBody>
      </p:sp>
      <p:sp>
        <p:nvSpPr>
          <p:cNvPr id="6" name="标题 5"/>
          <p:cNvSpPr>
            <a:spLocks noGrp="1"/>
          </p:cNvSpPr>
          <p:nvPr>
            <p:ph type="title"/>
          </p:nvPr>
        </p:nvSpPr>
        <p:spPr>
          <a:xfrm>
            <a:off x="442278" y="348791"/>
            <a:ext cx="11265817" cy="559472"/>
          </a:xfrm>
          <a:prstGeom prst="rect">
            <a:avLst/>
          </a:prstGeom>
        </p:spPr>
        <p:txBody>
          <a:bodyPr anchor="ctr"/>
          <a:lstStyle>
            <a:lvl1pPr>
              <a:lnSpc>
                <a:spcPct val="100000"/>
              </a:lnSpc>
              <a:defRPr sz="2796" b="1">
                <a:solidFill>
                  <a:srgbClr val="C00000"/>
                </a:solidFill>
                <a:latin typeface="微软雅黑" panose="020B0503020204020204" pitchFamily="34" charset="-122"/>
                <a:ea typeface="微软雅黑" panose="020B0503020204020204" pitchFamily="34" charset="-122"/>
              </a:defRPr>
            </a:lvl1pPr>
          </a:lstStyle>
          <a:p>
            <a:r>
              <a:rPr lang="zh-CN" altLang="en-US" dirty="0"/>
              <a:t>单击此处编辑母版标题样式</a:t>
            </a:r>
          </a:p>
        </p:txBody>
      </p:sp>
      <p:grpSp>
        <p:nvGrpSpPr>
          <p:cNvPr id="4" name="Group 46"/>
          <p:cNvGrpSpPr>
            <a:grpSpLocks noChangeAspect="1"/>
          </p:cNvGrpSpPr>
          <p:nvPr userDrawn="1"/>
        </p:nvGrpSpPr>
        <p:grpSpPr>
          <a:xfrm>
            <a:off x="12295786" y="2625397"/>
            <a:ext cx="1963324" cy="4233515"/>
            <a:chOff x="5343883" y="-48857"/>
            <a:chExt cx="3263588" cy="7037279"/>
          </a:xfrm>
        </p:grpSpPr>
        <p:sp>
          <p:nvSpPr>
            <p:cNvPr id="7" name="矩形 13"/>
            <p:cNvSpPr/>
            <p:nvPr/>
          </p:nvSpPr>
          <p:spPr>
            <a:xfrm>
              <a:off x="5356401" y="1934171"/>
              <a:ext cx="791510" cy="664397"/>
            </a:xfrm>
            <a:prstGeom prst="rect">
              <a:avLst/>
            </a:prstGeom>
            <a:solidFill>
              <a:srgbClr val="C40054"/>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3016">
                <a:lnSpc>
                  <a:spcPts val="620"/>
                </a:lnSpc>
              </a:pPr>
              <a:r>
                <a:rPr kumimoji="1" lang="en-US" altLang="zh-CN" sz="500" b="1" dirty="0">
                  <a:solidFill>
                    <a:srgbClr val="FFFFFF"/>
                  </a:solidFill>
                  <a:ea typeface="Arial" charset="0"/>
                  <a:cs typeface="Arial" charset="0"/>
                </a:rPr>
                <a:t>RGB</a:t>
              </a:r>
              <a:br>
                <a:rPr kumimoji="1" lang="en-US" altLang="zh-CN" sz="500" b="1" dirty="0">
                  <a:solidFill>
                    <a:srgbClr val="FFFFFF"/>
                  </a:solidFill>
                  <a:ea typeface="Arial" charset="0"/>
                  <a:cs typeface="Arial" charset="0"/>
                </a:rPr>
              </a:br>
              <a:r>
                <a:rPr kumimoji="1" lang="en-US" altLang="zh-CN" sz="500" b="1" dirty="0">
                  <a:solidFill>
                    <a:srgbClr val="FFFFFF"/>
                  </a:solidFill>
                  <a:ea typeface="Arial" charset="0"/>
                  <a:cs typeface="Arial" charset="0"/>
                </a:rPr>
                <a:t>196/0/84</a:t>
              </a:r>
            </a:p>
          </p:txBody>
        </p:sp>
        <p:sp>
          <p:nvSpPr>
            <p:cNvPr id="8" name="文本框 15"/>
            <p:cNvSpPr txBox="1"/>
            <p:nvPr/>
          </p:nvSpPr>
          <p:spPr>
            <a:xfrm>
              <a:off x="5352721" y="1694497"/>
              <a:ext cx="1636699" cy="204645"/>
            </a:xfrm>
            <a:prstGeom prst="rect">
              <a:avLst/>
            </a:prstGeom>
            <a:noFill/>
          </p:spPr>
          <p:txBody>
            <a:bodyPr wrap="square" lIns="0" tIns="0" rIns="0" bIns="0" rtlCol="0" anchor="b" anchorCtr="0">
              <a:spAutoFit/>
            </a:bodyPr>
            <a:lstStyle/>
            <a:p>
              <a:pPr defTabSz="913016"/>
              <a:r>
                <a:rPr kumimoji="1" lang="zh-CN" altLang="en-US" sz="800">
                  <a:solidFill>
                    <a:srgbClr val="1B1B18"/>
                  </a:solidFill>
                  <a:cs typeface="Arial" panose="020B0604020202020204" pitchFamily="34" charset="0"/>
                </a:rPr>
                <a:t>公司辅助色</a:t>
              </a:r>
              <a:endParaRPr kumimoji="1" lang="zh-CN" altLang="en-US" sz="800" dirty="0">
                <a:solidFill>
                  <a:srgbClr val="1B1B18"/>
                </a:solidFill>
                <a:cs typeface="Arial" panose="020B0604020202020204" pitchFamily="34" charset="0"/>
              </a:endParaRPr>
            </a:p>
          </p:txBody>
        </p:sp>
        <p:sp>
          <p:nvSpPr>
            <p:cNvPr id="9" name="矩形 13"/>
            <p:cNvSpPr/>
            <p:nvPr/>
          </p:nvSpPr>
          <p:spPr>
            <a:xfrm>
              <a:off x="6184680" y="1934171"/>
              <a:ext cx="791510" cy="664397"/>
            </a:xfrm>
            <a:prstGeom prst="rect">
              <a:avLst/>
            </a:prstGeom>
            <a:solidFill>
              <a:srgbClr val="CB377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3016">
                <a:lnSpc>
                  <a:spcPts val="620"/>
                </a:lnSpc>
              </a:pPr>
              <a:r>
                <a:rPr kumimoji="1" lang="en-US" altLang="zh-CN" sz="500" b="1" dirty="0">
                  <a:solidFill>
                    <a:srgbClr val="FFFFFF"/>
                  </a:solidFill>
                  <a:ea typeface="Arial" charset="0"/>
                  <a:cs typeface="Arial" charset="0"/>
                </a:rPr>
                <a:t>RGB</a:t>
              </a:r>
              <a:br>
                <a:rPr kumimoji="1" lang="en-US" altLang="zh-CN" sz="500" b="1" dirty="0">
                  <a:solidFill>
                    <a:srgbClr val="FFFFFF"/>
                  </a:solidFill>
                  <a:ea typeface="Arial" charset="0"/>
                  <a:cs typeface="Arial" charset="0"/>
                </a:rPr>
              </a:br>
              <a:r>
                <a:rPr kumimoji="1" lang="en-US" altLang="zh-CN" sz="500" b="1" dirty="0">
                  <a:solidFill>
                    <a:srgbClr val="FFFFFF"/>
                  </a:solidFill>
                  <a:ea typeface="Arial" charset="0"/>
                  <a:cs typeface="Arial" charset="0"/>
                </a:rPr>
                <a:t>203/55/120</a:t>
              </a:r>
            </a:p>
          </p:txBody>
        </p:sp>
        <p:sp>
          <p:nvSpPr>
            <p:cNvPr id="10" name="矩形 13"/>
            <p:cNvSpPr/>
            <p:nvPr/>
          </p:nvSpPr>
          <p:spPr>
            <a:xfrm>
              <a:off x="5356401" y="3403061"/>
              <a:ext cx="791510" cy="664397"/>
            </a:xfrm>
            <a:prstGeom prst="rect">
              <a:avLst/>
            </a:prstGeom>
            <a:solidFill>
              <a:srgbClr val="ED6D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3016">
                <a:lnSpc>
                  <a:spcPts val="620"/>
                </a:lnSpc>
              </a:pPr>
              <a:r>
                <a:rPr kumimoji="1" lang="en-US" altLang="zh-CN" sz="500" b="1" dirty="0">
                  <a:solidFill>
                    <a:srgbClr val="FFFFFF"/>
                  </a:solidFill>
                  <a:ea typeface="Arial" charset="0"/>
                  <a:cs typeface="Arial" charset="0"/>
                </a:rPr>
                <a:t>RGB</a:t>
              </a:r>
              <a:br>
                <a:rPr kumimoji="1" lang="en-US" altLang="zh-CN" sz="500" b="1" dirty="0">
                  <a:solidFill>
                    <a:srgbClr val="FFFFFF"/>
                  </a:solidFill>
                  <a:ea typeface="Arial" charset="0"/>
                  <a:cs typeface="Arial" charset="0"/>
                </a:rPr>
              </a:br>
              <a:r>
                <a:rPr kumimoji="1" lang="en-US" altLang="zh-CN" sz="500" b="1" dirty="0">
                  <a:solidFill>
                    <a:srgbClr val="FFFFFF"/>
                  </a:solidFill>
                  <a:ea typeface="Arial" charset="0"/>
                  <a:cs typeface="Arial" charset="0"/>
                </a:rPr>
                <a:t>237/109/0</a:t>
              </a:r>
            </a:p>
          </p:txBody>
        </p:sp>
        <p:sp>
          <p:nvSpPr>
            <p:cNvPr id="11" name="矩形 13"/>
            <p:cNvSpPr/>
            <p:nvPr/>
          </p:nvSpPr>
          <p:spPr>
            <a:xfrm>
              <a:off x="6184680" y="2673360"/>
              <a:ext cx="791510" cy="664397"/>
            </a:xfrm>
            <a:prstGeom prst="rect">
              <a:avLst/>
            </a:prstGeom>
            <a:solidFill>
              <a:srgbClr val="993636"/>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3016">
                <a:lnSpc>
                  <a:spcPts val="620"/>
                </a:lnSpc>
                <a:defRPr/>
              </a:pPr>
              <a:r>
                <a:rPr kumimoji="1" lang="en-US" altLang="zh-CN" sz="500" b="1" dirty="0">
                  <a:solidFill>
                    <a:srgbClr val="FFFFFF"/>
                  </a:solidFill>
                  <a:ea typeface="Arial" charset="0"/>
                  <a:cs typeface="Arial" charset="0"/>
                </a:rPr>
                <a:t>RGB</a:t>
              </a:r>
              <a:br>
                <a:rPr kumimoji="1" lang="en-US" altLang="zh-CN" sz="500" b="1" dirty="0">
                  <a:solidFill>
                    <a:srgbClr val="FFFFFF"/>
                  </a:solidFill>
                  <a:ea typeface="Arial" charset="0"/>
                  <a:cs typeface="Arial" charset="0"/>
                </a:rPr>
              </a:br>
              <a:r>
                <a:rPr kumimoji="1" lang="en-US" altLang="zh-CN" sz="500" b="1" dirty="0">
                  <a:solidFill>
                    <a:srgbClr val="FFFFFF"/>
                  </a:solidFill>
                  <a:ea typeface="Arial" charset="0"/>
                  <a:cs typeface="Arial" charset="0"/>
                </a:rPr>
                <a:t>153/54/54</a:t>
              </a:r>
            </a:p>
          </p:txBody>
        </p:sp>
        <p:sp>
          <p:nvSpPr>
            <p:cNvPr id="12" name="矩形 13"/>
            <p:cNvSpPr/>
            <p:nvPr/>
          </p:nvSpPr>
          <p:spPr>
            <a:xfrm>
              <a:off x="5356401" y="4866463"/>
              <a:ext cx="791510" cy="664397"/>
            </a:xfrm>
            <a:prstGeom prst="rect">
              <a:avLst/>
            </a:prstGeom>
            <a:solidFill>
              <a:srgbClr val="62B23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3016">
                <a:lnSpc>
                  <a:spcPts val="620"/>
                </a:lnSpc>
              </a:pPr>
              <a:r>
                <a:rPr kumimoji="1" lang="en-US" altLang="zh-CN" sz="500" b="1" dirty="0">
                  <a:solidFill>
                    <a:srgbClr val="FFFFFF"/>
                  </a:solidFill>
                  <a:ea typeface="Arial" charset="0"/>
                  <a:cs typeface="Arial" charset="0"/>
                </a:rPr>
                <a:t>RGB </a:t>
              </a:r>
              <a:br>
                <a:rPr kumimoji="1" lang="en-US" altLang="zh-CN" sz="500" b="1" dirty="0">
                  <a:solidFill>
                    <a:srgbClr val="FFFFFF"/>
                  </a:solidFill>
                  <a:ea typeface="Arial" charset="0"/>
                  <a:cs typeface="Arial" charset="0"/>
                </a:rPr>
              </a:br>
              <a:r>
                <a:rPr kumimoji="1" lang="en-US" altLang="zh-CN" sz="500" b="1" dirty="0">
                  <a:solidFill>
                    <a:srgbClr val="FFFFFF"/>
                  </a:solidFill>
                  <a:ea typeface="Arial" charset="0"/>
                  <a:cs typeface="Arial" charset="0"/>
                </a:rPr>
                <a:t>98/178/48</a:t>
              </a:r>
            </a:p>
          </p:txBody>
        </p:sp>
        <p:sp>
          <p:nvSpPr>
            <p:cNvPr id="13" name="矩形 13"/>
            <p:cNvSpPr/>
            <p:nvPr/>
          </p:nvSpPr>
          <p:spPr>
            <a:xfrm>
              <a:off x="6184680" y="3415851"/>
              <a:ext cx="791510" cy="664397"/>
            </a:xfrm>
            <a:prstGeom prst="rect">
              <a:avLst/>
            </a:prstGeom>
            <a:solidFill>
              <a:srgbClr val="F28944"/>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3016">
                <a:lnSpc>
                  <a:spcPts val="620"/>
                </a:lnSpc>
              </a:pPr>
              <a:r>
                <a:rPr kumimoji="1" lang="en-US" altLang="zh-CN" sz="500" b="1" dirty="0">
                  <a:solidFill>
                    <a:srgbClr val="FFFFFF"/>
                  </a:solidFill>
                  <a:ea typeface="Arial" charset="0"/>
                  <a:cs typeface="Arial" charset="0"/>
                </a:rPr>
                <a:t>RGB</a:t>
              </a:r>
              <a:br>
                <a:rPr kumimoji="1" lang="en-US" altLang="zh-CN" sz="500" b="1" dirty="0">
                  <a:solidFill>
                    <a:srgbClr val="FFFFFF"/>
                  </a:solidFill>
                  <a:ea typeface="Arial" charset="0"/>
                  <a:cs typeface="Arial" charset="0"/>
                </a:rPr>
              </a:br>
              <a:r>
                <a:rPr kumimoji="1" lang="en-US" altLang="zh-CN" sz="500" b="1" dirty="0">
                  <a:solidFill>
                    <a:srgbClr val="FFFFFF"/>
                  </a:solidFill>
                  <a:ea typeface="Arial" charset="0"/>
                  <a:cs typeface="Arial" charset="0"/>
                </a:rPr>
                <a:t>242/137/68</a:t>
              </a:r>
              <a:endParaRPr kumimoji="1" lang="mr-IN" altLang="zh-CN" sz="500" b="1" dirty="0">
                <a:solidFill>
                  <a:srgbClr val="FFFFFF"/>
                </a:solidFill>
                <a:ea typeface="Arial" charset="0"/>
                <a:cs typeface="Arial" charset="0"/>
              </a:endParaRPr>
            </a:p>
          </p:txBody>
        </p:sp>
        <p:sp>
          <p:nvSpPr>
            <p:cNvPr id="14" name="矩形 13"/>
            <p:cNvSpPr/>
            <p:nvPr/>
          </p:nvSpPr>
          <p:spPr>
            <a:xfrm>
              <a:off x="5353240" y="184963"/>
              <a:ext cx="791510" cy="664397"/>
            </a:xfrm>
            <a:prstGeom prst="rect">
              <a:avLst/>
            </a:prstGeom>
            <a:solidFill>
              <a:srgbClr val="C7000B"/>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3016">
                <a:lnSpc>
                  <a:spcPts val="620"/>
                </a:lnSpc>
              </a:pPr>
              <a:r>
                <a:rPr kumimoji="1" lang="en-US" altLang="zh-CN" sz="500" b="1" dirty="0">
                  <a:solidFill>
                    <a:srgbClr val="FFFFFF"/>
                  </a:solidFill>
                  <a:ea typeface="Arial" charset="0"/>
                  <a:cs typeface="Arial" charset="0"/>
                </a:rPr>
                <a:t>PANTONE 185C</a:t>
              </a:r>
            </a:p>
            <a:p>
              <a:pPr algn="ctr" defTabSz="913016">
                <a:lnSpc>
                  <a:spcPts val="620"/>
                </a:lnSpc>
              </a:pPr>
              <a:r>
                <a:rPr kumimoji="1" lang="en-US" altLang="zh-CN" sz="500" b="1" dirty="0">
                  <a:solidFill>
                    <a:srgbClr val="FFFFFF"/>
                  </a:solidFill>
                  <a:ea typeface="Arial" charset="0"/>
                  <a:cs typeface="Arial" charset="0"/>
                </a:rPr>
                <a:t>RGB </a:t>
              </a:r>
              <a:br>
                <a:rPr kumimoji="1" lang="en-US" altLang="zh-CN" sz="500" b="1" dirty="0">
                  <a:solidFill>
                    <a:srgbClr val="FFFFFF"/>
                  </a:solidFill>
                  <a:ea typeface="Arial" charset="0"/>
                  <a:cs typeface="Arial" charset="0"/>
                </a:rPr>
              </a:br>
              <a:r>
                <a:rPr kumimoji="1" lang="en-US" altLang="zh-CN" sz="500" b="1" dirty="0">
                  <a:solidFill>
                    <a:srgbClr val="FFFFFF"/>
                  </a:solidFill>
                  <a:ea typeface="Arial" charset="0"/>
                  <a:cs typeface="Arial" charset="0"/>
                </a:rPr>
                <a:t>199/0/11  </a:t>
              </a:r>
            </a:p>
          </p:txBody>
        </p:sp>
        <p:sp>
          <p:nvSpPr>
            <p:cNvPr id="15" name="文本框 15"/>
            <p:cNvSpPr txBox="1"/>
            <p:nvPr/>
          </p:nvSpPr>
          <p:spPr>
            <a:xfrm>
              <a:off x="5343883" y="-48857"/>
              <a:ext cx="1358295" cy="204645"/>
            </a:xfrm>
            <a:prstGeom prst="rect">
              <a:avLst/>
            </a:prstGeom>
            <a:noFill/>
          </p:spPr>
          <p:txBody>
            <a:bodyPr wrap="square" lIns="0" tIns="0" rIns="0" bIns="0" rtlCol="0" anchor="b" anchorCtr="0">
              <a:spAutoFit/>
            </a:bodyPr>
            <a:lstStyle/>
            <a:p>
              <a:pPr defTabSz="913016"/>
              <a:r>
                <a:rPr kumimoji="1" lang="zh-CN" altLang="en-US" sz="800">
                  <a:solidFill>
                    <a:srgbClr val="1B1B18"/>
                  </a:solidFill>
                  <a:cs typeface="Arial" panose="020B0604020202020204" pitchFamily="34" charset="0"/>
                </a:rPr>
                <a:t>公司色</a:t>
              </a:r>
              <a:endParaRPr kumimoji="1" lang="zh-CN" altLang="en-US" sz="800" dirty="0">
                <a:solidFill>
                  <a:srgbClr val="1B1B18"/>
                </a:solidFill>
                <a:cs typeface="Arial" panose="020B0604020202020204" pitchFamily="34" charset="0"/>
              </a:endParaRPr>
            </a:p>
          </p:txBody>
        </p:sp>
        <p:sp>
          <p:nvSpPr>
            <p:cNvPr id="16" name="矩形 13"/>
            <p:cNvSpPr/>
            <p:nvPr/>
          </p:nvSpPr>
          <p:spPr>
            <a:xfrm>
              <a:off x="5352600" y="918047"/>
              <a:ext cx="791510" cy="664397"/>
            </a:xfrm>
            <a:prstGeom prst="rect">
              <a:avLst/>
            </a:prstGeom>
            <a:solidFill>
              <a:srgbClr val="C8102E"/>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3016">
                <a:lnSpc>
                  <a:spcPts val="620"/>
                </a:lnSpc>
              </a:pPr>
              <a:r>
                <a:rPr kumimoji="1" lang="en-US" altLang="zh-CN" sz="500" b="1" dirty="0">
                  <a:solidFill>
                    <a:srgbClr val="FFFFFF"/>
                  </a:solidFill>
                  <a:ea typeface="Arial" charset="0"/>
                  <a:cs typeface="Arial" charset="0"/>
                </a:rPr>
                <a:t>PANTONE 186C</a:t>
              </a:r>
            </a:p>
            <a:p>
              <a:pPr algn="ctr" defTabSz="913016">
                <a:lnSpc>
                  <a:spcPts val="620"/>
                </a:lnSpc>
              </a:pPr>
              <a:r>
                <a:rPr kumimoji="1" lang="en-US" altLang="zh-CN" sz="500" b="1" dirty="0">
                  <a:solidFill>
                    <a:srgbClr val="FFFFFF"/>
                  </a:solidFill>
                  <a:ea typeface="Arial" charset="0"/>
                  <a:cs typeface="Arial" charset="0"/>
                </a:rPr>
                <a:t>RGB</a:t>
              </a:r>
              <a:br>
                <a:rPr kumimoji="1" lang="en-US" altLang="zh-CN" sz="500" b="1" dirty="0">
                  <a:solidFill>
                    <a:srgbClr val="FFFFFF"/>
                  </a:solidFill>
                  <a:ea typeface="Arial" charset="0"/>
                  <a:cs typeface="Arial" charset="0"/>
                </a:rPr>
              </a:br>
              <a:r>
                <a:rPr kumimoji="1" lang="en-US" altLang="zh-CN" sz="500" b="1" dirty="0">
                  <a:solidFill>
                    <a:srgbClr val="FFFFFF"/>
                  </a:solidFill>
                  <a:ea typeface="Arial" charset="0"/>
                  <a:cs typeface="Arial" charset="0"/>
                </a:rPr>
                <a:t>200/16/46  </a:t>
              </a:r>
            </a:p>
          </p:txBody>
        </p:sp>
        <p:sp>
          <p:nvSpPr>
            <p:cNvPr id="17" name="矩形 13"/>
            <p:cNvSpPr/>
            <p:nvPr/>
          </p:nvSpPr>
          <p:spPr>
            <a:xfrm>
              <a:off x="5354164" y="2665974"/>
              <a:ext cx="791510" cy="664397"/>
            </a:xfrm>
            <a:prstGeom prst="rect">
              <a:avLst/>
            </a:prstGeom>
            <a:solidFill>
              <a:srgbClr val="7F000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3016">
                <a:lnSpc>
                  <a:spcPts val="620"/>
                </a:lnSpc>
              </a:pPr>
              <a:r>
                <a:rPr kumimoji="1" lang="en-US" altLang="zh-CN" sz="500" b="1" dirty="0">
                  <a:solidFill>
                    <a:srgbClr val="FFFFFF"/>
                  </a:solidFill>
                  <a:ea typeface="Arial" charset="0"/>
                  <a:cs typeface="Arial" charset="0"/>
                </a:rPr>
                <a:t>RGB</a:t>
              </a:r>
              <a:br>
                <a:rPr kumimoji="1" lang="en-US" altLang="zh-CN" sz="500" b="1" dirty="0">
                  <a:solidFill>
                    <a:srgbClr val="FFFFFF"/>
                  </a:solidFill>
                  <a:ea typeface="Arial" charset="0"/>
                  <a:cs typeface="Arial" charset="0"/>
                </a:rPr>
              </a:br>
              <a:r>
                <a:rPr kumimoji="1" lang="en-US" altLang="zh-CN" sz="500" b="1" dirty="0">
                  <a:solidFill>
                    <a:srgbClr val="FFFFFF"/>
                  </a:solidFill>
                  <a:ea typeface="Arial" charset="0"/>
                  <a:cs typeface="Arial" charset="0"/>
                </a:rPr>
                <a:t>127/0/1</a:t>
              </a:r>
            </a:p>
          </p:txBody>
        </p:sp>
        <p:sp>
          <p:nvSpPr>
            <p:cNvPr id="18" name="矩形 13"/>
            <p:cNvSpPr/>
            <p:nvPr/>
          </p:nvSpPr>
          <p:spPr>
            <a:xfrm>
              <a:off x="5354164" y="4134866"/>
              <a:ext cx="791510" cy="664397"/>
            </a:xfrm>
            <a:prstGeom prst="rect">
              <a:avLst/>
            </a:prstGeom>
            <a:solidFill>
              <a:srgbClr val="FCC8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3016">
                <a:lnSpc>
                  <a:spcPts val="620"/>
                </a:lnSpc>
              </a:pPr>
              <a:r>
                <a:rPr kumimoji="1" lang="en-US" altLang="zh-CN" sz="500" b="1" dirty="0">
                  <a:solidFill>
                    <a:srgbClr val="FFFFFF"/>
                  </a:solidFill>
                  <a:ea typeface="Arial" charset="0"/>
                  <a:cs typeface="Arial" charset="0"/>
                </a:rPr>
                <a:t>RGB</a:t>
              </a:r>
              <a:br>
                <a:rPr kumimoji="1" lang="en-US" altLang="zh-CN" sz="500" b="1" dirty="0">
                  <a:solidFill>
                    <a:srgbClr val="FFFFFF"/>
                  </a:solidFill>
                  <a:ea typeface="Arial" charset="0"/>
                  <a:cs typeface="Arial" charset="0"/>
                </a:rPr>
              </a:br>
              <a:r>
                <a:rPr kumimoji="1" lang="en-US" altLang="zh-CN" sz="500" b="1" dirty="0">
                  <a:solidFill>
                    <a:srgbClr val="FFFFFF"/>
                  </a:solidFill>
                  <a:ea typeface="Arial" charset="0"/>
                  <a:cs typeface="Arial" charset="0"/>
                </a:rPr>
                <a:t>52/200/0</a:t>
              </a:r>
            </a:p>
          </p:txBody>
        </p:sp>
        <p:sp>
          <p:nvSpPr>
            <p:cNvPr id="19" name="矩形 13"/>
            <p:cNvSpPr/>
            <p:nvPr/>
          </p:nvSpPr>
          <p:spPr>
            <a:xfrm>
              <a:off x="5354164" y="5596166"/>
              <a:ext cx="791510" cy="664397"/>
            </a:xfrm>
            <a:prstGeom prst="rect">
              <a:avLst/>
            </a:prstGeom>
            <a:solidFill>
              <a:srgbClr val="30B5C5"/>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3016">
                <a:lnSpc>
                  <a:spcPts val="620"/>
                </a:lnSpc>
              </a:pPr>
              <a:r>
                <a:rPr kumimoji="1" lang="en-US" altLang="zh-CN" sz="500" b="1" dirty="0">
                  <a:solidFill>
                    <a:srgbClr val="FFFFFF"/>
                  </a:solidFill>
                  <a:ea typeface="Arial" charset="0"/>
                  <a:cs typeface="Arial" charset="0"/>
                </a:rPr>
                <a:t>RGB </a:t>
              </a:r>
              <a:br>
                <a:rPr kumimoji="1" lang="en-US" altLang="zh-CN" sz="500" b="1" dirty="0">
                  <a:solidFill>
                    <a:srgbClr val="FFFFFF"/>
                  </a:solidFill>
                  <a:ea typeface="Arial" charset="0"/>
                  <a:cs typeface="Arial" charset="0"/>
                </a:rPr>
              </a:br>
              <a:r>
                <a:rPr kumimoji="1" lang="en-US" altLang="zh-CN" sz="500" b="1" dirty="0">
                  <a:solidFill>
                    <a:srgbClr val="FFFFFF"/>
                  </a:solidFill>
                  <a:ea typeface="Arial" charset="0"/>
                  <a:cs typeface="Arial" charset="0"/>
                </a:rPr>
                <a:t>48/181/197</a:t>
              </a:r>
            </a:p>
          </p:txBody>
        </p:sp>
        <p:sp>
          <p:nvSpPr>
            <p:cNvPr id="20" name="矩形 13"/>
            <p:cNvSpPr/>
            <p:nvPr/>
          </p:nvSpPr>
          <p:spPr>
            <a:xfrm>
              <a:off x="6194511" y="4866463"/>
              <a:ext cx="791510" cy="664397"/>
            </a:xfrm>
            <a:prstGeom prst="rect">
              <a:avLst/>
            </a:prstGeom>
            <a:solidFill>
              <a:srgbClr val="81C15F"/>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3016">
                <a:lnSpc>
                  <a:spcPts val="620"/>
                </a:lnSpc>
              </a:pPr>
              <a:r>
                <a:rPr kumimoji="1" lang="en-US" altLang="zh-CN" sz="500" b="1" dirty="0">
                  <a:solidFill>
                    <a:srgbClr val="FFFFFF"/>
                  </a:solidFill>
                  <a:ea typeface="Arial" charset="0"/>
                  <a:cs typeface="Arial" charset="0"/>
                </a:rPr>
                <a:t>RGB</a:t>
              </a:r>
              <a:br>
                <a:rPr kumimoji="1" lang="en-US" altLang="zh-CN" sz="500" b="1" dirty="0">
                  <a:solidFill>
                    <a:srgbClr val="FFFFFF"/>
                  </a:solidFill>
                  <a:ea typeface="Arial" charset="0"/>
                  <a:cs typeface="Arial" charset="0"/>
                </a:rPr>
              </a:br>
              <a:r>
                <a:rPr kumimoji="1" lang="en-US" altLang="zh-CN" sz="500" b="1" dirty="0">
                  <a:solidFill>
                    <a:srgbClr val="FFFFFF"/>
                  </a:solidFill>
                  <a:ea typeface="Arial" charset="0"/>
                  <a:cs typeface="Arial" charset="0"/>
                </a:rPr>
                <a:t>129/193/95</a:t>
              </a:r>
            </a:p>
          </p:txBody>
        </p:sp>
        <p:sp>
          <p:nvSpPr>
            <p:cNvPr id="21" name="矩形 13"/>
            <p:cNvSpPr/>
            <p:nvPr/>
          </p:nvSpPr>
          <p:spPr>
            <a:xfrm>
              <a:off x="6192274" y="4134866"/>
              <a:ext cx="791510" cy="664397"/>
            </a:xfrm>
            <a:prstGeom prst="rect">
              <a:avLst/>
            </a:prstGeom>
            <a:solidFill>
              <a:srgbClr val="FDD35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3016">
                <a:lnSpc>
                  <a:spcPts val="620"/>
                </a:lnSpc>
              </a:pPr>
              <a:r>
                <a:rPr kumimoji="1" lang="en-US" altLang="zh-CN" sz="500" b="1" dirty="0">
                  <a:solidFill>
                    <a:srgbClr val="FFFFFF"/>
                  </a:solidFill>
                  <a:ea typeface="Arial" charset="0"/>
                  <a:cs typeface="Arial" charset="0"/>
                </a:rPr>
                <a:t>RGB</a:t>
              </a:r>
              <a:br>
                <a:rPr kumimoji="1" lang="en-US" altLang="zh-CN" sz="500" b="1" dirty="0">
                  <a:solidFill>
                    <a:srgbClr val="FFFFFF"/>
                  </a:solidFill>
                  <a:ea typeface="Arial" charset="0"/>
                  <a:cs typeface="Arial" charset="0"/>
                </a:rPr>
              </a:br>
              <a:r>
                <a:rPr kumimoji="1" lang="en-US" altLang="zh-CN" sz="500" b="1" dirty="0">
                  <a:solidFill>
                    <a:srgbClr val="FFFFFF"/>
                  </a:solidFill>
                  <a:ea typeface="Arial" charset="0"/>
                  <a:cs typeface="Arial" charset="0"/>
                </a:rPr>
                <a:t>253/211/81</a:t>
              </a:r>
            </a:p>
          </p:txBody>
        </p:sp>
        <p:sp>
          <p:nvSpPr>
            <p:cNvPr id="22" name="矩形 13"/>
            <p:cNvSpPr/>
            <p:nvPr/>
          </p:nvSpPr>
          <p:spPr>
            <a:xfrm>
              <a:off x="6192274" y="5596166"/>
              <a:ext cx="791510" cy="664397"/>
            </a:xfrm>
            <a:prstGeom prst="rect">
              <a:avLst/>
            </a:prstGeom>
            <a:solidFill>
              <a:srgbClr val="56C4D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3016">
                <a:lnSpc>
                  <a:spcPts val="620"/>
                </a:lnSpc>
              </a:pPr>
              <a:r>
                <a:rPr kumimoji="1" lang="en-US" altLang="zh-CN" sz="500" b="1" dirty="0">
                  <a:solidFill>
                    <a:srgbClr val="FFFFFF"/>
                  </a:solidFill>
                  <a:ea typeface="Arial" charset="0"/>
                  <a:cs typeface="Arial" charset="0"/>
                </a:rPr>
                <a:t>RGB </a:t>
              </a:r>
              <a:br>
                <a:rPr kumimoji="1" lang="en-US" altLang="zh-CN" sz="500" b="1" dirty="0">
                  <a:solidFill>
                    <a:srgbClr val="FFFFFF"/>
                  </a:solidFill>
                  <a:ea typeface="Arial" charset="0"/>
                  <a:cs typeface="Arial" charset="0"/>
                </a:rPr>
              </a:br>
              <a:r>
                <a:rPr kumimoji="1" lang="en-US" altLang="zh-CN" sz="500" b="1" dirty="0">
                  <a:solidFill>
                    <a:srgbClr val="FFFFFF"/>
                  </a:solidFill>
                  <a:ea typeface="Arial" charset="0"/>
                  <a:cs typeface="Arial" charset="0"/>
                </a:rPr>
                <a:t>86/196/210</a:t>
              </a:r>
            </a:p>
          </p:txBody>
        </p:sp>
        <p:sp>
          <p:nvSpPr>
            <p:cNvPr id="23" name="矩形 13"/>
            <p:cNvSpPr/>
            <p:nvPr/>
          </p:nvSpPr>
          <p:spPr>
            <a:xfrm>
              <a:off x="6186245" y="184963"/>
              <a:ext cx="791510" cy="664397"/>
            </a:xfrm>
            <a:prstGeom prst="rect">
              <a:avLst/>
            </a:prstGeom>
            <a:solidFill>
              <a:srgbClr val="D3394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3016">
                <a:lnSpc>
                  <a:spcPts val="620"/>
                </a:lnSpc>
              </a:pPr>
              <a:r>
                <a:rPr kumimoji="1" lang="en-US" altLang="zh-CN" sz="500" b="1" dirty="0">
                  <a:solidFill>
                    <a:srgbClr val="FFFFFF"/>
                  </a:solidFill>
                  <a:ea typeface="Arial" charset="0"/>
                  <a:cs typeface="Arial" charset="0"/>
                </a:rPr>
                <a:t>RGB </a:t>
              </a:r>
              <a:br>
                <a:rPr kumimoji="1" lang="en-US" altLang="zh-CN" sz="500" b="1" dirty="0">
                  <a:solidFill>
                    <a:srgbClr val="FFFFFF"/>
                  </a:solidFill>
                  <a:ea typeface="Arial" charset="0"/>
                  <a:cs typeface="Arial" charset="0"/>
                </a:rPr>
              </a:br>
              <a:r>
                <a:rPr kumimoji="1" lang="en-US" altLang="zh-CN" sz="500" b="1" dirty="0">
                  <a:solidFill>
                    <a:srgbClr val="FFFFFF"/>
                  </a:solidFill>
                  <a:ea typeface="Arial" charset="0"/>
                  <a:cs typeface="Arial" charset="0"/>
                </a:rPr>
                <a:t>211/57/65</a:t>
              </a:r>
            </a:p>
          </p:txBody>
        </p:sp>
        <p:sp>
          <p:nvSpPr>
            <p:cNvPr id="24" name="矩形 13"/>
            <p:cNvSpPr/>
            <p:nvPr/>
          </p:nvSpPr>
          <p:spPr>
            <a:xfrm>
              <a:off x="6185604" y="918047"/>
              <a:ext cx="791510" cy="664397"/>
            </a:xfrm>
            <a:prstGeom prst="rect">
              <a:avLst/>
            </a:prstGeom>
            <a:solidFill>
              <a:srgbClr val="D33859"/>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3016">
                <a:lnSpc>
                  <a:spcPts val="620"/>
                </a:lnSpc>
              </a:pPr>
              <a:r>
                <a:rPr kumimoji="1" lang="en-US" altLang="zh-CN" sz="500" b="1" dirty="0">
                  <a:solidFill>
                    <a:srgbClr val="FFFFFF"/>
                  </a:solidFill>
                  <a:ea typeface="Arial" charset="0"/>
                  <a:cs typeface="Arial" charset="0"/>
                </a:rPr>
                <a:t>RGB </a:t>
              </a:r>
            </a:p>
            <a:p>
              <a:pPr algn="ctr" defTabSz="913016">
                <a:lnSpc>
                  <a:spcPts val="620"/>
                </a:lnSpc>
              </a:pPr>
              <a:r>
                <a:rPr kumimoji="1" lang="en-US" altLang="zh-CN" sz="500" b="1" dirty="0">
                  <a:solidFill>
                    <a:srgbClr val="FFFFFF"/>
                  </a:solidFill>
                  <a:ea typeface="Arial" charset="0"/>
                  <a:cs typeface="Arial" charset="0"/>
                </a:rPr>
                <a:t>211/56/89</a:t>
              </a:r>
            </a:p>
          </p:txBody>
        </p:sp>
        <p:sp>
          <p:nvSpPr>
            <p:cNvPr id="25" name="矩形 13"/>
            <p:cNvSpPr/>
            <p:nvPr/>
          </p:nvSpPr>
          <p:spPr>
            <a:xfrm>
              <a:off x="6996262" y="1934171"/>
              <a:ext cx="791510" cy="664397"/>
            </a:xfrm>
            <a:prstGeom prst="rect">
              <a:avLst/>
            </a:prstGeom>
            <a:solidFill>
              <a:srgbClr val="DD80AA"/>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3016">
                <a:lnSpc>
                  <a:spcPts val="620"/>
                </a:lnSpc>
              </a:pPr>
              <a:r>
                <a:rPr kumimoji="1" lang="en-US" altLang="zh-CN" sz="500" b="1" dirty="0">
                  <a:solidFill>
                    <a:srgbClr val="1B1B18"/>
                  </a:solidFill>
                  <a:ea typeface="Arial" charset="0"/>
                  <a:cs typeface="Arial" charset="0"/>
                </a:rPr>
                <a:t>RGB 221/128/170</a:t>
              </a:r>
            </a:p>
          </p:txBody>
        </p:sp>
        <p:sp>
          <p:nvSpPr>
            <p:cNvPr id="26" name="矩形 13"/>
            <p:cNvSpPr/>
            <p:nvPr/>
          </p:nvSpPr>
          <p:spPr>
            <a:xfrm>
              <a:off x="6996262" y="2673360"/>
              <a:ext cx="791510" cy="664397"/>
            </a:xfrm>
            <a:prstGeom prst="rect">
              <a:avLst/>
            </a:prstGeom>
            <a:solidFill>
              <a:srgbClr val="BF808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3016">
                <a:lnSpc>
                  <a:spcPts val="620"/>
                </a:lnSpc>
                <a:defRPr/>
              </a:pPr>
              <a:r>
                <a:rPr kumimoji="1" lang="en-US" altLang="zh-CN" sz="500" b="1" dirty="0">
                  <a:solidFill>
                    <a:srgbClr val="1B1B18"/>
                  </a:solidFill>
                  <a:ea typeface="Arial" charset="0"/>
                  <a:cs typeface="Arial" charset="0"/>
                </a:rPr>
                <a:t>RGB 191/128/130</a:t>
              </a:r>
            </a:p>
          </p:txBody>
        </p:sp>
        <p:sp>
          <p:nvSpPr>
            <p:cNvPr id="27" name="矩形 13"/>
            <p:cNvSpPr/>
            <p:nvPr/>
          </p:nvSpPr>
          <p:spPr>
            <a:xfrm>
              <a:off x="6996262" y="3415851"/>
              <a:ext cx="791510" cy="664397"/>
            </a:xfrm>
            <a:prstGeom prst="rect">
              <a:avLst/>
            </a:prstGeom>
            <a:solidFill>
              <a:srgbClr val="F6B78C"/>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3016">
                <a:lnSpc>
                  <a:spcPts val="620"/>
                </a:lnSpc>
              </a:pPr>
              <a:r>
                <a:rPr kumimoji="1" lang="en-US" altLang="zh-CN" sz="500" b="1" dirty="0">
                  <a:solidFill>
                    <a:srgbClr val="1B1B18"/>
                  </a:solidFill>
                  <a:ea typeface="Arial" charset="0"/>
                  <a:cs typeface="Arial" charset="0"/>
                </a:rPr>
                <a:t>RGB 246/183/140</a:t>
              </a:r>
              <a:endParaRPr kumimoji="1" lang="mr-IN" altLang="zh-CN" sz="500" b="1" dirty="0">
                <a:solidFill>
                  <a:srgbClr val="1B1B18"/>
                </a:solidFill>
                <a:ea typeface="Arial" charset="0"/>
                <a:cs typeface="Arial" charset="0"/>
              </a:endParaRPr>
            </a:p>
          </p:txBody>
        </p:sp>
        <p:sp>
          <p:nvSpPr>
            <p:cNvPr id="28" name="矩形 13"/>
            <p:cNvSpPr/>
            <p:nvPr/>
          </p:nvSpPr>
          <p:spPr>
            <a:xfrm>
              <a:off x="7006093" y="4866463"/>
              <a:ext cx="791510" cy="664397"/>
            </a:xfrm>
            <a:prstGeom prst="rect">
              <a:avLst/>
            </a:prstGeom>
            <a:solidFill>
              <a:srgbClr val="AFD89C"/>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3016">
                <a:lnSpc>
                  <a:spcPts val="620"/>
                </a:lnSpc>
              </a:pPr>
              <a:r>
                <a:rPr kumimoji="1" lang="en-US" altLang="zh-CN" sz="500" b="1" dirty="0">
                  <a:solidFill>
                    <a:srgbClr val="1B1B18"/>
                  </a:solidFill>
                  <a:ea typeface="Arial" charset="0"/>
                  <a:cs typeface="Arial" charset="0"/>
                </a:rPr>
                <a:t>RGB 176/216/156</a:t>
              </a:r>
            </a:p>
          </p:txBody>
        </p:sp>
        <p:sp>
          <p:nvSpPr>
            <p:cNvPr id="29" name="矩形 13"/>
            <p:cNvSpPr/>
            <p:nvPr/>
          </p:nvSpPr>
          <p:spPr>
            <a:xfrm>
              <a:off x="7003856" y="4134866"/>
              <a:ext cx="791510" cy="664397"/>
            </a:xfrm>
            <a:prstGeom prst="rect">
              <a:avLst/>
            </a:prstGeom>
            <a:solidFill>
              <a:srgbClr val="FDE397"/>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3016">
                <a:lnSpc>
                  <a:spcPts val="620"/>
                </a:lnSpc>
              </a:pPr>
              <a:r>
                <a:rPr kumimoji="1" lang="en-US" altLang="zh-CN" sz="500" b="1" dirty="0">
                  <a:solidFill>
                    <a:srgbClr val="1B1B18"/>
                  </a:solidFill>
                  <a:ea typeface="Arial" charset="0"/>
                  <a:cs typeface="Arial" charset="0"/>
                </a:rPr>
                <a:t>RGB 253/227/181</a:t>
              </a:r>
            </a:p>
          </p:txBody>
        </p:sp>
        <p:sp>
          <p:nvSpPr>
            <p:cNvPr id="30" name="矩形 13"/>
            <p:cNvSpPr/>
            <p:nvPr/>
          </p:nvSpPr>
          <p:spPr>
            <a:xfrm>
              <a:off x="7003856" y="5596166"/>
              <a:ext cx="791510" cy="664397"/>
            </a:xfrm>
            <a:prstGeom prst="rect">
              <a:avLst/>
            </a:prstGeom>
            <a:solidFill>
              <a:srgbClr val="94DAE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3016">
                <a:lnSpc>
                  <a:spcPts val="620"/>
                </a:lnSpc>
              </a:pPr>
              <a:r>
                <a:rPr kumimoji="1" lang="en-US" altLang="zh-CN" sz="500" b="1" dirty="0">
                  <a:solidFill>
                    <a:srgbClr val="1B1B18"/>
                  </a:solidFill>
                  <a:ea typeface="Arial" charset="0"/>
                  <a:cs typeface="Arial" charset="0"/>
                </a:rPr>
                <a:t>RGB 148/218/226</a:t>
              </a:r>
            </a:p>
          </p:txBody>
        </p:sp>
        <p:sp>
          <p:nvSpPr>
            <p:cNvPr id="31" name="矩形 13"/>
            <p:cNvSpPr/>
            <p:nvPr/>
          </p:nvSpPr>
          <p:spPr>
            <a:xfrm>
              <a:off x="6997826" y="184963"/>
              <a:ext cx="791510" cy="664397"/>
            </a:xfrm>
            <a:prstGeom prst="rect">
              <a:avLst/>
            </a:prstGeom>
            <a:solidFill>
              <a:srgbClr val="E28189"/>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3016">
                <a:lnSpc>
                  <a:spcPts val="620"/>
                </a:lnSpc>
              </a:pPr>
              <a:r>
                <a:rPr kumimoji="1" lang="en-US" altLang="zh-CN" sz="500" b="1" dirty="0">
                  <a:solidFill>
                    <a:srgbClr val="1B1B18"/>
                  </a:solidFill>
                  <a:ea typeface="Arial" charset="0"/>
                  <a:cs typeface="Arial" charset="0"/>
                </a:rPr>
                <a:t>RGB 226/129/137</a:t>
              </a:r>
            </a:p>
          </p:txBody>
        </p:sp>
        <p:sp>
          <p:nvSpPr>
            <p:cNvPr id="32" name="矩形 13"/>
            <p:cNvSpPr/>
            <p:nvPr/>
          </p:nvSpPr>
          <p:spPr>
            <a:xfrm>
              <a:off x="6997185" y="918047"/>
              <a:ext cx="791510" cy="664397"/>
            </a:xfrm>
            <a:prstGeom prst="rect">
              <a:avLst/>
            </a:prstGeom>
            <a:solidFill>
              <a:srgbClr val="E2819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3016">
                <a:lnSpc>
                  <a:spcPts val="620"/>
                </a:lnSpc>
              </a:pPr>
              <a:r>
                <a:rPr kumimoji="1" lang="en-US" altLang="zh-CN" sz="500" b="1" dirty="0">
                  <a:solidFill>
                    <a:srgbClr val="1B1B18"/>
                  </a:solidFill>
                  <a:ea typeface="Arial" charset="0"/>
                  <a:cs typeface="Arial" charset="0"/>
                </a:rPr>
                <a:t>RGB 226/129/152</a:t>
              </a:r>
            </a:p>
          </p:txBody>
        </p:sp>
        <p:sp>
          <p:nvSpPr>
            <p:cNvPr id="33" name="矩形 13"/>
            <p:cNvSpPr/>
            <p:nvPr/>
          </p:nvSpPr>
          <p:spPr>
            <a:xfrm>
              <a:off x="7806130" y="1934171"/>
              <a:ext cx="791510" cy="664397"/>
            </a:xfrm>
            <a:prstGeom prst="rect">
              <a:avLst/>
            </a:prstGeom>
            <a:solidFill>
              <a:srgbClr val="EBB3CC"/>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3016">
                <a:lnSpc>
                  <a:spcPts val="620"/>
                </a:lnSpc>
              </a:pPr>
              <a:r>
                <a:rPr kumimoji="1" lang="en-US" altLang="zh-CN" sz="500" b="1" dirty="0">
                  <a:solidFill>
                    <a:srgbClr val="1B1B18"/>
                  </a:solidFill>
                  <a:ea typeface="Arial" charset="0"/>
                  <a:cs typeface="Arial" charset="0"/>
                </a:rPr>
                <a:t>RGB 235/179/204</a:t>
              </a:r>
            </a:p>
          </p:txBody>
        </p:sp>
        <p:sp>
          <p:nvSpPr>
            <p:cNvPr id="34" name="矩形 13"/>
            <p:cNvSpPr/>
            <p:nvPr/>
          </p:nvSpPr>
          <p:spPr>
            <a:xfrm>
              <a:off x="7806130" y="2673360"/>
              <a:ext cx="791510" cy="664397"/>
            </a:xfrm>
            <a:prstGeom prst="rect">
              <a:avLst/>
            </a:prstGeom>
            <a:solidFill>
              <a:srgbClr val="D8B3B3"/>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3016">
                <a:lnSpc>
                  <a:spcPts val="620"/>
                </a:lnSpc>
                <a:defRPr/>
              </a:pPr>
              <a:r>
                <a:rPr kumimoji="1" lang="en-US" altLang="zh-CN" sz="500" b="1" dirty="0">
                  <a:solidFill>
                    <a:srgbClr val="1B1B18"/>
                  </a:solidFill>
                  <a:ea typeface="Arial" charset="0"/>
                  <a:cs typeface="Arial" charset="0"/>
                </a:rPr>
                <a:t>RGB 216/179/179</a:t>
              </a:r>
            </a:p>
          </p:txBody>
        </p:sp>
        <p:sp>
          <p:nvSpPr>
            <p:cNvPr id="35" name="矩形 13"/>
            <p:cNvSpPr/>
            <p:nvPr/>
          </p:nvSpPr>
          <p:spPr>
            <a:xfrm>
              <a:off x="7806130" y="3415851"/>
              <a:ext cx="791510" cy="664397"/>
            </a:xfrm>
            <a:prstGeom prst="rect">
              <a:avLst/>
            </a:prstGeom>
            <a:solidFill>
              <a:srgbClr val="FAD3BB"/>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3016">
                <a:lnSpc>
                  <a:spcPts val="620"/>
                </a:lnSpc>
              </a:pPr>
              <a:r>
                <a:rPr kumimoji="1" lang="en-US" altLang="zh-CN" sz="500" b="1" dirty="0">
                  <a:solidFill>
                    <a:srgbClr val="1B1B18"/>
                  </a:solidFill>
                  <a:ea typeface="Arial" charset="0"/>
                  <a:cs typeface="Arial" charset="0"/>
                </a:rPr>
                <a:t>RGB 250/211/187</a:t>
              </a:r>
              <a:endParaRPr kumimoji="1" lang="mr-IN" altLang="zh-CN" sz="500" b="1" dirty="0">
                <a:solidFill>
                  <a:srgbClr val="1B1B18"/>
                </a:solidFill>
                <a:ea typeface="Arial" charset="0"/>
                <a:cs typeface="Arial" charset="0"/>
              </a:endParaRPr>
            </a:p>
          </p:txBody>
        </p:sp>
        <p:sp>
          <p:nvSpPr>
            <p:cNvPr id="36" name="矩形 13"/>
            <p:cNvSpPr/>
            <p:nvPr/>
          </p:nvSpPr>
          <p:spPr>
            <a:xfrm>
              <a:off x="7815961" y="4866463"/>
              <a:ext cx="791510" cy="664397"/>
            </a:xfrm>
            <a:prstGeom prst="rect">
              <a:avLst/>
            </a:prstGeom>
            <a:solidFill>
              <a:srgbClr val="D0E8C4"/>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3016">
                <a:lnSpc>
                  <a:spcPts val="620"/>
                </a:lnSpc>
              </a:pPr>
              <a:r>
                <a:rPr kumimoji="1" lang="en-US" altLang="zh-CN" sz="500" b="1" dirty="0">
                  <a:solidFill>
                    <a:srgbClr val="1B1B18"/>
                  </a:solidFill>
                  <a:ea typeface="Arial" charset="0"/>
                  <a:cs typeface="Arial" charset="0"/>
                </a:rPr>
                <a:t>RGB 208/232/196</a:t>
              </a:r>
            </a:p>
          </p:txBody>
        </p:sp>
        <p:sp>
          <p:nvSpPr>
            <p:cNvPr id="37" name="矩形 13"/>
            <p:cNvSpPr/>
            <p:nvPr/>
          </p:nvSpPr>
          <p:spPr>
            <a:xfrm>
              <a:off x="7813724" y="4134866"/>
              <a:ext cx="791510" cy="664397"/>
            </a:xfrm>
            <a:prstGeom prst="rect">
              <a:avLst/>
            </a:prstGeom>
            <a:solidFill>
              <a:srgbClr val="FEEEC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3016">
                <a:lnSpc>
                  <a:spcPts val="620"/>
                </a:lnSpc>
              </a:pPr>
              <a:r>
                <a:rPr kumimoji="1" lang="en-US" altLang="zh-CN" sz="500" b="1" dirty="0">
                  <a:solidFill>
                    <a:srgbClr val="1B1B18"/>
                  </a:solidFill>
                  <a:ea typeface="Arial" charset="0"/>
                  <a:cs typeface="Arial" charset="0"/>
                </a:rPr>
                <a:t>RGB 254/238/193</a:t>
              </a:r>
            </a:p>
          </p:txBody>
        </p:sp>
        <p:sp>
          <p:nvSpPr>
            <p:cNvPr id="38" name="矩形 13"/>
            <p:cNvSpPr/>
            <p:nvPr/>
          </p:nvSpPr>
          <p:spPr>
            <a:xfrm>
              <a:off x="7813724" y="5596166"/>
              <a:ext cx="791510" cy="664397"/>
            </a:xfrm>
            <a:prstGeom prst="rect">
              <a:avLst/>
            </a:prstGeom>
            <a:solidFill>
              <a:srgbClr val="BEE9EE"/>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3016">
                <a:lnSpc>
                  <a:spcPts val="620"/>
                </a:lnSpc>
              </a:pPr>
              <a:r>
                <a:rPr kumimoji="1" lang="en-US" altLang="zh-CN" sz="500" b="1" dirty="0">
                  <a:solidFill>
                    <a:srgbClr val="1B1B18"/>
                  </a:solidFill>
                  <a:ea typeface="Arial" charset="0"/>
                  <a:cs typeface="Arial" charset="0"/>
                </a:rPr>
                <a:t>RGB</a:t>
              </a:r>
              <a:br>
                <a:rPr kumimoji="1" lang="en-US" altLang="zh-CN" sz="500" b="1" dirty="0">
                  <a:solidFill>
                    <a:srgbClr val="1B1B18"/>
                  </a:solidFill>
                  <a:ea typeface="Arial" charset="0"/>
                  <a:cs typeface="Arial" charset="0"/>
                </a:rPr>
              </a:br>
              <a:r>
                <a:rPr kumimoji="1" lang="en-US" altLang="zh-CN" sz="500" b="1" dirty="0">
                  <a:solidFill>
                    <a:srgbClr val="1B1B18"/>
                  </a:solidFill>
                  <a:ea typeface="Arial" charset="0"/>
                  <a:cs typeface="Arial" charset="0"/>
                </a:rPr>
                <a:t>190/23/238</a:t>
              </a:r>
            </a:p>
          </p:txBody>
        </p:sp>
        <p:sp>
          <p:nvSpPr>
            <p:cNvPr id="39" name="矩形 13"/>
            <p:cNvSpPr/>
            <p:nvPr/>
          </p:nvSpPr>
          <p:spPr>
            <a:xfrm>
              <a:off x="7807694" y="184963"/>
              <a:ext cx="791510" cy="664397"/>
            </a:xfrm>
            <a:prstGeom prst="rect">
              <a:avLst/>
            </a:prstGeom>
            <a:solidFill>
              <a:srgbClr val="EEB3B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3016">
                <a:lnSpc>
                  <a:spcPts val="620"/>
                </a:lnSpc>
              </a:pPr>
              <a:r>
                <a:rPr kumimoji="1" lang="en-US" altLang="zh-CN" sz="500" b="1" dirty="0">
                  <a:solidFill>
                    <a:srgbClr val="1B1B18"/>
                  </a:solidFill>
                  <a:ea typeface="Arial" charset="0"/>
                  <a:cs typeface="Arial" charset="0"/>
                </a:rPr>
                <a:t>RGB 239/178/184</a:t>
              </a:r>
            </a:p>
          </p:txBody>
        </p:sp>
        <p:sp>
          <p:nvSpPr>
            <p:cNvPr id="40" name="矩形 13"/>
            <p:cNvSpPr/>
            <p:nvPr/>
          </p:nvSpPr>
          <p:spPr>
            <a:xfrm>
              <a:off x="7807054" y="918047"/>
              <a:ext cx="791510" cy="664397"/>
            </a:xfrm>
            <a:prstGeom prst="rect">
              <a:avLst/>
            </a:prstGeom>
            <a:solidFill>
              <a:srgbClr val="EEB3C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3016">
                <a:lnSpc>
                  <a:spcPts val="620"/>
                </a:lnSpc>
              </a:pPr>
              <a:r>
                <a:rPr kumimoji="1" lang="en-US" altLang="zh-CN" sz="500" b="1" dirty="0">
                  <a:solidFill>
                    <a:srgbClr val="1B1B18"/>
                  </a:solidFill>
                  <a:ea typeface="Arial" charset="0"/>
                  <a:cs typeface="Arial" charset="0"/>
                </a:rPr>
                <a:t>RGB 238/179/193</a:t>
              </a:r>
            </a:p>
          </p:txBody>
        </p:sp>
        <p:sp>
          <p:nvSpPr>
            <p:cNvPr id="41" name="矩形 13"/>
            <p:cNvSpPr/>
            <p:nvPr/>
          </p:nvSpPr>
          <p:spPr>
            <a:xfrm>
              <a:off x="5354169" y="6324025"/>
              <a:ext cx="513579" cy="664397"/>
            </a:xfrm>
            <a:prstGeom prst="rect">
              <a:avLst/>
            </a:prstGeom>
            <a:solidFill>
              <a:srgbClr val="221815"/>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3016">
                <a:lnSpc>
                  <a:spcPts val="620"/>
                </a:lnSpc>
              </a:pPr>
              <a:r>
                <a:rPr kumimoji="1" lang="en-US" altLang="zh-CN" sz="500" b="1" dirty="0">
                  <a:solidFill>
                    <a:srgbClr val="FFFFFF"/>
                  </a:solidFill>
                  <a:ea typeface="Arial" charset="0"/>
                  <a:cs typeface="Arial" charset="0"/>
                </a:rPr>
                <a:t>RGB </a:t>
              </a:r>
              <a:br>
                <a:rPr kumimoji="1" lang="en-US" altLang="zh-CN" sz="500" b="1" dirty="0">
                  <a:solidFill>
                    <a:srgbClr val="FFFFFF"/>
                  </a:solidFill>
                  <a:ea typeface="Arial" charset="0"/>
                  <a:cs typeface="Arial" charset="0"/>
                </a:rPr>
              </a:br>
              <a:r>
                <a:rPr kumimoji="1" lang="en-US" altLang="zh-CN" sz="500" b="1" dirty="0">
                  <a:solidFill>
                    <a:srgbClr val="FFFFFF"/>
                  </a:solidFill>
                  <a:ea typeface="Arial" charset="0"/>
                  <a:cs typeface="Arial" charset="0"/>
                </a:rPr>
                <a:t>35/24/21</a:t>
              </a:r>
            </a:p>
          </p:txBody>
        </p:sp>
        <p:sp>
          <p:nvSpPr>
            <p:cNvPr id="42" name="矩形 13"/>
            <p:cNvSpPr/>
            <p:nvPr/>
          </p:nvSpPr>
          <p:spPr>
            <a:xfrm>
              <a:off x="5900626" y="6324025"/>
              <a:ext cx="513579" cy="664397"/>
            </a:xfrm>
            <a:prstGeom prst="rect">
              <a:avLst/>
            </a:prstGeom>
            <a:solidFill>
              <a:srgbClr val="595757"/>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3016">
                <a:lnSpc>
                  <a:spcPts val="620"/>
                </a:lnSpc>
              </a:pPr>
              <a:r>
                <a:rPr kumimoji="1" lang="en-US" altLang="zh-CN" sz="500" b="1" dirty="0">
                  <a:solidFill>
                    <a:srgbClr val="FFFFFF"/>
                  </a:solidFill>
                  <a:ea typeface="Arial" charset="0"/>
                  <a:cs typeface="Arial" charset="0"/>
                </a:rPr>
                <a:t>RGB </a:t>
              </a:r>
            </a:p>
            <a:p>
              <a:pPr algn="ctr" defTabSz="913016">
                <a:lnSpc>
                  <a:spcPts val="620"/>
                </a:lnSpc>
              </a:pPr>
              <a:r>
                <a:rPr kumimoji="1" lang="en-US" altLang="zh-CN" sz="500" b="1" dirty="0">
                  <a:solidFill>
                    <a:srgbClr val="FFFFFF"/>
                  </a:solidFill>
                  <a:ea typeface="Arial" charset="0"/>
                  <a:cs typeface="Arial" charset="0"/>
                </a:rPr>
                <a:t>89/87/87</a:t>
              </a:r>
            </a:p>
          </p:txBody>
        </p:sp>
        <p:sp>
          <p:nvSpPr>
            <p:cNvPr id="43" name="矩形 13"/>
            <p:cNvSpPr/>
            <p:nvPr/>
          </p:nvSpPr>
          <p:spPr>
            <a:xfrm>
              <a:off x="6450318" y="6324025"/>
              <a:ext cx="513579" cy="664397"/>
            </a:xfrm>
            <a:prstGeom prst="rect">
              <a:avLst/>
            </a:prstGeom>
            <a:solidFill>
              <a:srgbClr val="88888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3016">
                <a:lnSpc>
                  <a:spcPts val="620"/>
                </a:lnSpc>
              </a:pPr>
              <a:r>
                <a:rPr kumimoji="1" lang="en-US" altLang="zh-CN" sz="500" b="1" dirty="0">
                  <a:solidFill>
                    <a:srgbClr val="FFFFFF"/>
                  </a:solidFill>
                  <a:ea typeface="Arial" charset="0"/>
                  <a:cs typeface="Arial" charset="0"/>
                </a:rPr>
                <a:t>RGB</a:t>
              </a:r>
            </a:p>
            <a:p>
              <a:pPr algn="ctr" defTabSz="913016">
                <a:lnSpc>
                  <a:spcPts val="620"/>
                </a:lnSpc>
              </a:pPr>
              <a:r>
                <a:rPr kumimoji="1" lang="en-US" altLang="zh-CN" sz="500" b="1" dirty="0">
                  <a:solidFill>
                    <a:srgbClr val="FFFFFF"/>
                  </a:solidFill>
                  <a:ea typeface="Arial" charset="0"/>
                  <a:cs typeface="Arial" charset="0"/>
                </a:rPr>
                <a:t>137/137/</a:t>
              </a:r>
              <a:br>
                <a:rPr kumimoji="1" lang="en-US" altLang="zh-CN" sz="500" b="1" dirty="0">
                  <a:solidFill>
                    <a:srgbClr val="FFFFFF"/>
                  </a:solidFill>
                  <a:ea typeface="Arial" charset="0"/>
                  <a:cs typeface="Arial" charset="0"/>
                </a:rPr>
              </a:br>
              <a:r>
                <a:rPr kumimoji="1" lang="en-US" altLang="zh-CN" sz="500" b="1" dirty="0">
                  <a:solidFill>
                    <a:srgbClr val="FFFFFF"/>
                  </a:solidFill>
                  <a:ea typeface="Arial" charset="0"/>
                  <a:cs typeface="Arial" charset="0"/>
                </a:rPr>
                <a:t>137</a:t>
              </a:r>
            </a:p>
          </p:txBody>
        </p:sp>
        <p:sp>
          <p:nvSpPr>
            <p:cNvPr id="44" name="矩形 13"/>
            <p:cNvSpPr/>
            <p:nvPr/>
          </p:nvSpPr>
          <p:spPr>
            <a:xfrm>
              <a:off x="6998296" y="6324025"/>
              <a:ext cx="513579" cy="664397"/>
            </a:xfrm>
            <a:prstGeom prst="rect">
              <a:avLst/>
            </a:prstGeom>
            <a:solidFill>
              <a:srgbClr val="B5B5B5"/>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3016">
                <a:lnSpc>
                  <a:spcPts val="620"/>
                </a:lnSpc>
              </a:pPr>
              <a:r>
                <a:rPr kumimoji="1" lang="en-US" altLang="zh-CN" sz="500" b="1" dirty="0">
                  <a:solidFill>
                    <a:srgbClr val="FFFFFF"/>
                  </a:solidFill>
                  <a:ea typeface="Arial" charset="0"/>
                  <a:cs typeface="Arial" charset="0"/>
                </a:rPr>
                <a:t>RGB</a:t>
              </a:r>
            </a:p>
            <a:p>
              <a:pPr algn="ctr" defTabSz="913016">
                <a:lnSpc>
                  <a:spcPts val="620"/>
                </a:lnSpc>
              </a:pPr>
              <a:r>
                <a:rPr kumimoji="1" lang="en-US" altLang="zh-CN" sz="500" b="1" dirty="0">
                  <a:solidFill>
                    <a:srgbClr val="FFFFFF"/>
                  </a:solidFill>
                  <a:ea typeface="Arial" charset="0"/>
                  <a:cs typeface="Arial" charset="0"/>
                </a:rPr>
                <a:t>181/181/</a:t>
              </a:r>
              <a:br>
                <a:rPr kumimoji="1" lang="en-US" altLang="zh-CN" sz="500" b="1" dirty="0">
                  <a:solidFill>
                    <a:srgbClr val="FFFFFF"/>
                  </a:solidFill>
                  <a:ea typeface="Arial" charset="0"/>
                  <a:cs typeface="Arial" charset="0"/>
                </a:rPr>
              </a:br>
              <a:r>
                <a:rPr kumimoji="1" lang="en-US" altLang="zh-CN" sz="500" b="1" dirty="0">
                  <a:solidFill>
                    <a:srgbClr val="FFFFFF"/>
                  </a:solidFill>
                  <a:ea typeface="Arial" charset="0"/>
                  <a:cs typeface="Arial" charset="0"/>
                </a:rPr>
                <a:t>181</a:t>
              </a:r>
            </a:p>
          </p:txBody>
        </p:sp>
        <p:sp>
          <p:nvSpPr>
            <p:cNvPr id="45" name="矩形 13"/>
            <p:cNvSpPr/>
            <p:nvPr/>
          </p:nvSpPr>
          <p:spPr>
            <a:xfrm>
              <a:off x="7541580" y="6324025"/>
              <a:ext cx="513579" cy="664397"/>
            </a:xfrm>
            <a:prstGeom prst="rect">
              <a:avLst/>
            </a:prstGeom>
            <a:solidFill>
              <a:srgbClr val="DDDDDD"/>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3016">
                <a:lnSpc>
                  <a:spcPts val="620"/>
                </a:lnSpc>
              </a:pPr>
              <a:r>
                <a:rPr kumimoji="1" lang="en-US" altLang="zh-CN" sz="500" b="1" dirty="0">
                  <a:solidFill>
                    <a:srgbClr val="1B1B18"/>
                  </a:solidFill>
                  <a:ea typeface="Arial" charset="0"/>
                  <a:cs typeface="Arial" charset="0"/>
                </a:rPr>
                <a:t>RGB 221/221/</a:t>
              </a:r>
              <a:br>
                <a:rPr kumimoji="1" lang="en-US" altLang="zh-CN" sz="500" b="1" dirty="0">
                  <a:solidFill>
                    <a:srgbClr val="1B1B18"/>
                  </a:solidFill>
                  <a:ea typeface="Arial" charset="0"/>
                  <a:cs typeface="Arial" charset="0"/>
                </a:rPr>
              </a:br>
              <a:r>
                <a:rPr kumimoji="1" lang="en-US" altLang="zh-CN" sz="500" b="1" dirty="0">
                  <a:solidFill>
                    <a:srgbClr val="1B1B18"/>
                  </a:solidFill>
                  <a:ea typeface="Arial" charset="0"/>
                  <a:cs typeface="Arial" charset="0"/>
                </a:rPr>
                <a:t>221</a:t>
              </a:r>
            </a:p>
          </p:txBody>
        </p:sp>
        <p:sp>
          <p:nvSpPr>
            <p:cNvPr id="46" name="矩形 13"/>
            <p:cNvSpPr/>
            <p:nvPr/>
          </p:nvSpPr>
          <p:spPr>
            <a:xfrm>
              <a:off x="8083608" y="6324025"/>
              <a:ext cx="513579" cy="664397"/>
            </a:xfrm>
            <a:prstGeom prst="rect">
              <a:avLst/>
            </a:prstGeom>
            <a:solidFill>
              <a:srgbClr val="FFFFFF"/>
            </a:solidFill>
            <a:ln w="6350">
              <a:solidFill>
                <a:srgbClr val="B5B5B5"/>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3016">
                <a:lnSpc>
                  <a:spcPts val="620"/>
                </a:lnSpc>
              </a:pPr>
              <a:r>
                <a:rPr kumimoji="1" lang="en-US" altLang="zh-CN" sz="500" b="1" dirty="0">
                  <a:solidFill>
                    <a:srgbClr val="1B1B18"/>
                  </a:solidFill>
                  <a:ea typeface="Arial" charset="0"/>
                  <a:cs typeface="Arial" charset="0"/>
                </a:rPr>
                <a:t>RGB</a:t>
              </a:r>
            </a:p>
            <a:p>
              <a:pPr algn="ctr" defTabSz="913016">
                <a:lnSpc>
                  <a:spcPts val="620"/>
                </a:lnSpc>
              </a:pPr>
              <a:r>
                <a:rPr kumimoji="1" lang="en-US" altLang="zh-CN" sz="500" b="1" dirty="0">
                  <a:solidFill>
                    <a:srgbClr val="1B1B18"/>
                  </a:solidFill>
                  <a:ea typeface="Arial" charset="0"/>
                  <a:cs typeface="Arial" charset="0"/>
                </a:rPr>
                <a:t>255/255/</a:t>
              </a:r>
              <a:br>
                <a:rPr kumimoji="1" lang="en-US" altLang="zh-CN" sz="500" b="1" dirty="0">
                  <a:solidFill>
                    <a:srgbClr val="1B1B18"/>
                  </a:solidFill>
                  <a:ea typeface="Arial" charset="0"/>
                  <a:cs typeface="Arial" charset="0"/>
                </a:rPr>
              </a:br>
              <a:r>
                <a:rPr kumimoji="1" lang="en-US" altLang="zh-CN" sz="500" b="1" dirty="0">
                  <a:solidFill>
                    <a:srgbClr val="1B1B18"/>
                  </a:solidFill>
                  <a:ea typeface="Arial" charset="0"/>
                  <a:cs typeface="Arial" charset="0"/>
                </a:rPr>
                <a:t>255</a:t>
              </a:r>
            </a:p>
          </p:txBody>
        </p:sp>
      </p:grpSp>
    </p:spTree>
    <p:extLst>
      <p:ext uri="{BB962C8B-B14F-4D97-AF65-F5344CB8AC3E}">
        <p14:creationId xmlns:p14="http://schemas.microsoft.com/office/powerpoint/2010/main" val="54973469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extLst>
    <p:ext uri="{DCECCB84-F9BA-43D5-87BE-67443E8EF086}">
      <p15:sldGuideLst xmlns="" xmlns:p15="http://schemas.microsoft.com/office/powerpoint/2012/main">
        <p15:guide id="1" pos="3841">
          <p15:clr>
            <a:srgbClr val="FBAE40"/>
          </p15:clr>
        </p15:guide>
        <p15:guide id="2" orient="horz" pos="2160">
          <p15:clr>
            <a:srgbClr val="FBAE40"/>
          </p15:clr>
        </p15:guide>
        <p15:guide id="3" pos="303">
          <p15:clr>
            <a:srgbClr val="FBAE40"/>
          </p15:clr>
        </p15:guide>
        <p15:guide id="4" pos="7380">
          <p15:clr>
            <a:srgbClr val="FBAE40"/>
          </p15:clr>
        </p15:guide>
        <p15:guide id="5" orient="horz" pos="640">
          <p15:clr>
            <a:srgbClr val="FBAE40"/>
          </p15:clr>
        </p15:guide>
        <p15:guide id="6" orient="horz" pos="3952">
          <p15:clr>
            <a:srgbClr val="FBAE40"/>
          </p15:clr>
        </p15:guide>
      </p15:sldGuideLst>
    </p:ext>
  </p:extLst>
</p:sldLayout>
</file>

<file path=ppt/slideLayouts/slideLayout56.xml><?xml version="1.0" encoding="utf-8"?>
<p:sldLayout xmlns:a="http://schemas.openxmlformats.org/drawingml/2006/main" xmlns:r="http://schemas.openxmlformats.org/officeDocument/2006/relationships" xmlns:p="http://schemas.openxmlformats.org/presentationml/2006/main" type="tx">
  <p:cSld name="空白">
    <p:spTree>
      <p:nvGrpSpPr>
        <p:cNvPr id="1" name=""/>
        <p:cNvGrpSpPr/>
        <p:nvPr/>
      </p:nvGrpSpPr>
      <p:grpSpPr>
        <a:xfrm>
          <a:off x="0" y="0"/>
          <a:ext cx="0" cy="0"/>
          <a:chOff x="0" y="0"/>
          <a:chExt cx="0" cy="0"/>
        </a:xfrm>
      </p:grpSpPr>
    </p:spTree>
    <p:extLst>
      <p:ext uri="{BB962C8B-B14F-4D97-AF65-F5344CB8AC3E}">
        <p14:creationId xmlns:p14="http://schemas.microsoft.com/office/powerpoint/2010/main" val="3368163374"/>
      </p:ext>
    </p:extLst>
  </p:cSld>
  <p:clrMapOvr>
    <a:masterClrMapping/>
  </p:clrMapOvr>
  <p:transition spd="med"/>
</p:sldLayout>
</file>

<file path=ppt/slideLayouts/slideLayout57.xml><?xml version="1.0" encoding="utf-8"?>
<p:sldLayout xmlns:a="http://schemas.openxmlformats.org/drawingml/2006/main" xmlns:r="http://schemas.openxmlformats.org/officeDocument/2006/relationships" xmlns:p="http://schemas.openxmlformats.org/presentationml/2006/main" type="obj">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409631" y="468677"/>
            <a:ext cx="11377506" cy="1042275"/>
          </a:xfrm>
          <a:prstGeom prst="rect">
            <a:avLst/>
          </a:prstGeom>
        </p:spPr>
        <p:txBody>
          <a:bodyPr/>
          <a:lstStyle/>
          <a:p>
            <a:r>
              <a:rPr lang="zh-CN" altLang="en-US"/>
              <a:t>单击此处编辑母版标题样式</a:t>
            </a:r>
          </a:p>
        </p:txBody>
      </p:sp>
      <p:sp>
        <p:nvSpPr>
          <p:cNvPr id="3" name="内容占位符 2"/>
          <p:cNvSpPr>
            <a:spLocks noGrp="1"/>
          </p:cNvSpPr>
          <p:nvPr>
            <p:ph idx="1"/>
          </p:nvPr>
        </p:nvSpPr>
        <p:spPr>
          <a:xfrm>
            <a:off x="609682" y="1599829"/>
            <a:ext cx="10977404" cy="4526502"/>
          </a:xfrm>
          <a:prstGeom prst="rect">
            <a:avLst/>
          </a:prstGeo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981555262"/>
      </p:ext>
    </p:extLst>
  </p:cSld>
  <p:clrMapOvr>
    <a:masterClrMapping/>
  </p:clrMapOvr>
  <p:transition spd="med" advClick="0"/>
</p:sldLayout>
</file>

<file path=ppt/slideLayouts/slideLayout58.xml><?xml version="1.0" encoding="utf-8"?>
<p:sldLayout xmlns:a="http://schemas.openxmlformats.org/drawingml/2006/main" xmlns:r="http://schemas.openxmlformats.org/officeDocument/2006/relationships" xmlns:p="http://schemas.openxmlformats.org/presentationml/2006/main" userDrawn="1">
  <p:cSld name="53_Chinese text page">
    <p:spTree>
      <p:nvGrpSpPr>
        <p:cNvPr id="1" name=""/>
        <p:cNvGrpSpPr/>
        <p:nvPr/>
      </p:nvGrpSpPr>
      <p:grpSpPr>
        <a:xfrm>
          <a:off x="0" y="0"/>
          <a:ext cx="0" cy="0"/>
          <a:chOff x="0" y="0"/>
          <a:chExt cx="0" cy="0"/>
        </a:xfrm>
      </p:grpSpPr>
      <p:sp>
        <p:nvSpPr>
          <p:cNvPr id="3" name="Subtitle 2">
            <a:extLst>
              <a:ext uri="{FF2B5EF4-FFF2-40B4-BE49-F238E27FC236}">
                <a16:creationId xmlns="" xmlns:a16="http://schemas.microsoft.com/office/drawing/2014/main" id="{D2A38214-5857-FC4E-B923-056100E16BCA}"/>
              </a:ext>
            </a:extLst>
          </p:cNvPr>
          <p:cNvSpPr>
            <a:spLocks noGrp="1"/>
          </p:cNvSpPr>
          <p:nvPr>
            <p:ph type="subTitle" idx="1" hasCustomPrompt="1"/>
          </p:nvPr>
        </p:nvSpPr>
        <p:spPr>
          <a:xfrm>
            <a:off x="729175" y="456134"/>
            <a:ext cx="10740640" cy="993400"/>
          </a:xfrm>
          <a:prstGeom prst="rect">
            <a:avLst/>
          </a:prstGeom>
        </p:spPr>
        <p:txBody>
          <a:bodyPr lIns="0" tIns="0" rIns="0" bIns="0" anchor="t">
            <a:normAutofit/>
          </a:bodyPr>
          <a:lstStyle>
            <a:lvl1pPr marL="0" indent="0" algn="l">
              <a:lnSpc>
                <a:spcPts val="3429"/>
              </a:lnSpc>
              <a:spcBef>
                <a:spcPts val="0"/>
              </a:spcBef>
              <a:buNone/>
              <a:defRPr sz="2799" baseline="0">
                <a:solidFill>
                  <a:schemeClr val="tx1"/>
                </a:solidFill>
                <a:latin typeface="Microsoft YaHei" panose="020B0503020204020204" pitchFamily="34" charset="-122"/>
                <a:ea typeface="Microsoft YaHei" panose="020B0503020204020204" pitchFamily="34" charset="-122"/>
              </a:defRPr>
            </a:lvl1pPr>
            <a:lvl2pPr marL="593662" indent="0" algn="ctr">
              <a:buNone/>
              <a:defRPr sz="2597"/>
            </a:lvl2pPr>
            <a:lvl3pPr marL="1187323" indent="0" algn="ctr">
              <a:buNone/>
              <a:defRPr sz="2337"/>
            </a:lvl3pPr>
            <a:lvl4pPr marL="1780986" indent="0" algn="ctr">
              <a:buNone/>
              <a:defRPr sz="2078"/>
            </a:lvl4pPr>
            <a:lvl5pPr marL="2374648" indent="0" algn="ctr">
              <a:buNone/>
              <a:defRPr sz="2078"/>
            </a:lvl5pPr>
            <a:lvl6pPr marL="2968309" indent="0" algn="ctr">
              <a:buNone/>
              <a:defRPr sz="2078"/>
            </a:lvl6pPr>
            <a:lvl7pPr marL="3561971" indent="0" algn="ctr">
              <a:buNone/>
              <a:defRPr sz="2078"/>
            </a:lvl7pPr>
            <a:lvl8pPr marL="4155634" indent="0" algn="ctr">
              <a:buNone/>
              <a:defRPr sz="2078"/>
            </a:lvl8pPr>
            <a:lvl9pPr marL="4749295" indent="0" algn="ctr">
              <a:buNone/>
              <a:defRPr sz="2078"/>
            </a:lvl9pPr>
          </a:lstStyle>
          <a:p>
            <a:r>
              <a:rPr lang="zh-CN" altLang="en-US" dirty="0"/>
              <a:t>单击此处添加标题</a:t>
            </a:r>
            <a:endParaRPr lang="en-US" dirty="0"/>
          </a:p>
        </p:txBody>
      </p:sp>
    </p:spTree>
    <p:extLst>
      <p:ext uri="{BB962C8B-B14F-4D97-AF65-F5344CB8AC3E}">
        <p14:creationId xmlns:p14="http://schemas.microsoft.com/office/powerpoint/2010/main" val="3765619815"/>
      </p:ext>
    </p:extLst>
  </p:cSld>
  <p:clrMapOvr>
    <a:masterClrMapping/>
  </p:clrMapOvr>
  <p:extLst>
    <p:ext uri="{DCECCB84-F9BA-43D5-87BE-67443E8EF086}">
      <p15:sldGuideLst xmlns="" xmlns:p15="http://schemas.microsoft.com/office/powerpoint/2012/main">
        <p15:guide id="1" pos="3842">
          <p15:clr>
            <a:srgbClr val="FBAE40"/>
          </p15:clr>
        </p15:guide>
      </p15:sldGuideLst>
    </p:ext>
  </p:extLst>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Tree>
    <p:extLst>
      <p:ext uri="{BB962C8B-B14F-4D97-AF65-F5344CB8AC3E}">
        <p14:creationId xmlns:p14="http://schemas.microsoft.com/office/powerpoint/2010/main" val="75966109"/>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userDrawn="1">
  <p:cSld name="仅标题">
    <p:spTree>
      <p:nvGrpSpPr>
        <p:cNvPr id="1" name=""/>
        <p:cNvGrpSpPr/>
        <p:nvPr/>
      </p:nvGrpSpPr>
      <p:grpSpPr>
        <a:xfrm>
          <a:off x="0" y="0"/>
          <a:ext cx="0" cy="0"/>
          <a:chOff x="0" y="0"/>
          <a:chExt cx="0" cy="0"/>
        </a:xfrm>
      </p:grpSpPr>
    </p:spTree>
    <p:extLst>
      <p:ext uri="{BB962C8B-B14F-4D97-AF65-F5344CB8AC3E}">
        <p14:creationId xmlns:p14="http://schemas.microsoft.com/office/powerpoint/2010/main" val="2214877049"/>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userDrawn="1">
  <p:cSld name="章节页1">
    <p:spTree>
      <p:nvGrpSpPr>
        <p:cNvPr id="1" name=""/>
        <p:cNvGrpSpPr/>
        <p:nvPr/>
      </p:nvGrpSpPr>
      <p:grpSpPr>
        <a:xfrm>
          <a:off x="0" y="0"/>
          <a:ext cx="0" cy="0"/>
          <a:chOff x="0" y="0"/>
          <a:chExt cx="0" cy="0"/>
        </a:xfrm>
      </p:grpSpPr>
      <p:sp>
        <p:nvSpPr>
          <p:cNvPr id="5" name="Content Placeholder 2">
            <a:extLst>
              <a:ext uri="{FF2B5EF4-FFF2-40B4-BE49-F238E27FC236}">
                <a16:creationId xmlns="" xmlns:a16="http://schemas.microsoft.com/office/drawing/2014/main" id="{CA8B3F0C-616F-224A-B32F-9F9BF5EEE1BC}"/>
              </a:ext>
            </a:extLst>
          </p:cNvPr>
          <p:cNvSpPr>
            <a:spLocks noGrp="1"/>
          </p:cNvSpPr>
          <p:nvPr>
            <p:ph idx="12" hasCustomPrompt="1"/>
          </p:nvPr>
        </p:nvSpPr>
        <p:spPr>
          <a:xfrm>
            <a:off x="442275" y="1244339"/>
            <a:ext cx="11265816" cy="4958996"/>
          </a:xfrm>
          <a:prstGeom prst="rect">
            <a:avLst/>
          </a:prstGeom>
        </p:spPr>
        <p:txBody>
          <a:bodyPr lIns="0" tIns="0" rIns="0" bIns="0"/>
          <a:lstStyle>
            <a:lvl1pPr marL="179100" marR="0" indent="-168007" algn="l" defTabSz="1185898" rtl="0" eaLnBrk="1" fontAlgn="auto" latinLnBrk="0" hangingPunct="1">
              <a:lnSpc>
                <a:spcPct val="100000"/>
              </a:lnSpc>
              <a:spcBef>
                <a:spcPts val="0"/>
              </a:spcBef>
              <a:spcAft>
                <a:spcPts val="600"/>
              </a:spcAft>
              <a:buClr>
                <a:srgbClr val="000000"/>
              </a:buClr>
              <a:buSzTx/>
              <a:buFont typeface="Arial" panose="020B0604020202020204" pitchFamily="34" charset="0"/>
              <a:buChar char="•"/>
              <a:tabLst>
                <a:tab pos="1206156" algn="ctr"/>
              </a:tabLst>
              <a:defRPr sz="1796" baseline="0">
                <a:solidFill>
                  <a:schemeClr val="tx1"/>
                </a:solidFill>
                <a:latin typeface="微软雅黑" panose="020B0503020204020204" pitchFamily="34" charset="-122"/>
                <a:ea typeface="微软雅黑" panose="020B0503020204020204" pitchFamily="34" charset="-122"/>
                <a:cs typeface="Arial" panose="020B0604020202020204" pitchFamily="34" charset="0"/>
              </a:defRPr>
            </a:lvl1pPr>
            <a:lvl2pPr marL="328499" marR="0" indent="-168007" algn="l" defTabSz="1185898" rtl="0" eaLnBrk="1" fontAlgn="auto" latinLnBrk="0" hangingPunct="1">
              <a:lnSpc>
                <a:spcPct val="100000"/>
              </a:lnSpc>
              <a:spcBef>
                <a:spcPts val="0"/>
              </a:spcBef>
              <a:spcAft>
                <a:spcPts val="600"/>
              </a:spcAft>
              <a:buClr>
                <a:schemeClr val="tx1"/>
              </a:buClr>
              <a:buSzTx/>
              <a:buFont typeface=".AppleSystemUIFont"/>
              <a:buChar char="&gt;"/>
              <a:tabLst>
                <a:tab pos="1206156" algn="ctr"/>
              </a:tabLst>
              <a:defRPr sz="1596" baseline="0">
                <a:latin typeface="微软雅黑" panose="020B0503020204020204" pitchFamily="34" charset="-122"/>
                <a:ea typeface="微软雅黑" panose="020B0503020204020204" pitchFamily="34" charset="-122"/>
              </a:defRPr>
            </a:lvl2pPr>
            <a:lvl3pPr marL="928812" marR="0" indent="0" algn="l" defTabSz="1185898" rtl="0" eaLnBrk="1" fontAlgn="auto" latinLnBrk="0" hangingPunct="1">
              <a:lnSpc>
                <a:spcPct val="100000"/>
              </a:lnSpc>
              <a:spcBef>
                <a:spcPts val="0"/>
              </a:spcBef>
              <a:spcAft>
                <a:spcPts val="600"/>
              </a:spcAft>
              <a:buClr>
                <a:schemeClr val="tx1"/>
              </a:buClr>
              <a:buSzTx/>
              <a:buFont typeface=".AppleSystemUIFont"/>
              <a:buNone/>
              <a:tabLst>
                <a:tab pos="1206156" algn="ctr"/>
              </a:tabLst>
              <a:defRPr sz="1295" baseline="0">
                <a:latin typeface="微软雅黑" panose="020B0503020204020204" pitchFamily="34" charset="-122"/>
                <a:ea typeface="微软雅黑" panose="020B0503020204020204" pitchFamily="34" charset="-122"/>
              </a:defRPr>
            </a:lvl3pPr>
            <a:lvl4pPr marL="525010" indent="-170887">
              <a:buFont typeface="Arial" panose="020B0604020202020204" pitchFamily="34" charset="0"/>
              <a:buChar char="•"/>
              <a:tabLst>
                <a:tab pos="1206488" algn="ctr"/>
              </a:tabLst>
              <a:defRPr sz="1295" baseline="0"/>
            </a:lvl4pPr>
            <a:lvl5pPr marL="525010" indent="-170887">
              <a:buFont typeface="Arial" panose="020B0604020202020204" pitchFamily="34" charset="0"/>
              <a:buChar char="•"/>
              <a:tabLst>
                <a:tab pos="1206488" algn="ctr"/>
              </a:tabLst>
              <a:defRPr sz="1295" baseline="0"/>
            </a:lvl5pPr>
          </a:lstStyle>
          <a:p>
            <a:pPr lvl="0"/>
            <a:r>
              <a:rPr lang="zh-CN" altLang="en-US" dirty="0"/>
              <a:t>单击此处添加文本</a:t>
            </a:r>
            <a:endParaRPr lang="en-US" altLang="zh-CN" dirty="0"/>
          </a:p>
        </p:txBody>
      </p:sp>
      <p:sp>
        <p:nvSpPr>
          <p:cNvPr id="6" name="标题 5"/>
          <p:cNvSpPr>
            <a:spLocks noGrp="1"/>
          </p:cNvSpPr>
          <p:nvPr>
            <p:ph type="title"/>
          </p:nvPr>
        </p:nvSpPr>
        <p:spPr>
          <a:xfrm>
            <a:off x="442278" y="348791"/>
            <a:ext cx="11265817" cy="559472"/>
          </a:xfrm>
          <a:prstGeom prst="rect">
            <a:avLst/>
          </a:prstGeom>
        </p:spPr>
        <p:txBody>
          <a:bodyPr anchor="ctr"/>
          <a:lstStyle>
            <a:lvl1pPr>
              <a:lnSpc>
                <a:spcPct val="100000"/>
              </a:lnSpc>
              <a:defRPr sz="2796" b="1">
                <a:solidFill>
                  <a:srgbClr val="C00000"/>
                </a:solidFill>
                <a:latin typeface="微软雅黑" panose="020B0503020204020204" pitchFamily="34" charset="-122"/>
                <a:ea typeface="微软雅黑" panose="020B0503020204020204" pitchFamily="34" charset="-122"/>
              </a:defRPr>
            </a:lvl1pPr>
          </a:lstStyle>
          <a:p>
            <a:r>
              <a:rPr lang="zh-CN" altLang="en-US" dirty="0"/>
              <a:t>单击此处编辑母版标题样式</a:t>
            </a:r>
          </a:p>
        </p:txBody>
      </p:sp>
      <p:grpSp>
        <p:nvGrpSpPr>
          <p:cNvPr id="4" name="Group 46"/>
          <p:cNvGrpSpPr>
            <a:grpSpLocks noChangeAspect="1"/>
          </p:cNvGrpSpPr>
          <p:nvPr userDrawn="1"/>
        </p:nvGrpSpPr>
        <p:grpSpPr>
          <a:xfrm>
            <a:off x="12295786" y="2625397"/>
            <a:ext cx="1963324" cy="4233515"/>
            <a:chOff x="5343883" y="-48857"/>
            <a:chExt cx="3263588" cy="7037279"/>
          </a:xfrm>
        </p:grpSpPr>
        <p:sp>
          <p:nvSpPr>
            <p:cNvPr id="7" name="矩形 13"/>
            <p:cNvSpPr/>
            <p:nvPr/>
          </p:nvSpPr>
          <p:spPr>
            <a:xfrm>
              <a:off x="5356401" y="1934171"/>
              <a:ext cx="791510" cy="664397"/>
            </a:xfrm>
            <a:prstGeom prst="rect">
              <a:avLst/>
            </a:prstGeom>
            <a:solidFill>
              <a:srgbClr val="C40054"/>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3016">
                <a:lnSpc>
                  <a:spcPts val="620"/>
                </a:lnSpc>
              </a:pPr>
              <a:r>
                <a:rPr kumimoji="1" lang="en-US" altLang="zh-CN" sz="500" b="1" dirty="0">
                  <a:solidFill>
                    <a:srgbClr val="FFFFFF"/>
                  </a:solidFill>
                  <a:ea typeface="Arial" charset="0"/>
                  <a:cs typeface="Arial" charset="0"/>
                </a:rPr>
                <a:t>RGB</a:t>
              </a:r>
              <a:br>
                <a:rPr kumimoji="1" lang="en-US" altLang="zh-CN" sz="500" b="1" dirty="0">
                  <a:solidFill>
                    <a:srgbClr val="FFFFFF"/>
                  </a:solidFill>
                  <a:ea typeface="Arial" charset="0"/>
                  <a:cs typeface="Arial" charset="0"/>
                </a:rPr>
              </a:br>
              <a:r>
                <a:rPr kumimoji="1" lang="en-US" altLang="zh-CN" sz="500" b="1" dirty="0">
                  <a:solidFill>
                    <a:srgbClr val="FFFFFF"/>
                  </a:solidFill>
                  <a:ea typeface="Arial" charset="0"/>
                  <a:cs typeface="Arial" charset="0"/>
                </a:rPr>
                <a:t>196/0/84</a:t>
              </a:r>
            </a:p>
          </p:txBody>
        </p:sp>
        <p:sp>
          <p:nvSpPr>
            <p:cNvPr id="8" name="文本框 15"/>
            <p:cNvSpPr txBox="1"/>
            <p:nvPr/>
          </p:nvSpPr>
          <p:spPr>
            <a:xfrm>
              <a:off x="5352721" y="1694497"/>
              <a:ext cx="1636699" cy="204645"/>
            </a:xfrm>
            <a:prstGeom prst="rect">
              <a:avLst/>
            </a:prstGeom>
            <a:noFill/>
          </p:spPr>
          <p:txBody>
            <a:bodyPr wrap="square" lIns="0" tIns="0" rIns="0" bIns="0" rtlCol="0" anchor="b" anchorCtr="0">
              <a:spAutoFit/>
            </a:bodyPr>
            <a:lstStyle/>
            <a:p>
              <a:pPr defTabSz="913016"/>
              <a:r>
                <a:rPr kumimoji="1" lang="zh-CN" altLang="en-US" sz="800">
                  <a:solidFill>
                    <a:srgbClr val="1B1B18"/>
                  </a:solidFill>
                  <a:latin typeface="Arial"/>
                  <a:cs typeface="Arial" panose="020B0604020202020204" pitchFamily="34" charset="0"/>
                </a:rPr>
                <a:t>公司辅助色</a:t>
              </a:r>
              <a:endParaRPr kumimoji="1" lang="zh-CN" altLang="en-US" sz="800" dirty="0">
                <a:solidFill>
                  <a:srgbClr val="1B1B18"/>
                </a:solidFill>
                <a:latin typeface="Arial"/>
                <a:cs typeface="Arial" panose="020B0604020202020204" pitchFamily="34" charset="0"/>
              </a:endParaRPr>
            </a:p>
          </p:txBody>
        </p:sp>
        <p:sp>
          <p:nvSpPr>
            <p:cNvPr id="9" name="矩形 13"/>
            <p:cNvSpPr/>
            <p:nvPr/>
          </p:nvSpPr>
          <p:spPr>
            <a:xfrm>
              <a:off x="6184680" y="1934171"/>
              <a:ext cx="791510" cy="664397"/>
            </a:xfrm>
            <a:prstGeom prst="rect">
              <a:avLst/>
            </a:prstGeom>
            <a:solidFill>
              <a:srgbClr val="CB377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3016">
                <a:lnSpc>
                  <a:spcPts val="620"/>
                </a:lnSpc>
              </a:pPr>
              <a:r>
                <a:rPr kumimoji="1" lang="en-US" altLang="zh-CN" sz="500" b="1" dirty="0">
                  <a:solidFill>
                    <a:srgbClr val="FFFFFF"/>
                  </a:solidFill>
                  <a:ea typeface="Arial" charset="0"/>
                  <a:cs typeface="Arial" charset="0"/>
                </a:rPr>
                <a:t>RGB</a:t>
              </a:r>
              <a:br>
                <a:rPr kumimoji="1" lang="en-US" altLang="zh-CN" sz="500" b="1" dirty="0">
                  <a:solidFill>
                    <a:srgbClr val="FFFFFF"/>
                  </a:solidFill>
                  <a:ea typeface="Arial" charset="0"/>
                  <a:cs typeface="Arial" charset="0"/>
                </a:rPr>
              </a:br>
              <a:r>
                <a:rPr kumimoji="1" lang="en-US" altLang="zh-CN" sz="500" b="1" dirty="0">
                  <a:solidFill>
                    <a:srgbClr val="FFFFFF"/>
                  </a:solidFill>
                  <a:ea typeface="Arial" charset="0"/>
                  <a:cs typeface="Arial" charset="0"/>
                </a:rPr>
                <a:t>203/55/120</a:t>
              </a:r>
            </a:p>
          </p:txBody>
        </p:sp>
        <p:sp>
          <p:nvSpPr>
            <p:cNvPr id="10" name="矩形 13"/>
            <p:cNvSpPr/>
            <p:nvPr/>
          </p:nvSpPr>
          <p:spPr>
            <a:xfrm>
              <a:off x="5356401" y="3403061"/>
              <a:ext cx="791510" cy="664397"/>
            </a:xfrm>
            <a:prstGeom prst="rect">
              <a:avLst/>
            </a:prstGeom>
            <a:solidFill>
              <a:srgbClr val="ED6D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3016">
                <a:lnSpc>
                  <a:spcPts val="620"/>
                </a:lnSpc>
              </a:pPr>
              <a:r>
                <a:rPr kumimoji="1" lang="en-US" altLang="zh-CN" sz="500" b="1" dirty="0">
                  <a:solidFill>
                    <a:srgbClr val="FFFFFF"/>
                  </a:solidFill>
                  <a:ea typeface="Arial" charset="0"/>
                  <a:cs typeface="Arial" charset="0"/>
                </a:rPr>
                <a:t>RGB</a:t>
              </a:r>
              <a:br>
                <a:rPr kumimoji="1" lang="en-US" altLang="zh-CN" sz="500" b="1" dirty="0">
                  <a:solidFill>
                    <a:srgbClr val="FFFFFF"/>
                  </a:solidFill>
                  <a:ea typeface="Arial" charset="0"/>
                  <a:cs typeface="Arial" charset="0"/>
                </a:rPr>
              </a:br>
              <a:r>
                <a:rPr kumimoji="1" lang="en-US" altLang="zh-CN" sz="500" b="1" dirty="0">
                  <a:solidFill>
                    <a:srgbClr val="FFFFFF"/>
                  </a:solidFill>
                  <a:ea typeface="Arial" charset="0"/>
                  <a:cs typeface="Arial" charset="0"/>
                </a:rPr>
                <a:t>237/109/0</a:t>
              </a:r>
            </a:p>
          </p:txBody>
        </p:sp>
        <p:sp>
          <p:nvSpPr>
            <p:cNvPr id="11" name="矩形 13"/>
            <p:cNvSpPr/>
            <p:nvPr/>
          </p:nvSpPr>
          <p:spPr>
            <a:xfrm>
              <a:off x="6184680" y="2673360"/>
              <a:ext cx="791510" cy="664397"/>
            </a:xfrm>
            <a:prstGeom prst="rect">
              <a:avLst/>
            </a:prstGeom>
            <a:solidFill>
              <a:srgbClr val="993636"/>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3016">
                <a:lnSpc>
                  <a:spcPts val="620"/>
                </a:lnSpc>
                <a:defRPr/>
              </a:pPr>
              <a:r>
                <a:rPr kumimoji="1" lang="en-US" altLang="zh-CN" sz="500" b="1" dirty="0">
                  <a:solidFill>
                    <a:srgbClr val="FFFFFF"/>
                  </a:solidFill>
                  <a:ea typeface="Arial" charset="0"/>
                  <a:cs typeface="Arial" charset="0"/>
                </a:rPr>
                <a:t>RGB</a:t>
              </a:r>
              <a:br>
                <a:rPr kumimoji="1" lang="en-US" altLang="zh-CN" sz="500" b="1" dirty="0">
                  <a:solidFill>
                    <a:srgbClr val="FFFFFF"/>
                  </a:solidFill>
                  <a:ea typeface="Arial" charset="0"/>
                  <a:cs typeface="Arial" charset="0"/>
                </a:rPr>
              </a:br>
              <a:r>
                <a:rPr kumimoji="1" lang="en-US" altLang="zh-CN" sz="500" b="1" dirty="0">
                  <a:solidFill>
                    <a:srgbClr val="FFFFFF"/>
                  </a:solidFill>
                  <a:ea typeface="Arial" charset="0"/>
                  <a:cs typeface="Arial" charset="0"/>
                </a:rPr>
                <a:t>153/54/54</a:t>
              </a:r>
            </a:p>
          </p:txBody>
        </p:sp>
        <p:sp>
          <p:nvSpPr>
            <p:cNvPr id="12" name="矩形 13"/>
            <p:cNvSpPr/>
            <p:nvPr/>
          </p:nvSpPr>
          <p:spPr>
            <a:xfrm>
              <a:off x="5356401" y="4866463"/>
              <a:ext cx="791510" cy="664397"/>
            </a:xfrm>
            <a:prstGeom prst="rect">
              <a:avLst/>
            </a:prstGeom>
            <a:solidFill>
              <a:srgbClr val="62B23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3016">
                <a:lnSpc>
                  <a:spcPts val="620"/>
                </a:lnSpc>
              </a:pPr>
              <a:r>
                <a:rPr kumimoji="1" lang="en-US" altLang="zh-CN" sz="500" b="1" dirty="0">
                  <a:solidFill>
                    <a:srgbClr val="FFFFFF"/>
                  </a:solidFill>
                  <a:ea typeface="Arial" charset="0"/>
                  <a:cs typeface="Arial" charset="0"/>
                </a:rPr>
                <a:t>RGB </a:t>
              </a:r>
              <a:br>
                <a:rPr kumimoji="1" lang="en-US" altLang="zh-CN" sz="500" b="1" dirty="0">
                  <a:solidFill>
                    <a:srgbClr val="FFFFFF"/>
                  </a:solidFill>
                  <a:ea typeface="Arial" charset="0"/>
                  <a:cs typeface="Arial" charset="0"/>
                </a:rPr>
              </a:br>
              <a:r>
                <a:rPr kumimoji="1" lang="en-US" altLang="zh-CN" sz="500" b="1" dirty="0">
                  <a:solidFill>
                    <a:srgbClr val="FFFFFF"/>
                  </a:solidFill>
                  <a:ea typeface="Arial" charset="0"/>
                  <a:cs typeface="Arial" charset="0"/>
                </a:rPr>
                <a:t>98/178/48</a:t>
              </a:r>
            </a:p>
          </p:txBody>
        </p:sp>
        <p:sp>
          <p:nvSpPr>
            <p:cNvPr id="13" name="矩形 13"/>
            <p:cNvSpPr/>
            <p:nvPr/>
          </p:nvSpPr>
          <p:spPr>
            <a:xfrm>
              <a:off x="6184680" y="3415851"/>
              <a:ext cx="791510" cy="664397"/>
            </a:xfrm>
            <a:prstGeom prst="rect">
              <a:avLst/>
            </a:prstGeom>
            <a:solidFill>
              <a:srgbClr val="F28944"/>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3016">
                <a:lnSpc>
                  <a:spcPts val="620"/>
                </a:lnSpc>
              </a:pPr>
              <a:r>
                <a:rPr kumimoji="1" lang="en-US" altLang="zh-CN" sz="500" b="1" dirty="0">
                  <a:solidFill>
                    <a:srgbClr val="FFFFFF"/>
                  </a:solidFill>
                  <a:ea typeface="Arial" charset="0"/>
                  <a:cs typeface="Arial" charset="0"/>
                </a:rPr>
                <a:t>RGB</a:t>
              </a:r>
              <a:br>
                <a:rPr kumimoji="1" lang="en-US" altLang="zh-CN" sz="500" b="1" dirty="0">
                  <a:solidFill>
                    <a:srgbClr val="FFFFFF"/>
                  </a:solidFill>
                  <a:ea typeface="Arial" charset="0"/>
                  <a:cs typeface="Arial" charset="0"/>
                </a:rPr>
              </a:br>
              <a:r>
                <a:rPr kumimoji="1" lang="en-US" altLang="zh-CN" sz="500" b="1" dirty="0">
                  <a:solidFill>
                    <a:srgbClr val="FFFFFF"/>
                  </a:solidFill>
                  <a:ea typeface="Arial" charset="0"/>
                  <a:cs typeface="Arial" charset="0"/>
                </a:rPr>
                <a:t>242/137/68</a:t>
              </a:r>
              <a:endParaRPr kumimoji="1" lang="mr-IN" altLang="zh-CN" sz="500" b="1" dirty="0">
                <a:solidFill>
                  <a:srgbClr val="FFFFFF"/>
                </a:solidFill>
                <a:ea typeface="Arial" charset="0"/>
                <a:cs typeface="Arial" charset="0"/>
              </a:endParaRPr>
            </a:p>
          </p:txBody>
        </p:sp>
        <p:sp>
          <p:nvSpPr>
            <p:cNvPr id="14" name="矩形 13"/>
            <p:cNvSpPr/>
            <p:nvPr/>
          </p:nvSpPr>
          <p:spPr>
            <a:xfrm>
              <a:off x="5353240" y="184963"/>
              <a:ext cx="791510" cy="664397"/>
            </a:xfrm>
            <a:prstGeom prst="rect">
              <a:avLst/>
            </a:prstGeom>
            <a:solidFill>
              <a:srgbClr val="C7000B"/>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3016">
                <a:lnSpc>
                  <a:spcPts val="620"/>
                </a:lnSpc>
              </a:pPr>
              <a:r>
                <a:rPr kumimoji="1" lang="en-US" altLang="zh-CN" sz="500" b="1" dirty="0">
                  <a:solidFill>
                    <a:srgbClr val="FFFFFF"/>
                  </a:solidFill>
                  <a:ea typeface="Arial" charset="0"/>
                  <a:cs typeface="Arial" charset="0"/>
                </a:rPr>
                <a:t>PANTONE 185C</a:t>
              </a:r>
            </a:p>
            <a:p>
              <a:pPr algn="ctr" defTabSz="913016">
                <a:lnSpc>
                  <a:spcPts val="620"/>
                </a:lnSpc>
              </a:pPr>
              <a:r>
                <a:rPr kumimoji="1" lang="en-US" altLang="zh-CN" sz="500" b="1" dirty="0">
                  <a:solidFill>
                    <a:srgbClr val="FFFFFF"/>
                  </a:solidFill>
                  <a:ea typeface="Arial" charset="0"/>
                  <a:cs typeface="Arial" charset="0"/>
                </a:rPr>
                <a:t>RGB </a:t>
              </a:r>
              <a:br>
                <a:rPr kumimoji="1" lang="en-US" altLang="zh-CN" sz="500" b="1" dirty="0">
                  <a:solidFill>
                    <a:srgbClr val="FFFFFF"/>
                  </a:solidFill>
                  <a:ea typeface="Arial" charset="0"/>
                  <a:cs typeface="Arial" charset="0"/>
                </a:rPr>
              </a:br>
              <a:r>
                <a:rPr kumimoji="1" lang="en-US" altLang="zh-CN" sz="500" b="1" dirty="0">
                  <a:solidFill>
                    <a:srgbClr val="FFFFFF"/>
                  </a:solidFill>
                  <a:ea typeface="Arial" charset="0"/>
                  <a:cs typeface="Arial" charset="0"/>
                </a:rPr>
                <a:t>199/0/11  </a:t>
              </a:r>
            </a:p>
          </p:txBody>
        </p:sp>
        <p:sp>
          <p:nvSpPr>
            <p:cNvPr id="15" name="文本框 15"/>
            <p:cNvSpPr txBox="1"/>
            <p:nvPr/>
          </p:nvSpPr>
          <p:spPr>
            <a:xfrm>
              <a:off x="5343883" y="-48857"/>
              <a:ext cx="1358295" cy="204645"/>
            </a:xfrm>
            <a:prstGeom prst="rect">
              <a:avLst/>
            </a:prstGeom>
            <a:noFill/>
          </p:spPr>
          <p:txBody>
            <a:bodyPr wrap="square" lIns="0" tIns="0" rIns="0" bIns="0" rtlCol="0" anchor="b" anchorCtr="0">
              <a:spAutoFit/>
            </a:bodyPr>
            <a:lstStyle/>
            <a:p>
              <a:pPr defTabSz="913016"/>
              <a:r>
                <a:rPr kumimoji="1" lang="zh-CN" altLang="en-US" sz="800">
                  <a:solidFill>
                    <a:srgbClr val="1B1B18"/>
                  </a:solidFill>
                  <a:latin typeface="Arial"/>
                  <a:cs typeface="Arial" panose="020B0604020202020204" pitchFamily="34" charset="0"/>
                </a:rPr>
                <a:t>公司色</a:t>
              </a:r>
              <a:endParaRPr kumimoji="1" lang="zh-CN" altLang="en-US" sz="800" dirty="0">
                <a:solidFill>
                  <a:srgbClr val="1B1B18"/>
                </a:solidFill>
                <a:latin typeface="Arial"/>
                <a:cs typeface="Arial" panose="020B0604020202020204" pitchFamily="34" charset="0"/>
              </a:endParaRPr>
            </a:p>
          </p:txBody>
        </p:sp>
        <p:sp>
          <p:nvSpPr>
            <p:cNvPr id="16" name="矩形 13"/>
            <p:cNvSpPr/>
            <p:nvPr/>
          </p:nvSpPr>
          <p:spPr>
            <a:xfrm>
              <a:off x="5352600" y="918047"/>
              <a:ext cx="791510" cy="664397"/>
            </a:xfrm>
            <a:prstGeom prst="rect">
              <a:avLst/>
            </a:prstGeom>
            <a:solidFill>
              <a:srgbClr val="C8102E"/>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3016">
                <a:lnSpc>
                  <a:spcPts val="620"/>
                </a:lnSpc>
              </a:pPr>
              <a:r>
                <a:rPr kumimoji="1" lang="en-US" altLang="zh-CN" sz="500" b="1" dirty="0">
                  <a:solidFill>
                    <a:srgbClr val="FFFFFF"/>
                  </a:solidFill>
                  <a:ea typeface="Arial" charset="0"/>
                  <a:cs typeface="Arial" charset="0"/>
                </a:rPr>
                <a:t>PANTONE 186C</a:t>
              </a:r>
            </a:p>
            <a:p>
              <a:pPr algn="ctr" defTabSz="913016">
                <a:lnSpc>
                  <a:spcPts val="620"/>
                </a:lnSpc>
              </a:pPr>
              <a:r>
                <a:rPr kumimoji="1" lang="en-US" altLang="zh-CN" sz="500" b="1" dirty="0">
                  <a:solidFill>
                    <a:srgbClr val="FFFFFF"/>
                  </a:solidFill>
                  <a:ea typeface="Arial" charset="0"/>
                  <a:cs typeface="Arial" charset="0"/>
                </a:rPr>
                <a:t>RGB</a:t>
              </a:r>
              <a:br>
                <a:rPr kumimoji="1" lang="en-US" altLang="zh-CN" sz="500" b="1" dirty="0">
                  <a:solidFill>
                    <a:srgbClr val="FFFFFF"/>
                  </a:solidFill>
                  <a:ea typeface="Arial" charset="0"/>
                  <a:cs typeface="Arial" charset="0"/>
                </a:rPr>
              </a:br>
              <a:r>
                <a:rPr kumimoji="1" lang="en-US" altLang="zh-CN" sz="500" b="1" dirty="0">
                  <a:solidFill>
                    <a:srgbClr val="FFFFFF"/>
                  </a:solidFill>
                  <a:ea typeface="Arial" charset="0"/>
                  <a:cs typeface="Arial" charset="0"/>
                </a:rPr>
                <a:t>200/16/46  </a:t>
              </a:r>
            </a:p>
          </p:txBody>
        </p:sp>
        <p:sp>
          <p:nvSpPr>
            <p:cNvPr id="17" name="矩形 13"/>
            <p:cNvSpPr/>
            <p:nvPr/>
          </p:nvSpPr>
          <p:spPr>
            <a:xfrm>
              <a:off x="5354164" y="2665974"/>
              <a:ext cx="791510" cy="664397"/>
            </a:xfrm>
            <a:prstGeom prst="rect">
              <a:avLst/>
            </a:prstGeom>
            <a:solidFill>
              <a:srgbClr val="7F000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3016">
                <a:lnSpc>
                  <a:spcPts val="620"/>
                </a:lnSpc>
              </a:pPr>
              <a:r>
                <a:rPr kumimoji="1" lang="en-US" altLang="zh-CN" sz="500" b="1" dirty="0">
                  <a:solidFill>
                    <a:srgbClr val="FFFFFF"/>
                  </a:solidFill>
                  <a:ea typeface="Arial" charset="0"/>
                  <a:cs typeface="Arial" charset="0"/>
                </a:rPr>
                <a:t>RGB</a:t>
              </a:r>
              <a:br>
                <a:rPr kumimoji="1" lang="en-US" altLang="zh-CN" sz="500" b="1" dirty="0">
                  <a:solidFill>
                    <a:srgbClr val="FFFFFF"/>
                  </a:solidFill>
                  <a:ea typeface="Arial" charset="0"/>
                  <a:cs typeface="Arial" charset="0"/>
                </a:rPr>
              </a:br>
              <a:r>
                <a:rPr kumimoji="1" lang="en-US" altLang="zh-CN" sz="500" b="1" dirty="0">
                  <a:solidFill>
                    <a:srgbClr val="FFFFFF"/>
                  </a:solidFill>
                  <a:ea typeface="Arial" charset="0"/>
                  <a:cs typeface="Arial" charset="0"/>
                </a:rPr>
                <a:t>127/0/1</a:t>
              </a:r>
            </a:p>
          </p:txBody>
        </p:sp>
        <p:sp>
          <p:nvSpPr>
            <p:cNvPr id="18" name="矩形 13"/>
            <p:cNvSpPr/>
            <p:nvPr/>
          </p:nvSpPr>
          <p:spPr>
            <a:xfrm>
              <a:off x="5354164" y="4134866"/>
              <a:ext cx="791510" cy="664397"/>
            </a:xfrm>
            <a:prstGeom prst="rect">
              <a:avLst/>
            </a:prstGeom>
            <a:solidFill>
              <a:srgbClr val="FCC8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3016">
                <a:lnSpc>
                  <a:spcPts val="620"/>
                </a:lnSpc>
              </a:pPr>
              <a:r>
                <a:rPr kumimoji="1" lang="en-US" altLang="zh-CN" sz="500" b="1" dirty="0">
                  <a:solidFill>
                    <a:srgbClr val="FFFFFF"/>
                  </a:solidFill>
                  <a:ea typeface="Arial" charset="0"/>
                  <a:cs typeface="Arial" charset="0"/>
                </a:rPr>
                <a:t>RGB</a:t>
              </a:r>
              <a:br>
                <a:rPr kumimoji="1" lang="en-US" altLang="zh-CN" sz="500" b="1" dirty="0">
                  <a:solidFill>
                    <a:srgbClr val="FFFFFF"/>
                  </a:solidFill>
                  <a:ea typeface="Arial" charset="0"/>
                  <a:cs typeface="Arial" charset="0"/>
                </a:rPr>
              </a:br>
              <a:r>
                <a:rPr kumimoji="1" lang="en-US" altLang="zh-CN" sz="500" b="1" dirty="0">
                  <a:solidFill>
                    <a:srgbClr val="FFFFFF"/>
                  </a:solidFill>
                  <a:ea typeface="Arial" charset="0"/>
                  <a:cs typeface="Arial" charset="0"/>
                </a:rPr>
                <a:t>52/200/0</a:t>
              </a:r>
            </a:p>
          </p:txBody>
        </p:sp>
        <p:sp>
          <p:nvSpPr>
            <p:cNvPr id="19" name="矩形 13"/>
            <p:cNvSpPr/>
            <p:nvPr/>
          </p:nvSpPr>
          <p:spPr>
            <a:xfrm>
              <a:off x="5354164" y="5596166"/>
              <a:ext cx="791510" cy="664397"/>
            </a:xfrm>
            <a:prstGeom prst="rect">
              <a:avLst/>
            </a:prstGeom>
            <a:solidFill>
              <a:srgbClr val="30B5C5"/>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3016">
                <a:lnSpc>
                  <a:spcPts val="620"/>
                </a:lnSpc>
              </a:pPr>
              <a:r>
                <a:rPr kumimoji="1" lang="en-US" altLang="zh-CN" sz="500" b="1" dirty="0">
                  <a:solidFill>
                    <a:srgbClr val="FFFFFF"/>
                  </a:solidFill>
                  <a:ea typeface="Arial" charset="0"/>
                  <a:cs typeface="Arial" charset="0"/>
                </a:rPr>
                <a:t>RGB </a:t>
              </a:r>
              <a:br>
                <a:rPr kumimoji="1" lang="en-US" altLang="zh-CN" sz="500" b="1" dirty="0">
                  <a:solidFill>
                    <a:srgbClr val="FFFFFF"/>
                  </a:solidFill>
                  <a:ea typeface="Arial" charset="0"/>
                  <a:cs typeface="Arial" charset="0"/>
                </a:rPr>
              </a:br>
              <a:r>
                <a:rPr kumimoji="1" lang="en-US" altLang="zh-CN" sz="500" b="1" dirty="0">
                  <a:solidFill>
                    <a:srgbClr val="FFFFFF"/>
                  </a:solidFill>
                  <a:ea typeface="Arial" charset="0"/>
                  <a:cs typeface="Arial" charset="0"/>
                </a:rPr>
                <a:t>48/181/197</a:t>
              </a:r>
            </a:p>
          </p:txBody>
        </p:sp>
        <p:sp>
          <p:nvSpPr>
            <p:cNvPr id="20" name="矩形 13"/>
            <p:cNvSpPr/>
            <p:nvPr/>
          </p:nvSpPr>
          <p:spPr>
            <a:xfrm>
              <a:off x="6194511" y="4866463"/>
              <a:ext cx="791510" cy="664397"/>
            </a:xfrm>
            <a:prstGeom prst="rect">
              <a:avLst/>
            </a:prstGeom>
            <a:solidFill>
              <a:srgbClr val="81C15F"/>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3016">
                <a:lnSpc>
                  <a:spcPts val="620"/>
                </a:lnSpc>
              </a:pPr>
              <a:r>
                <a:rPr kumimoji="1" lang="en-US" altLang="zh-CN" sz="500" b="1" dirty="0">
                  <a:solidFill>
                    <a:srgbClr val="FFFFFF"/>
                  </a:solidFill>
                  <a:ea typeface="Arial" charset="0"/>
                  <a:cs typeface="Arial" charset="0"/>
                </a:rPr>
                <a:t>RGB</a:t>
              </a:r>
              <a:br>
                <a:rPr kumimoji="1" lang="en-US" altLang="zh-CN" sz="500" b="1" dirty="0">
                  <a:solidFill>
                    <a:srgbClr val="FFFFFF"/>
                  </a:solidFill>
                  <a:ea typeface="Arial" charset="0"/>
                  <a:cs typeface="Arial" charset="0"/>
                </a:rPr>
              </a:br>
              <a:r>
                <a:rPr kumimoji="1" lang="en-US" altLang="zh-CN" sz="500" b="1" dirty="0">
                  <a:solidFill>
                    <a:srgbClr val="FFFFFF"/>
                  </a:solidFill>
                  <a:ea typeface="Arial" charset="0"/>
                  <a:cs typeface="Arial" charset="0"/>
                </a:rPr>
                <a:t>129/193/95</a:t>
              </a:r>
            </a:p>
          </p:txBody>
        </p:sp>
        <p:sp>
          <p:nvSpPr>
            <p:cNvPr id="21" name="矩形 13"/>
            <p:cNvSpPr/>
            <p:nvPr/>
          </p:nvSpPr>
          <p:spPr>
            <a:xfrm>
              <a:off x="6192274" y="4134866"/>
              <a:ext cx="791510" cy="664397"/>
            </a:xfrm>
            <a:prstGeom prst="rect">
              <a:avLst/>
            </a:prstGeom>
            <a:solidFill>
              <a:srgbClr val="FDD35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3016">
                <a:lnSpc>
                  <a:spcPts val="620"/>
                </a:lnSpc>
              </a:pPr>
              <a:r>
                <a:rPr kumimoji="1" lang="en-US" altLang="zh-CN" sz="500" b="1" dirty="0">
                  <a:solidFill>
                    <a:srgbClr val="FFFFFF"/>
                  </a:solidFill>
                  <a:ea typeface="Arial" charset="0"/>
                  <a:cs typeface="Arial" charset="0"/>
                </a:rPr>
                <a:t>RGB</a:t>
              </a:r>
              <a:br>
                <a:rPr kumimoji="1" lang="en-US" altLang="zh-CN" sz="500" b="1" dirty="0">
                  <a:solidFill>
                    <a:srgbClr val="FFFFFF"/>
                  </a:solidFill>
                  <a:ea typeface="Arial" charset="0"/>
                  <a:cs typeface="Arial" charset="0"/>
                </a:rPr>
              </a:br>
              <a:r>
                <a:rPr kumimoji="1" lang="en-US" altLang="zh-CN" sz="500" b="1" dirty="0">
                  <a:solidFill>
                    <a:srgbClr val="FFFFFF"/>
                  </a:solidFill>
                  <a:ea typeface="Arial" charset="0"/>
                  <a:cs typeface="Arial" charset="0"/>
                </a:rPr>
                <a:t>253/211/81</a:t>
              </a:r>
            </a:p>
          </p:txBody>
        </p:sp>
        <p:sp>
          <p:nvSpPr>
            <p:cNvPr id="22" name="矩形 13"/>
            <p:cNvSpPr/>
            <p:nvPr/>
          </p:nvSpPr>
          <p:spPr>
            <a:xfrm>
              <a:off x="6192274" y="5596166"/>
              <a:ext cx="791510" cy="664397"/>
            </a:xfrm>
            <a:prstGeom prst="rect">
              <a:avLst/>
            </a:prstGeom>
            <a:solidFill>
              <a:srgbClr val="56C4D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3016">
                <a:lnSpc>
                  <a:spcPts val="620"/>
                </a:lnSpc>
              </a:pPr>
              <a:r>
                <a:rPr kumimoji="1" lang="en-US" altLang="zh-CN" sz="500" b="1" dirty="0">
                  <a:solidFill>
                    <a:srgbClr val="FFFFFF"/>
                  </a:solidFill>
                  <a:ea typeface="Arial" charset="0"/>
                  <a:cs typeface="Arial" charset="0"/>
                </a:rPr>
                <a:t>RGB </a:t>
              </a:r>
              <a:br>
                <a:rPr kumimoji="1" lang="en-US" altLang="zh-CN" sz="500" b="1" dirty="0">
                  <a:solidFill>
                    <a:srgbClr val="FFFFFF"/>
                  </a:solidFill>
                  <a:ea typeface="Arial" charset="0"/>
                  <a:cs typeface="Arial" charset="0"/>
                </a:rPr>
              </a:br>
              <a:r>
                <a:rPr kumimoji="1" lang="en-US" altLang="zh-CN" sz="500" b="1" dirty="0">
                  <a:solidFill>
                    <a:srgbClr val="FFFFFF"/>
                  </a:solidFill>
                  <a:ea typeface="Arial" charset="0"/>
                  <a:cs typeface="Arial" charset="0"/>
                </a:rPr>
                <a:t>86/196/210</a:t>
              </a:r>
            </a:p>
          </p:txBody>
        </p:sp>
        <p:sp>
          <p:nvSpPr>
            <p:cNvPr id="23" name="矩形 13"/>
            <p:cNvSpPr/>
            <p:nvPr/>
          </p:nvSpPr>
          <p:spPr>
            <a:xfrm>
              <a:off x="6186245" y="184963"/>
              <a:ext cx="791510" cy="664397"/>
            </a:xfrm>
            <a:prstGeom prst="rect">
              <a:avLst/>
            </a:prstGeom>
            <a:solidFill>
              <a:srgbClr val="D3394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3016">
                <a:lnSpc>
                  <a:spcPts val="620"/>
                </a:lnSpc>
              </a:pPr>
              <a:r>
                <a:rPr kumimoji="1" lang="en-US" altLang="zh-CN" sz="500" b="1" dirty="0">
                  <a:solidFill>
                    <a:srgbClr val="FFFFFF"/>
                  </a:solidFill>
                  <a:ea typeface="Arial" charset="0"/>
                  <a:cs typeface="Arial" charset="0"/>
                </a:rPr>
                <a:t>RGB </a:t>
              </a:r>
              <a:br>
                <a:rPr kumimoji="1" lang="en-US" altLang="zh-CN" sz="500" b="1" dirty="0">
                  <a:solidFill>
                    <a:srgbClr val="FFFFFF"/>
                  </a:solidFill>
                  <a:ea typeface="Arial" charset="0"/>
                  <a:cs typeface="Arial" charset="0"/>
                </a:rPr>
              </a:br>
              <a:r>
                <a:rPr kumimoji="1" lang="en-US" altLang="zh-CN" sz="500" b="1" dirty="0">
                  <a:solidFill>
                    <a:srgbClr val="FFFFFF"/>
                  </a:solidFill>
                  <a:ea typeface="Arial" charset="0"/>
                  <a:cs typeface="Arial" charset="0"/>
                </a:rPr>
                <a:t>211/57/65</a:t>
              </a:r>
            </a:p>
          </p:txBody>
        </p:sp>
        <p:sp>
          <p:nvSpPr>
            <p:cNvPr id="24" name="矩形 13"/>
            <p:cNvSpPr/>
            <p:nvPr/>
          </p:nvSpPr>
          <p:spPr>
            <a:xfrm>
              <a:off x="6185604" y="918047"/>
              <a:ext cx="791510" cy="664397"/>
            </a:xfrm>
            <a:prstGeom prst="rect">
              <a:avLst/>
            </a:prstGeom>
            <a:solidFill>
              <a:srgbClr val="D33859"/>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3016">
                <a:lnSpc>
                  <a:spcPts val="620"/>
                </a:lnSpc>
              </a:pPr>
              <a:r>
                <a:rPr kumimoji="1" lang="en-US" altLang="zh-CN" sz="500" b="1" dirty="0">
                  <a:solidFill>
                    <a:srgbClr val="FFFFFF"/>
                  </a:solidFill>
                  <a:ea typeface="Arial" charset="0"/>
                  <a:cs typeface="Arial" charset="0"/>
                </a:rPr>
                <a:t>RGB </a:t>
              </a:r>
            </a:p>
            <a:p>
              <a:pPr algn="ctr" defTabSz="913016">
                <a:lnSpc>
                  <a:spcPts val="620"/>
                </a:lnSpc>
              </a:pPr>
              <a:r>
                <a:rPr kumimoji="1" lang="en-US" altLang="zh-CN" sz="500" b="1" dirty="0">
                  <a:solidFill>
                    <a:srgbClr val="FFFFFF"/>
                  </a:solidFill>
                  <a:ea typeface="Arial" charset="0"/>
                  <a:cs typeface="Arial" charset="0"/>
                </a:rPr>
                <a:t>211/56/89</a:t>
              </a:r>
            </a:p>
          </p:txBody>
        </p:sp>
        <p:sp>
          <p:nvSpPr>
            <p:cNvPr id="25" name="矩形 13"/>
            <p:cNvSpPr/>
            <p:nvPr/>
          </p:nvSpPr>
          <p:spPr>
            <a:xfrm>
              <a:off x="6996262" y="1934171"/>
              <a:ext cx="791510" cy="664397"/>
            </a:xfrm>
            <a:prstGeom prst="rect">
              <a:avLst/>
            </a:prstGeom>
            <a:solidFill>
              <a:srgbClr val="DD80AA"/>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3016">
                <a:lnSpc>
                  <a:spcPts val="620"/>
                </a:lnSpc>
              </a:pPr>
              <a:r>
                <a:rPr kumimoji="1" lang="en-US" altLang="zh-CN" sz="500" b="1" dirty="0">
                  <a:solidFill>
                    <a:srgbClr val="1B1B18"/>
                  </a:solidFill>
                  <a:ea typeface="Arial" charset="0"/>
                  <a:cs typeface="Arial" charset="0"/>
                </a:rPr>
                <a:t>RGB 221/128/170</a:t>
              </a:r>
            </a:p>
          </p:txBody>
        </p:sp>
        <p:sp>
          <p:nvSpPr>
            <p:cNvPr id="26" name="矩形 13"/>
            <p:cNvSpPr/>
            <p:nvPr/>
          </p:nvSpPr>
          <p:spPr>
            <a:xfrm>
              <a:off x="6996262" y="2673360"/>
              <a:ext cx="791510" cy="664397"/>
            </a:xfrm>
            <a:prstGeom prst="rect">
              <a:avLst/>
            </a:prstGeom>
            <a:solidFill>
              <a:srgbClr val="BF808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3016">
                <a:lnSpc>
                  <a:spcPts val="620"/>
                </a:lnSpc>
                <a:defRPr/>
              </a:pPr>
              <a:r>
                <a:rPr kumimoji="1" lang="en-US" altLang="zh-CN" sz="500" b="1" dirty="0">
                  <a:solidFill>
                    <a:srgbClr val="1B1B18"/>
                  </a:solidFill>
                  <a:ea typeface="Arial" charset="0"/>
                  <a:cs typeface="Arial" charset="0"/>
                </a:rPr>
                <a:t>RGB 191/128/130</a:t>
              </a:r>
            </a:p>
          </p:txBody>
        </p:sp>
        <p:sp>
          <p:nvSpPr>
            <p:cNvPr id="27" name="矩形 13"/>
            <p:cNvSpPr/>
            <p:nvPr/>
          </p:nvSpPr>
          <p:spPr>
            <a:xfrm>
              <a:off x="6996262" y="3415851"/>
              <a:ext cx="791510" cy="664397"/>
            </a:xfrm>
            <a:prstGeom prst="rect">
              <a:avLst/>
            </a:prstGeom>
            <a:solidFill>
              <a:srgbClr val="F6B78C"/>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3016">
                <a:lnSpc>
                  <a:spcPts val="620"/>
                </a:lnSpc>
              </a:pPr>
              <a:r>
                <a:rPr kumimoji="1" lang="en-US" altLang="zh-CN" sz="500" b="1" dirty="0">
                  <a:solidFill>
                    <a:srgbClr val="1B1B18"/>
                  </a:solidFill>
                  <a:ea typeface="Arial" charset="0"/>
                  <a:cs typeface="Arial" charset="0"/>
                </a:rPr>
                <a:t>RGB 246/183/140</a:t>
              </a:r>
              <a:endParaRPr kumimoji="1" lang="mr-IN" altLang="zh-CN" sz="500" b="1" dirty="0">
                <a:solidFill>
                  <a:srgbClr val="1B1B18"/>
                </a:solidFill>
                <a:ea typeface="Arial" charset="0"/>
                <a:cs typeface="Arial" charset="0"/>
              </a:endParaRPr>
            </a:p>
          </p:txBody>
        </p:sp>
        <p:sp>
          <p:nvSpPr>
            <p:cNvPr id="28" name="矩形 13"/>
            <p:cNvSpPr/>
            <p:nvPr/>
          </p:nvSpPr>
          <p:spPr>
            <a:xfrm>
              <a:off x="7006093" y="4866463"/>
              <a:ext cx="791510" cy="664397"/>
            </a:xfrm>
            <a:prstGeom prst="rect">
              <a:avLst/>
            </a:prstGeom>
            <a:solidFill>
              <a:srgbClr val="AFD89C"/>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3016">
                <a:lnSpc>
                  <a:spcPts val="620"/>
                </a:lnSpc>
              </a:pPr>
              <a:r>
                <a:rPr kumimoji="1" lang="en-US" altLang="zh-CN" sz="500" b="1" dirty="0">
                  <a:solidFill>
                    <a:srgbClr val="1B1B18"/>
                  </a:solidFill>
                  <a:ea typeface="Arial" charset="0"/>
                  <a:cs typeface="Arial" charset="0"/>
                </a:rPr>
                <a:t>RGB 176/216/156</a:t>
              </a:r>
            </a:p>
          </p:txBody>
        </p:sp>
        <p:sp>
          <p:nvSpPr>
            <p:cNvPr id="29" name="矩形 13"/>
            <p:cNvSpPr/>
            <p:nvPr/>
          </p:nvSpPr>
          <p:spPr>
            <a:xfrm>
              <a:off x="7003856" y="4134866"/>
              <a:ext cx="791510" cy="664397"/>
            </a:xfrm>
            <a:prstGeom prst="rect">
              <a:avLst/>
            </a:prstGeom>
            <a:solidFill>
              <a:srgbClr val="FDE397"/>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3016">
                <a:lnSpc>
                  <a:spcPts val="620"/>
                </a:lnSpc>
              </a:pPr>
              <a:r>
                <a:rPr kumimoji="1" lang="en-US" altLang="zh-CN" sz="500" b="1" dirty="0">
                  <a:solidFill>
                    <a:srgbClr val="1B1B18"/>
                  </a:solidFill>
                  <a:ea typeface="Arial" charset="0"/>
                  <a:cs typeface="Arial" charset="0"/>
                </a:rPr>
                <a:t>RGB 253/227/181</a:t>
              </a:r>
            </a:p>
          </p:txBody>
        </p:sp>
        <p:sp>
          <p:nvSpPr>
            <p:cNvPr id="30" name="矩形 13"/>
            <p:cNvSpPr/>
            <p:nvPr/>
          </p:nvSpPr>
          <p:spPr>
            <a:xfrm>
              <a:off x="7003856" y="5596166"/>
              <a:ext cx="791510" cy="664397"/>
            </a:xfrm>
            <a:prstGeom prst="rect">
              <a:avLst/>
            </a:prstGeom>
            <a:solidFill>
              <a:srgbClr val="94DAE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3016">
                <a:lnSpc>
                  <a:spcPts val="620"/>
                </a:lnSpc>
              </a:pPr>
              <a:r>
                <a:rPr kumimoji="1" lang="en-US" altLang="zh-CN" sz="500" b="1" dirty="0">
                  <a:solidFill>
                    <a:srgbClr val="1B1B18"/>
                  </a:solidFill>
                  <a:ea typeface="Arial" charset="0"/>
                  <a:cs typeface="Arial" charset="0"/>
                </a:rPr>
                <a:t>RGB 148/218/226</a:t>
              </a:r>
            </a:p>
          </p:txBody>
        </p:sp>
        <p:sp>
          <p:nvSpPr>
            <p:cNvPr id="31" name="矩形 13"/>
            <p:cNvSpPr/>
            <p:nvPr/>
          </p:nvSpPr>
          <p:spPr>
            <a:xfrm>
              <a:off x="6997826" y="184963"/>
              <a:ext cx="791510" cy="664397"/>
            </a:xfrm>
            <a:prstGeom prst="rect">
              <a:avLst/>
            </a:prstGeom>
            <a:solidFill>
              <a:srgbClr val="E28189"/>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3016">
                <a:lnSpc>
                  <a:spcPts val="620"/>
                </a:lnSpc>
              </a:pPr>
              <a:r>
                <a:rPr kumimoji="1" lang="en-US" altLang="zh-CN" sz="500" b="1" dirty="0">
                  <a:solidFill>
                    <a:srgbClr val="1B1B18"/>
                  </a:solidFill>
                  <a:ea typeface="Arial" charset="0"/>
                  <a:cs typeface="Arial" charset="0"/>
                </a:rPr>
                <a:t>RGB 226/129/137</a:t>
              </a:r>
            </a:p>
          </p:txBody>
        </p:sp>
        <p:sp>
          <p:nvSpPr>
            <p:cNvPr id="32" name="矩形 13"/>
            <p:cNvSpPr/>
            <p:nvPr/>
          </p:nvSpPr>
          <p:spPr>
            <a:xfrm>
              <a:off x="6997185" y="918047"/>
              <a:ext cx="791510" cy="664397"/>
            </a:xfrm>
            <a:prstGeom prst="rect">
              <a:avLst/>
            </a:prstGeom>
            <a:solidFill>
              <a:srgbClr val="E2819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3016">
                <a:lnSpc>
                  <a:spcPts val="620"/>
                </a:lnSpc>
              </a:pPr>
              <a:r>
                <a:rPr kumimoji="1" lang="en-US" altLang="zh-CN" sz="500" b="1" dirty="0">
                  <a:solidFill>
                    <a:srgbClr val="1B1B18"/>
                  </a:solidFill>
                  <a:ea typeface="Arial" charset="0"/>
                  <a:cs typeface="Arial" charset="0"/>
                </a:rPr>
                <a:t>RGB 226/129/152</a:t>
              </a:r>
            </a:p>
          </p:txBody>
        </p:sp>
        <p:sp>
          <p:nvSpPr>
            <p:cNvPr id="33" name="矩形 13"/>
            <p:cNvSpPr/>
            <p:nvPr/>
          </p:nvSpPr>
          <p:spPr>
            <a:xfrm>
              <a:off x="7806130" y="1934171"/>
              <a:ext cx="791510" cy="664397"/>
            </a:xfrm>
            <a:prstGeom prst="rect">
              <a:avLst/>
            </a:prstGeom>
            <a:solidFill>
              <a:srgbClr val="EBB3CC"/>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3016">
                <a:lnSpc>
                  <a:spcPts val="620"/>
                </a:lnSpc>
              </a:pPr>
              <a:r>
                <a:rPr kumimoji="1" lang="en-US" altLang="zh-CN" sz="500" b="1" dirty="0">
                  <a:solidFill>
                    <a:srgbClr val="1B1B18"/>
                  </a:solidFill>
                  <a:ea typeface="Arial" charset="0"/>
                  <a:cs typeface="Arial" charset="0"/>
                </a:rPr>
                <a:t>RGB 235/179/204</a:t>
              </a:r>
            </a:p>
          </p:txBody>
        </p:sp>
        <p:sp>
          <p:nvSpPr>
            <p:cNvPr id="34" name="矩形 13"/>
            <p:cNvSpPr/>
            <p:nvPr/>
          </p:nvSpPr>
          <p:spPr>
            <a:xfrm>
              <a:off x="7806130" y="2673360"/>
              <a:ext cx="791510" cy="664397"/>
            </a:xfrm>
            <a:prstGeom prst="rect">
              <a:avLst/>
            </a:prstGeom>
            <a:solidFill>
              <a:srgbClr val="D8B3B3"/>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3016">
                <a:lnSpc>
                  <a:spcPts val="620"/>
                </a:lnSpc>
                <a:defRPr/>
              </a:pPr>
              <a:r>
                <a:rPr kumimoji="1" lang="en-US" altLang="zh-CN" sz="500" b="1" dirty="0">
                  <a:solidFill>
                    <a:srgbClr val="1B1B18"/>
                  </a:solidFill>
                  <a:ea typeface="Arial" charset="0"/>
                  <a:cs typeface="Arial" charset="0"/>
                </a:rPr>
                <a:t>RGB 216/179/179</a:t>
              </a:r>
            </a:p>
          </p:txBody>
        </p:sp>
        <p:sp>
          <p:nvSpPr>
            <p:cNvPr id="35" name="矩形 13"/>
            <p:cNvSpPr/>
            <p:nvPr/>
          </p:nvSpPr>
          <p:spPr>
            <a:xfrm>
              <a:off x="7806130" y="3415851"/>
              <a:ext cx="791510" cy="664397"/>
            </a:xfrm>
            <a:prstGeom prst="rect">
              <a:avLst/>
            </a:prstGeom>
            <a:solidFill>
              <a:srgbClr val="FAD3BB"/>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3016">
                <a:lnSpc>
                  <a:spcPts val="620"/>
                </a:lnSpc>
              </a:pPr>
              <a:r>
                <a:rPr kumimoji="1" lang="en-US" altLang="zh-CN" sz="500" b="1" dirty="0">
                  <a:solidFill>
                    <a:srgbClr val="1B1B18"/>
                  </a:solidFill>
                  <a:ea typeface="Arial" charset="0"/>
                  <a:cs typeface="Arial" charset="0"/>
                </a:rPr>
                <a:t>RGB 250/211/187</a:t>
              </a:r>
              <a:endParaRPr kumimoji="1" lang="mr-IN" altLang="zh-CN" sz="500" b="1" dirty="0">
                <a:solidFill>
                  <a:srgbClr val="1B1B18"/>
                </a:solidFill>
                <a:ea typeface="Arial" charset="0"/>
                <a:cs typeface="Arial" charset="0"/>
              </a:endParaRPr>
            </a:p>
          </p:txBody>
        </p:sp>
        <p:sp>
          <p:nvSpPr>
            <p:cNvPr id="36" name="矩形 13"/>
            <p:cNvSpPr/>
            <p:nvPr/>
          </p:nvSpPr>
          <p:spPr>
            <a:xfrm>
              <a:off x="7815961" y="4866463"/>
              <a:ext cx="791510" cy="664397"/>
            </a:xfrm>
            <a:prstGeom prst="rect">
              <a:avLst/>
            </a:prstGeom>
            <a:solidFill>
              <a:srgbClr val="D0E8C4"/>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3016">
                <a:lnSpc>
                  <a:spcPts val="620"/>
                </a:lnSpc>
              </a:pPr>
              <a:r>
                <a:rPr kumimoji="1" lang="en-US" altLang="zh-CN" sz="500" b="1" dirty="0">
                  <a:solidFill>
                    <a:srgbClr val="1B1B18"/>
                  </a:solidFill>
                  <a:ea typeface="Arial" charset="0"/>
                  <a:cs typeface="Arial" charset="0"/>
                </a:rPr>
                <a:t>RGB 208/232/196</a:t>
              </a:r>
            </a:p>
          </p:txBody>
        </p:sp>
        <p:sp>
          <p:nvSpPr>
            <p:cNvPr id="37" name="矩形 13"/>
            <p:cNvSpPr/>
            <p:nvPr/>
          </p:nvSpPr>
          <p:spPr>
            <a:xfrm>
              <a:off x="7813724" y="4134866"/>
              <a:ext cx="791510" cy="664397"/>
            </a:xfrm>
            <a:prstGeom prst="rect">
              <a:avLst/>
            </a:prstGeom>
            <a:solidFill>
              <a:srgbClr val="FEEEC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3016">
                <a:lnSpc>
                  <a:spcPts val="620"/>
                </a:lnSpc>
              </a:pPr>
              <a:r>
                <a:rPr kumimoji="1" lang="en-US" altLang="zh-CN" sz="500" b="1" dirty="0">
                  <a:solidFill>
                    <a:srgbClr val="1B1B18"/>
                  </a:solidFill>
                  <a:ea typeface="Arial" charset="0"/>
                  <a:cs typeface="Arial" charset="0"/>
                </a:rPr>
                <a:t>RGB 254/238/193</a:t>
              </a:r>
            </a:p>
          </p:txBody>
        </p:sp>
        <p:sp>
          <p:nvSpPr>
            <p:cNvPr id="38" name="矩形 13"/>
            <p:cNvSpPr/>
            <p:nvPr/>
          </p:nvSpPr>
          <p:spPr>
            <a:xfrm>
              <a:off x="7813724" y="5596166"/>
              <a:ext cx="791510" cy="664397"/>
            </a:xfrm>
            <a:prstGeom prst="rect">
              <a:avLst/>
            </a:prstGeom>
            <a:solidFill>
              <a:srgbClr val="BEE9EE"/>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3016">
                <a:lnSpc>
                  <a:spcPts val="620"/>
                </a:lnSpc>
              </a:pPr>
              <a:r>
                <a:rPr kumimoji="1" lang="en-US" altLang="zh-CN" sz="500" b="1" dirty="0">
                  <a:solidFill>
                    <a:srgbClr val="1B1B18"/>
                  </a:solidFill>
                  <a:ea typeface="Arial" charset="0"/>
                  <a:cs typeface="Arial" charset="0"/>
                </a:rPr>
                <a:t>RGB</a:t>
              </a:r>
              <a:br>
                <a:rPr kumimoji="1" lang="en-US" altLang="zh-CN" sz="500" b="1" dirty="0">
                  <a:solidFill>
                    <a:srgbClr val="1B1B18"/>
                  </a:solidFill>
                  <a:ea typeface="Arial" charset="0"/>
                  <a:cs typeface="Arial" charset="0"/>
                </a:rPr>
              </a:br>
              <a:r>
                <a:rPr kumimoji="1" lang="en-US" altLang="zh-CN" sz="500" b="1" dirty="0">
                  <a:solidFill>
                    <a:srgbClr val="1B1B18"/>
                  </a:solidFill>
                  <a:ea typeface="Arial" charset="0"/>
                  <a:cs typeface="Arial" charset="0"/>
                </a:rPr>
                <a:t>190/23/238</a:t>
              </a:r>
            </a:p>
          </p:txBody>
        </p:sp>
        <p:sp>
          <p:nvSpPr>
            <p:cNvPr id="39" name="矩形 13"/>
            <p:cNvSpPr/>
            <p:nvPr/>
          </p:nvSpPr>
          <p:spPr>
            <a:xfrm>
              <a:off x="7807694" y="184963"/>
              <a:ext cx="791510" cy="664397"/>
            </a:xfrm>
            <a:prstGeom prst="rect">
              <a:avLst/>
            </a:prstGeom>
            <a:solidFill>
              <a:srgbClr val="EEB3B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3016">
                <a:lnSpc>
                  <a:spcPts val="620"/>
                </a:lnSpc>
              </a:pPr>
              <a:r>
                <a:rPr kumimoji="1" lang="en-US" altLang="zh-CN" sz="500" b="1" dirty="0">
                  <a:solidFill>
                    <a:srgbClr val="1B1B18"/>
                  </a:solidFill>
                  <a:ea typeface="Arial" charset="0"/>
                  <a:cs typeface="Arial" charset="0"/>
                </a:rPr>
                <a:t>RGB 239/178/184</a:t>
              </a:r>
            </a:p>
          </p:txBody>
        </p:sp>
        <p:sp>
          <p:nvSpPr>
            <p:cNvPr id="40" name="矩形 13"/>
            <p:cNvSpPr/>
            <p:nvPr/>
          </p:nvSpPr>
          <p:spPr>
            <a:xfrm>
              <a:off x="7807054" y="918047"/>
              <a:ext cx="791510" cy="664397"/>
            </a:xfrm>
            <a:prstGeom prst="rect">
              <a:avLst/>
            </a:prstGeom>
            <a:solidFill>
              <a:srgbClr val="EEB3C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3016">
                <a:lnSpc>
                  <a:spcPts val="620"/>
                </a:lnSpc>
              </a:pPr>
              <a:r>
                <a:rPr kumimoji="1" lang="en-US" altLang="zh-CN" sz="500" b="1" dirty="0">
                  <a:solidFill>
                    <a:srgbClr val="1B1B18"/>
                  </a:solidFill>
                  <a:ea typeface="Arial" charset="0"/>
                  <a:cs typeface="Arial" charset="0"/>
                </a:rPr>
                <a:t>RGB 238/179/193</a:t>
              </a:r>
            </a:p>
          </p:txBody>
        </p:sp>
        <p:sp>
          <p:nvSpPr>
            <p:cNvPr id="41" name="矩形 13"/>
            <p:cNvSpPr/>
            <p:nvPr/>
          </p:nvSpPr>
          <p:spPr>
            <a:xfrm>
              <a:off x="5354169" y="6324025"/>
              <a:ext cx="513579" cy="664397"/>
            </a:xfrm>
            <a:prstGeom prst="rect">
              <a:avLst/>
            </a:prstGeom>
            <a:solidFill>
              <a:srgbClr val="221815"/>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3016">
                <a:lnSpc>
                  <a:spcPts val="620"/>
                </a:lnSpc>
              </a:pPr>
              <a:r>
                <a:rPr kumimoji="1" lang="en-US" altLang="zh-CN" sz="500" b="1" dirty="0">
                  <a:solidFill>
                    <a:srgbClr val="FFFFFF"/>
                  </a:solidFill>
                  <a:ea typeface="Arial" charset="0"/>
                  <a:cs typeface="Arial" charset="0"/>
                </a:rPr>
                <a:t>RGB </a:t>
              </a:r>
              <a:br>
                <a:rPr kumimoji="1" lang="en-US" altLang="zh-CN" sz="500" b="1" dirty="0">
                  <a:solidFill>
                    <a:srgbClr val="FFFFFF"/>
                  </a:solidFill>
                  <a:ea typeface="Arial" charset="0"/>
                  <a:cs typeface="Arial" charset="0"/>
                </a:rPr>
              </a:br>
              <a:r>
                <a:rPr kumimoji="1" lang="en-US" altLang="zh-CN" sz="500" b="1" dirty="0">
                  <a:solidFill>
                    <a:srgbClr val="FFFFFF"/>
                  </a:solidFill>
                  <a:ea typeface="Arial" charset="0"/>
                  <a:cs typeface="Arial" charset="0"/>
                </a:rPr>
                <a:t>35/24/21</a:t>
              </a:r>
            </a:p>
          </p:txBody>
        </p:sp>
        <p:sp>
          <p:nvSpPr>
            <p:cNvPr id="42" name="矩形 13"/>
            <p:cNvSpPr/>
            <p:nvPr/>
          </p:nvSpPr>
          <p:spPr>
            <a:xfrm>
              <a:off x="5900626" y="6324025"/>
              <a:ext cx="513579" cy="664397"/>
            </a:xfrm>
            <a:prstGeom prst="rect">
              <a:avLst/>
            </a:prstGeom>
            <a:solidFill>
              <a:srgbClr val="595757"/>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3016">
                <a:lnSpc>
                  <a:spcPts val="620"/>
                </a:lnSpc>
              </a:pPr>
              <a:r>
                <a:rPr kumimoji="1" lang="en-US" altLang="zh-CN" sz="500" b="1" dirty="0">
                  <a:solidFill>
                    <a:srgbClr val="FFFFFF"/>
                  </a:solidFill>
                  <a:ea typeface="Arial" charset="0"/>
                  <a:cs typeface="Arial" charset="0"/>
                </a:rPr>
                <a:t>RGB </a:t>
              </a:r>
            </a:p>
            <a:p>
              <a:pPr algn="ctr" defTabSz="913016">
                <a:lnSpc>
                  <a:spcPts val="620"/>
                </a:lnSpc>
              </a:pPr>
              <a:r>
                <a:rPr kumimoji="1" lang="en-US" altLang="zh-CN" sz="500" b="1" dirty="0">
                  <a:solidFill>
                    <a:srgbClr val="FFFFFF"/>
                  </a:solidFill>
                  <a:ea typeface="Arial" charset="0"/>
                  <a:cs typeface="Arial" charset="0"/>
                </a:rPr>
                <a:t>89/87/87</a:t>
              </a:r>
            </a:p>
          </p:txBody>
        </p:sp>
        <p:sp>
          <p:nvSpPr>
            <p:cNvPr id="43" name="矩形 13"/>
            <p:cNvSpPr/>
            <p:nvPr/>
          </p:nvSpPr>
          <p:spPr>
            <a:xfrm>
              <a:off x="6450318" y="6324025"/>
              <a:ext cx="513579" cy="664397"/>
            </a:xfrm>
            <a:prstGeom prst="rect">
              <a:avLst/>
            </a:prstGeom>
            <a:solidFill>
              <a:srgbClr val="88888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3016">
                <a:lnSpc>
                  <a:spcPts val="620"/>
                </a:lnSpc>
              </a:pPr>
              <a:r>
                <a:rPr kumimoji="1" lang="en-US" altLang="zh-CN" sz="500" b="1" dirty="0">
                  <a:solidFill>
                    <a:srgbClr val="FFFFFF"/>
                  </a:solidFill>
                  <a:ea typeface="Arial" charset="0"/>
                  <a:cs typeface="Arial" charset="0"/>
                </a:rPr>
                <a:t>RGB</a:t>
              </a:r>
            </a:p>
            <a:p>
              <a:pPr algn="ctr" defTabSz="913016">
                <a:lnSpc>
                  <a:spcPts val="620"/>
                </a:lnSpc>
              </a:pPr>
              <a:r>
                <a:rPr kumimoji="1" lang="en-US" altLang="zh-CN" sz="500" b="1" dirty="0">
                  <a:solidFill>
                    <a:srgbClr val="FFFFFF"/>
                  </a:solidFill>
                  <a:ea typeface="Arial" charset="0"/>
                  <a:cs typeface="Arial" charset="0"/>
                </a:rPr>
                <a:t>137/137/</a:t>
              </a:r>
              <a:br>
                <a:rPr kumimoji="1" lang="en-US" altLang="zh-CN" sz="500" b="1" dirty="0">
                  <a:solidFill>
                    <a:srgbClr val="FFFFFF"/>
                  </a:solidFill>
                  <a:ea typeface="Arial" charset="0"/>
                  <a:cs typeface="Arial" charset="0"/>
                </a:rPr>
              </a:br>
              <a:r>
                <a:rPr kumimoji="1" lang="en-US" altLang="zh-CN" sz="500" b="1" dirty="0">
                  <a:solidFill>
                    <a:srgbClr val="FFFFFF"/>
                  </a:solidFill>
                  <a:ea typeface="Arial" charset="0"/>
                  <a:cs typeface="Arial" charset="0"/>
                </a:rPr>
                <a:t>137</a:t>
              </a:r>
            </a:p>
          </p:txBody>
        </p:sp>
        <p:sp>
          <p:nvSpPr>
            <p:cNvPr id="44" name="矩形 13"/>
            <p:cNvSpPr/>
            <p:nvPr/>
          </p:nvSpPr>
          <p:spPr>
            <a:xfrm>
              <a:off x="6998296" y="6324025"/>
              <a:ext cx="513579" cy="664397"/>
            </a:xfrm>
            <a:prstGeom prst="rect">
              <a:avLst/>
            </a:prstGeom>
            <a:solidFill>
              <a:srgbClr val="B5B5B5"/>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3016">
                <a:lnSpc>
                  <a:spcPts val="620"/>
                </a:lnSpc>
              </a:pPr>
              <a:r>
                <a:rPr kumimoji="1" lang="en-US" altLang="zh-CN" sz="500" b="1" dirty="0">
                  <a:solidFill>
                    <a:srgbClr val="FFFFFF"/>
                  </a:solidFill>
                  <a:ea typeface="Arial" charset="0"/>
                  <a:cs typeface="Arial" charset="0"/>
                </a:rPr>
                <a:t>RGB</a:t>
              </a:r>
            </a:p>
            <a:p>
              <a:pPr algn="ctr" defTabSz="913016">
                <a:lnSpc>
                  <a:spcPts val="620"/>
                </a:lnSpc>
              </a:pPr>
              <a:r>
                <a:rPr kumimoji="1" lang="en-US" altLang="zh-CN" sz="500" b="1" dirty="0">
                  <a:solidFill>
                    <a:srgbClr val="FFFFFF"/>
                  </a:solidFill>
                  <a:ea typeface="Arial" charset="0"/>
                  <a:cs typeface="Arial" charset="0"/>
                </a:rPr>
                <a:t>181/181/</a:t>
              </a:r>
              <a:br>
                <a:rPr kumimoji="1" lang="en-US" altLang="zh-CN" sz="500" b="1" dirty="0">
                  <a:solidFill>
                    <a:srgbClr val="FFFFFF"/>
                  </a:solidFill>
                  <a:ea typeface="Arial" charset="0"/>
                  <a:cs typeface="Arial" charset="0"/>
                </a:rPr>
              </a:br>
              <a:r>
                <a:rPr kumimoji="1" lang="en-US" altLang="zh-CN" sz="500" b="1" dirty="0">
                  <a:solidFill>
                    <a:srgbClr val="FFFFFF"/>
                  </a:solidFill>
                  <a:ea typeface="Arial" charset="0"/>
                  <a:cs typeface="Arial" charset="0"/>
                </a:rPr>
                <a:t>181</a:t>
              </a:r>
            </a:p>
          </p:txBody>
        </p:sp>
        <p:sp>
          <p:nvSpPr>
            <p:cNvPr id="45" name="矩形 13"/>
            <p:cNvSpPr/>
            <p:nvPr/>
          </p:nvSpPr>
          <p:spPr>
            <a:xfrm>
              <a:off x="7541580" y="6324025"/>
              <a:ext cx="513579" cy="664397"/>
            </a:xfrm>
            <a:prstGeom prst="rect">
              <a:avLst/>
            </a:prstGeom>
            <a:solidFill>
              <a:srgbClr val="DDDDDD"/>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3016">
                <a:lnSpc>
                  <a:spcPts val="620"/>
                </a:lnSpc>
              </a:pPr>
              <a:r>
                <a:rPr kumimoji="1" lang="en-US" altLang="zh-CN" sz="500" b="1" dirty="0">
                  <a:solidFill>
                    <a:srgbClr val="1B1B18"/>
                  </a:solidFill>
                  <a:ea typeface="Arial" charset="0"/>
                  <a:cs typeface="Arial" charset="0"/>
                </a:rPr>
                <a:t>RGB 221/221/</a:t>
              </a:r>
              <a:br>
                <a:rPr kumimoji="1" lang="en-US" altLang="zh-CN" sz="500" b="1" dirty="0">
                  <a:solidFill>
                    <a:srgbClr val="1B1B18"/>
                  </a:solidFill>
                  <a:ea typeface="Arial" charset="0"/>
                  <a:cs typeface="Arial" charset="0"/>
                </a:rPr>
              </a:br>
              <a:r>
                <a:rPr kumimoji="1" lang="en-US" altLang="zh-CN" sz="500" b="1" dirty="0">
                  <a:solidFill>
                    <a:srgbClr val="1B1B18"/>
                  </a:solidFill>
                  <a:ea typeface="Arial" charset="0"/>
                  <a:cs typeface="Arial" charset="0"/>
                </a:rPr>
                <a:t>221</a:t>
              </a:r>
            </a:p>
          </p:txBody>
        </p:sp>
        <p:sp>
          <p:nvSpPr>
            <p:cNvPr id="46" name="矩形 13"/>
            <p:cNvSpPr/>
            <p:nvPr/>
          </p:nvSpPr>
          <p:spPr>
            <a:xfrm>
              <a:off x="8083608" y="6324025"/>
              <a:ext cx="513579" cy="664397"/>
            </a:xfrm>
            <a:prstGeom prst="rect">
              <a:avLst/>
            </a:prstGeom>
            <a:solidFill>
              <a:srgbClr val="FFFFFF"/>
            </a:solidFill>
            <a:ln w="6350">
              <a:solidFill>
                <a:srgbClr val="B5B5B5"/>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3016">
                <a:lnSpc>
                  <a:spcPts val="620"/>
                </a:lnSpc>
              </a:pPr>
              <a:r>
                <a:rPr kumimoji="1" lang="en-US" altLang="zh-CN" sz="500" b="1" dirty="0">
                  <a:solidFill>
                    <a:srgbClr val="1B1B18"/>
                  </a:solidFill>
                  <a:ea typeface="Arial" charset="0"/>
                  <a:cs typeface="Arial" charset="0"/>
                </a:rPr>
                <a:t>RGB</a:t>
              </a:r>
            </a:p>
            <a:p>
              <a:pPr algn="ctr" defTabSz="913016">
                <a:lnSpc>
                  <a:spcPts val="620"/>
                </a:lnSpc>
              </a:pPr>
              <a:r>
                <a:rPr kumimoji="1" lang="en-US" altLang="zh-CN" sz="500" b="1" dirty="0">
                  <a:solidFill>
                    <a:srgbClr val="1B1B18"/>
                  </a:solidFill>
                  <a:ea typeface="Arial" charset="0"/>
                  <a:cs typeface="Arial" charset="0"/>
                </a:rPr>
                <a:t>255/255/</a:t>
              </a:r>
              <a:br>
                <a:rPr kumimoji="1" lang="en-US" altLang="zh-CN" sz="500" b="1" dirty="0">
                  <a:solidFill>
                    <a:srgbClr val="1B1B18"/>
                  </a:solidFill>
                  <a:ea typeface="Arial" charset="0"/>
                  <a:cs typeface="Arial" charset="0"/>
                </a:rPr>
              </a:br>
              <a:r>
                <a:rPr kumimoji="1" lang="en-US" altLang="zh-CN" sz="500" b="1" dirty="0">
                  <a:solidFill>
                    <a:srgbClr val="1B1B18"/>
                  </a:solidFill>
                  <a:ea typeface="Arial" charset="0"/>
                  <a:cs typeface="Arial" charset="0"/>
                </a:rPr>
                <a:t>255</a:t>
              </a:r>
            </a:p>
          </p:txBody>
        </p:sp>
      </p:grpSp>
    </p:spTree>
    <p:extLst>
      <p:ext uri="{BB962C8B-B14F-4D97-AF65-F5344CB8AC3E}">
        <p14:creationId xmlns:p14="http://schemas.microsoft.com/office/powerpoint/2010/main" val="161435070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extLst>
    <p:ext uri="{DCECCB84-F9BA-43D5-87BE-67443E8EF086}">
      <p15:sldGuideLst xmlns="" xmlns:p15="http://schemas.microsoft.com/office/powerpoint/2012/main">
        <p15:guide id="1" pos="3841">
          <p15:clr>
            <a:srgbClr val="FBAE40"/>
          </p15:clr>
        </p15:guide>
        <p15:guide id="2" orient="horz" pos="2160">
          <p15:clr>
            <a:srgbClr val="FBAE40"/>
          </p15:clr>
        </p15:guide>
        <p15:guide id="3" pos="303">
          <p15:clr>
            <a:srgbClr val="FBAE40"/>
          </p15:clr>
        </p15:guide>
        <p15:guide id="4" pos="7380">
          <p15:clr>
            <a:srgbClr val="FBAE40"/>
          </p15:clr>
        </p15:guide>
        <p15:guide id="5" orient="horz" pos="640">
          <p15:clr>
            <a:srgbClr val="FBAE40"/>
          </p15:clr>
        </p15:guide>
        <p15:guide id="6" orient="horz" pos="3952">
          <p15:clr>
            <a:srgbClr val="FBAE40"/>
          </p15:clr>
        </p15:guide>
      </p15:sldGuideLst>
    </p:ext>
  </p:extLst>
</p:sldLayout>
</file>

<file path=ppt/slideLayouts/slideLayout62.xml><?xml version="1.0" encoding="utf-8"?>
<p:sldLayout xmlns:a="http://schemas.openxmlformats.org/drawingml/2006/main" xmlns:r="http://schemas.openxmlformats.org/officeDocument/2006/relationships" xmlns:p="http://schemas.openxmlformats.org/presentationml/2006/main" type="tx">
  <p:cSld name="空白">
    <p:spTree>
      <p:nvGrpSpPr>
        <p:cNvPr id="1" name=""/>
        <p:cNvGrpSpPr/>
        <p:nvPr/>
      </p:nvGrpSpPr>
      <p:grpSpPr>
        <a:xfrm>
          <a:off x="0" y="0"/>
          <a:ext cx="0" cy="0"/>
          <a:chOff x="0" y="0"/>
          <a:chExt cx="0" cy="0"/>
        </a:xfrm>
      </p:grpSpPr>
    </p:spTree>
    <p:extLst>
      <p:ext uri="{BB962C8B-B14F-4D97-AF65-F5344CB8AC3E}">
        <p14:creationId xmlns:p14="http://schemas.microsoft.com/office/powerpoint/2010/main" val="3195678127"/>
      </p:ext>
    </p:extLst>
  </p:cSld>
  <p:clrMapOvr>
    <a:masterClrMapping/>
  </p:clrMapOvr>
  <p:transition spd="med"/>
</p:sldLayout>
</file>

<file path=ppt/slideLayouts/slideLayout63.xml><?xml version="1.0" encoding="utf-8"?>
<p:sldLayout xmlns:a="http://schemas.openxmlformats.org/drawingml/2006/main" xmlns:r="http://schemas.openxmlformats.org/officeDocument/2006/relationships" xmlns:p="http://schemas.openxmlformats.org/presentationml/2006/main" type="obj">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409631" y="468677"/>
            <a:ext cx="11377506" cy="1042275"/>
          </a:xfrm>
          <a:prstGeom prst="rect">
            <a:avLst/>
          </a:prstGeom>
        </p:spPr>
        <p:txBody>
          <a:bodyPr/>
          <a:lstStyle/>
          <a:p>
            <a:r>
              <a:rPr lang="zh-CN" altLang="en-US"/>
              <a:t>单击此处编辑母版标题样式</a:t>
            </a:r>
          </a:p>
        </p:txBody>
      </p:sp>
      <p:sp>
        <p:nvSpPr>
          <p:cNvPr id="3" name="内容占位符 2"/>
          <p:cNvSpPr>
            <a:spLocks noGrp="1"/>
          </p:cNvSpPr>
          <p:nvPr>
            <p:ph idx="1"/>
          </p:nvPr>
        </p:nvSpPr>
        <p:spPr>
          <a:xfrm>
            <a:off x="609682" y="1599829"/>
            <a:ext cx="10977404" cy="4526502"/>
          </a:xfrm>
          <a:prstGeom prst="rect">
            <a:avLst/>
          </a:prstGeo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1838238081"/>
      </p:ext>
    </p:extLst>
  </p:cSld>
  <p:clrMapOvr>
    <a:masterClrMapping/>
  </p:clrMapOvr>
  <p:transition spd="med" advClick="0"/>
</p:sldLayout>
</file>

<file path=ppt/slideLayouts/slideLayout64.xml><?xml version="1.0" encoding="utf-8"?>
<p:sldLayout xmlns:a="http://schemas.openxmlformats.org/drawingml/2006/main" xmlns:r="http://schemas.openxmlformats.org/officeDocument/2006/relationships" xmlns:p="http://schemas.openxmlformats.org/presentationml/2006/main" userDrawn="1">
  <p:cSld name="53_Chinese text page">
    <p:spTree>
      <p:nvGrpSpPr>
        <p:cNvPr id="1" name=""/>
        <p:cNvGrpSpPr/>
        <p:nvPr/>
      </p:nvGrpSpPr>
      <p:grpSpPr>
        <a:xfrm>
          <a:off x="0" y="0"/>
          <a:ext cx="0" cy="0"/>
          <a:chOff x="0" y="0"/>
          <a:chExt cx="0" cy="0"/>
        </a:xfrm>
      </p:grpSpPr>
      <p:sp>
        <p:nvSpPr>
          <p:cNvPr id="3" name="Subtitle 2">
            <a:extLst>
              <a:ext uri="{FF2B5EF4-FFF2-40B4-BE49-F238E27FC236}">
                <a16:creationId xmlns="" xmlns:a16="http://schemas.microsoft.com/office/drawing/2014/main" id="{D2A38214-5857-FC4E-B923-056100E16BCA}"/>
              </a:ext>
            </a:extLst>
          </p:cNvPr>
          <p:cNvSpPr>
            <a:spLocks noGrp="1"/>
          </p:cNvSpPr>
          <p:nvPr>
            <p:ph type="subTitle" idx="1" hasCustomPrompt="1"/>
          </p:nvPr>
        </p:nvSpPr>
        <p:spPr>
          <a:xfrm>
            <a:off x="729175" y="456134"/>
            <a:ext cx="10740640" cy="993400"/>
          </a:xfrm>
          <a:prstGeom prst="rect">
            <a:avLst/>
          </a:prstGeom>
        </p:spPr>
        <p:txBody>
          <a:bodyPr lIns="0" tIns="0" rIns="0" bIns="0" anchor="t">
            <a:normAutofit/>
          </a:bodyPr>
          <a:lstStyle>
            <a:lvl1pPr marL="0" indent="0" algn="l">
              <a:lnSpc>
                <a:spcPts val="3429"/>
              </a:lnSpc>
              <a:spcBef>
                <a:spcPts val="0"/>
              </a:spcBef>
              <a:buNone/>
              <a:defRPr sz="2799" baseline="0">
                <a:solidFill>
                  <a:schemeClr val="tx1"/>
                </a:solidFill>
                <a:latin typeface="Microsoft YaHei" panose="020B0503020204020204" pitchFamily="34" charset="-122"/>
                <a:ea typeface="Microsoft YaHei" panose="020B0503020204020204" pitchFamily="34" charset="-122"/>
              </a:defRPr>
            </a:lvl1pPr>
            <a:lvl2pPr marL="593662" indent="0" algn="ctr">
              <a:buNone/>
              <a:defRPr sz="2597"/>
            </a:lvl2pPr>
            <a:lvl3pPr marL="1187323" indent="0" algn="ctr">
              <a:buNone/>
              <a:defRPr sz="2337"/>
            </a:lvl3pPr>
            <a:lvl4pPr marL="1780986" indent="0" algn="ctr">
              <a:buNone/>
              <a:defRPr sz="2078"/>
            </a:lvl4pPr>
            <a:lvl5pPr marL="2374648" indent="0" algn="ctr">
              <a:buNone/>
              <a:defRPr sz="2078"/>
            </a:lvl5pPr>
            <a:lvl6pPr marL="2968309" indent="0" algn="ctr">
              <a:buNone/>
              <a:defRPr sz="2078"/>
            </a:lvl6pPr>
            <a:lvl7pPr marL="3561971" indent="0" algn="ctr">
              <a:buNone/>
              <a:defRPr sz="2078"/>
            </a:lvl7pPr>
            <a:lvl8pPr marL="4155634" indent="0" algn="ctr">
              <a:buNone/>
              <a:defRPr sz="2078"/>
            </a:lvl8pPr>
            <a:lvl9pPr marL="4749295" indent="0" algn="ctr">
              <a:buNone/>
              <a:defRPr sz="2078"/>
            </a:lvl9pPr>
          </a:lstStyle>
          <a:p>
            <a:r>
              <a:rPr lang="zh-CN" altLang="en-US" dirty="0"/>
              <a:t>单击此处添加标题</a:t>
            </a:r>
            <a:endParaRPr lang="en-US" dirty="0"/>
          </a:p>
        </p:txBody>
      </p:sp>
    </p:spTree>
    <p:extLst>
      <p:ext uri="{BB962C8B-B14F-4D97-AF65-F5344CB8AC3E}">
        <p14:creationId xmlns:p14="http://schemas.microsoft.com/office/powerpoint/2010/main" val="2318936514"/>
      </p:ext>
    </p:extLst>
  </p:cSld>
  <p:clrMapOvr>
    <a:masterClrMapping/>
  </p:clrMapOvr>
  <p:extLst>
    <p:ext uri="{DCECCB84-F9BA-43D5-87BE-67443E8EF086}">
      <p15:sldGuideLst xmlns="" xmlns:p15="http://schemas.microsoft.com/office/powerpoint/2012/main">
        <p15:guide id="1" pos="3842">
          <p15:clr>
            <a:srgbClr val="FBAE40"/>
          </p15:clr>
        </p15:guide>
      </p15:sldGuideLst>
    </p:ext>
  </p:extLst>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Tree>
    <p:extLst>
      <p:ext uri="{BB962C8B-B14F-4D97-AF65-F5344CB8AC3E}">
        <p14:creationId xmlns:p14="http://schemas.microsoft.com/office/powerpoint/2010/main" val="1851149300"/>
      </p:ext>
    </p:extLst>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userDrawn="1">
  <p:cSld name="仅标题">
    <p:spTree>
      <p:nvGrpSpPr>
        <p:cNvPr id="1" name=""/>
        <p:cNvGrpSpPr/>
        <p:nvPr/>
      </p:nvGrpSpPr>
      <p:grpSpPr>
        <a:xfrm>
          <a:off x="0" y="0"/>
          <a:ext cx="0" cy="0"/>
          <a:chOff x="0" y="0"/>
          <a:chExt cx="0" cy="0"/>
        </a:xfrm>
      </p:grpSpPr>
    </p:spTree>
    <p:extLst>
      <p:ext uri="{BB962C8B-B14F-4D97-AF65-F5344CB8AC3E}">
        <p14:creationId xmlns:p14="http://schemas.microsoft.com/office/powerpoint/2010/main" val="311919508"/>
      </p:ext>
    </p:extLst>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userDrawn="1">
  <p:cSld name="章节页1">
    <p:spTree>
      <p:nvGrpSpPr>
        <p:cNvPr id="1" name=""/>
        <p:cNvGrpSpPr/>
        <p:nvPr/>
      </p:nvGrpSpPr>
      <p:grpSpPr>
        <a:xfrm>
          <a:off x="0" y="0"/>
          <a:ext cx="0" cy="0"/>
          <a:chOff x="0" y="0"/>
          <a:chExt cx="0" cy="0"/>
        </a:xfrm>
      </p:grpSpPr>
      <p:sp>
        <p:nvSpPr>
          <p:cNvPr id="5" name="Content Placeholder 2">
            <a:extLst>
              <a:ext uri="{FF2B5EF4-FFF2-40B4-BE49-F238E27FC236}">
                <a16:creationId xmlns="" xmlns:a16="http://schemas.microsoft.com/office/drawing/2014/main" id="{CA8B3F0C-616F-224A-B32F-9F9BF5EEE1BC}"/>
              </a:ext>
            </a:extLst>
          </p:cNvPr>
          <p:cNvSpPr>
            <a:spLocks noGrp="1"/>
          </p:cNvSpPr>
          <p:nvPr>
            <p:ph idx="12" hasCustomPrompt="1"/>
          </p:nvPr>
        </p:nvSpPr>
        <p:spPr>
          <a:xfrm>
            <a:off x="442275" y="1244339"/>
            <a:ext cx="11265816" cy="4958996"/>
          </a:xfrm>
          <a:prstGeom prst="rect">
            <a:avLst/>
          </a:prstGeom>
        </p:spPr>
        <p:txBody>
          <a:bodyPr lIns="0" tIns="0" rIns="0" bIns="0"/>
          <a:lstStyle>
            <a:lvl1pPr marL="179100" marR="0" indent="-168007" algn="l" defTabSz="1185898" rtl="0" eaLnBrk="1" fontAlgn="auto" latinLnBrk="0" hangingPunct="1">
              <a:lnSpc>
                <a:spcPct val="100000"/>
              </a:lnSpc>
              <a:spcBef>
                <a:spcPts val="0"/>
              </a:spcBef>
              <a:spcAft>
                <a:spcPts val="600"/>
              </a:spcAft>
              <a:buClr>
                <a:srgbClr val="000000"/>
              </a:buClr>
              <a:buSzTx/>
              <a:buFont typeface="Arial" panose="020B0604020202020204" pitchFamily="34" charset="0"/>
              <a:buChar char="•"/>
              <a:tabLst>
                <a:tab pos="1206156" algn="ctr"/>
              </a:tabLst>
              <a:defRPr sz="1796" baseline="0">
                <a:solidFill>
                  <a:schemeClr val="tx1"/>
                </a:solidFill>
                <a:latin typeface="微软雅黑" panose="020B0503020204020204" pitchFamily="34" charset="-122"/>
                <a:ea typeface="微软雅黑" panose="020B0503020204020204" pitchFamily="34" charset="-122"/>
                <a:cs typeface="Arial" panose="020B0604020202020204" pitchFamily="34" charset="0"/>
              </a:defRPr>
            </a:lvl1pPr>
            <a:lvl2pPr marL="328499" marR="0" indent="-168007" algn="l" defTabSz="1185898" rtl="0" eaLnBrk="1" fontAlgn="auto" latinLnBrk="0" hangingPunct="1">
              <a:lnSpc>
                <a:spcPct val="100000"/>
              </a:lnSpc>
              <a:spcBef>
                <a:spcPts val="0"/>
              </a:spcBef>
              <a:spcAft>
                <a:spcPts val="600"/>
              </a:spcAft>
              <a:buClr>
                <a:schemeClr val="tx1"/>
              </a:buClr>
              <a:buSzTx/>
              <a:buFont typeface=".AppleSystemUIFont"/>
              <a:buChar char="&gt;"/>
              <a:tabLst>
                <a:tab pos="1206156" algn="ctr"/>
              </a:tabLst>
              <a:defRPr sz="1596" baseline="0">
                <a:latin typeface="微软雅黑" panose="020B0503020204020204" pitchFamily="34" charset="-122"/>
                <a:ea typeface="微软雅黑" panose="020B0503020204020204" pitchFamily="34" charset="-122"/>
              </a:defRPr>
            </a:lvl2pPr>
            <a:lvl3pPr marL="928812" marR="0" indent="0" algn="l" defTabSz="1185898" rtl="0" eaLnBrk="1" fontAlgn="auto" latinLnBrk="0" hangingPunct="1">
              <a:lnSpc>
                <a:spcPct val="100000"/>
              </a:lnSpc>
              <a:spcBef>
                <a:spcPts val="0"/>
              </a:spcBef>
              <a:spcAft>
                <a:spcPts val="600"/>
              </a:spcAft>
              <a:buClr>
                <a:schemeClr val="tx1"/>
              </a:buClr>
              <a:buSzTx/>
              <a:buFont typeface=".AppleSystemUIFont"/>
              <a:buNone/>
              <a:tabLst>
                <a:tab pos="1206156" algn="ctr"/>
              </a:tabLst>
              <a:defRPr sz="1295" baseline="0">
                <a:latin typeface="微软雅黑" panose="020B0503020204020204" pitchFamily="34" charset="-122"/>
                <a:ea typeface="微软雅黑" panose="020B0503020204020204" pitchFamily="34" charset="-122"/>
              </a:defRPr>
            </a:lvl3pPr>
            <a:lvl4pPr marL="525010" indent="-170887">
              <a:buFont typeface="Arial" panose="020B0604020202020204" pitchFamily="34" charset="0"/>
              <a:buChar char="•"/>
              <a:tabLst>
                <a:tab pos="1206488" algn="ctr"/>
              </a:tabLst>
              <a:defRPr sz="1295" baseline="0"/>
            </a:lvl4pPr>
            <a:lvl5pPr marL="525010" indent="-170887">
              <a:buFont typeface="Arial" panose="020B0604020202020204" pitchFamily="34" charset="0"/>
              <a:buChar char="•"/>
              <a:tabLst>
                <a:tab pos="1206488" algn="ctr"/>
              </a:tabLst>
              <a:defRPr sz="1295" baseline="0"/>
            </a:lvl5pPr>
          </a:lstStyle>
          <a:p>
            <a:pPr lvl="0"/>
            <a:r>
              <a:rPr lang="zh-CN" altLang="en-US" dirty="0"/>
              <a:t>单击此处添加文本</a:t>
            </a:r>
            <a:endParaRPr lang="en-US" altLang="zh-CN" dirty="0"/>
          </a:p>
        </p:txBody>
      </p:sp>
      <p:sp>
        <p:nvSpPr>
          <p:cNvPr id="6" name="标题 5"/>
          <p:cNvSpPr>
            <a:spLocks noGrp="1"/>
          </p:cNvSpPr>
          <p:nvPr>
            <p:ph type="title"/>
          </p:nvPr>
        </p:nvSpPr>
        <p:spPr>
          <a:xfrm>
            <a:off x="442278" y="348791"/>
            <a:ext cx="11265817" cy="559472"/>
          </a:xfrm>
          <a:prstGeom prst="rect">
            <a:avLst/>
          </a:prstGeom>
        </p:spPr>
        <p:txBody>
          <a:bodyPr anchor="ctr"/>
          <a:lstStyle>
            <a:lvl1pPr>
              <a:lnSpc>
                <a:spcPct val="100000"/>
              </a:lnSpc>
              <a:defRPr sz="2796" b="1">
                <a:solidFill>
                  <a:srgbClr val="C00000"/>
                </a:solidFill>
                <a:latin typeface="微软雅黑" panose="020B0503020204020204" pitchFamily="34" charset="-122"/>
                <a:ea typeface="微软雅黑" panose="020B0503020204020204" pitchFamily="34" charset="-122"/>
              </a:defRPr>
            </a:lvl1pPr>
          </a:lstStyle>
          <a:p>
            <a:r>
              <a:rPr lang="zh-CN" altLang="en-US" dirty="0"/>
              <a:t>单击此处编辑母版标题样式</a:t>
            </a:r>
          </a:p>
        </p:txBody>
      </p:sp>
      <p:grpSp>
        <p:nvGrpSpPr>
          <p:cNvPr id="4" name="Group 46"/>
          <p:cNvGrpSpPr>
            <a:grpSpLocks noChangeAspect="1"/>
          </p:cNvGrpSpPr>
          <p:nvPr userDrawn="1"/>
        </p:nvGrpSpPr>
        <p:grpSpPr>
          <a:xfrm>
            <a:off x="12295786" y="2625397"/>
            <a:ext cx="1963324" cy="4233515"/>
            <a:chOff x="5343883" y="-48857"/>
            <a:chExt cx="3263588" cy="7037279"/>
          </a:xfrm>
        </p:grpSpPr>
        <p:sp>
          <p:nvSpPr>
            <p:cNvPr id="7" name="矩形 13"/>
            <p:cNvSpPr/>
            <p:nvPr/>
          </p:nvSpPr>
          <p:spPr>
            <a:xfrm>
              <a:off x="5356401" y="1934171"/>
              <a:ext cx="791510" cy="664397"/>
            </a:xfrm>
            <a:prstGeom prst="rect">
              <a:avLst/>
            </a:prstGeom>
            <a:solidFill>
              <a:srgbClr val="C40054"/>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3016">
                <a:lnSpc>
                  <a:spcPts val="620"/>
                </a:lnSpc>
              </a:pPr>
              <a:r>
                <a:rPr kumimoji="1" lang="en-US" altLang="zh-CN" sz="500" b="1" dirty="0">
                  <a:solidFill>
                    <a:srgbClr val="FFFFFF"/>
                  </a:solidFill>
                  <a:latin typeface="Arial" panose="020B0604020202020204" pitchFamily="34" charset="0"/>
                  <a:ea typeface="Arial" charset="0"/>
                  <a:cs typeface="Arial" charset="0"/>
                </a:rPr>
                <a:t>RGB</a:t>
              </a:r>
              <a:br>
                <a:rPr kumimoji="1" lang="en-US" altLang="zh-CN" sz="500" b="1" dirty="0">
                  <a:solidFill>
                    <a:srgbClr val="FFFFFF"/>
                  </a:solidFill>
                  <a:latin typeface="Arial" panose="020B0604020202020204" pitchFamily="34" charset="0"/>
                  <a:ea typeface="Arial" charset="0"/>
                  <a:cs typeface="Arial" charset="0"/>
                </a:rPr>
              </a:br>
              <a:r>
                <a:rPr kumimoji="1" lang="en-US" altLang="zh-CN" sz="500" b="1" dirty="0">
                  <a:solidFill>
                    <a:srgbClr val="FFFFFF"/>
                  </a:solidFill>
                  <a:latin typeface="Arial" panose="020B0604020202020204" pitchFamily="34" charset="0"/>
                  <a:ea typeface="Arial" charset="0"/>
                  <a:cs typeface="Arial" charset="0"/>
                </a:rPr>
                <a:t>196/0/84</a:t>
              </a:r>
            </a:p>
          </p:txBody>
        </p:sp>
        <p:sp>
          <p:nvSpPr>
            <p:cNvPr id="8" name="文本框 15"/>
            <p:cNvSpPr txBox="1"/>
            <p:nvPr/>
          </p:nvSpPr>
          <p:spPr>
            <a:xfrm>
              <a:off x="5352721" y="1694497"/>
              <a:ext cx="1636699" cy="204645"/>
            </a:xfrm>
            <a:prstGeom prst="rect">
              <a:avLst/>
            </a:prstGeom>
            <a:noFill/>
          </p:spPr>
          <p:txBody>
            <a:bodyPr wrap="square" lIns="0" tIns="0" rIns="0" bIns="0" rtlCol="0" anchor="b" anchorCtr="0">
              <a:spAutoFit/>
            </a:bodyPr>
            <a:lstStyle/>
            <a:p>
              <a:pPr defTabSz="913016"/>
              <a:r>
                <a:rPr kumimoji="1" lang="zh-CN" altLang="en-US" sz="800">
                  <a:solidFill>
                    <a:srgbClr val="1B1B18"/>
                  </a:solidFill>
                  <a:latin typeface="Arial" panose="020B0604020202020204" pitchFamily="34" charset="0"/>
                  <a:cs typeface="Arial" panose="020B0604020202020204" pitchFamily="34" charset="0"/>
                </a:rPr>
                <a:t>公司辅助色</a:t>
              </a:r>
              <a:endParaRPr kumimoji="1" lang="zh-CN" altLang="en-US" sz="800" dirty="0">
                <a:solidFill>
                  <a:srgbClr val="1B1B18"/>
                </a:solidFill>
                <a:latin typeface="Arial" panose="020B0604020202020204" pitchFamily="34" charset="0"/>
                <a:cs typeface="Arial" panose="020B0604020202020204" pitchFamily="34" charset="0"/>
              </a:endParaRPr>
            </a:p>
          </p:txBody>
        </p:sp>
        <p:sp>
          <p:nvSpPr>
            <p:cNvPr id="9" name="矩形 13"/>
            <p:cNvSpPr/>
            <p:nvPr/>
          </p:nvSpPr>
          <p:spPr>
            <a:xfrm>
              <a:off x="6184680" y="1934171"/>
              <a:ext cx="791510" cy="664397"/>
            </a:xfrm>
            <a:prstGeom prst="rect">
              <a:avLst/>
            </a:prstGeom>
            <a:solidFill>
              <a:srgbClr val="CB377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3016">
                <a:lnSpc>
                  <a:spcPts val="620"/>
                </a:lnSpc>
              </a:pPr>
              <a:r>
                <a:rPr kumimoji="1" lang="en-US" altLang="zh-CN" sz="500" b="1" dirty="0">
                  <a:solidFill>
                    <a:srgbClr val="FFFFFF"/>
                  </a:solidFill>
                  <a:latin typeface="Arial" panose="020B0604020202020204" pitchFamily="34" charset="0"/>
                  <a:ea typeface="Arial" charset="0"/>
                  <a:cs typeface="Arial" charset="0"/>
                </a:rPr>
                <a:t>RGB</a:t>
              </a:r>
              <a:br>
                <a:rPr kumimoji="1" lang="en-US" altLang="zh-CN" sz="500" b="1" dirty="0">
                  <a:solidFill>
                    <a:srgbClr val="FFFFFF"/>
                  </a:solidFill>
                  <a:latin typeface="Arial" panose="020B0604020202020204" pitchFamily="34" charset="0"/>
                  <a:ea typeface="Arial" charset="0"/>
                  <a:cs typeface="Arial" charset="0"/>
                </a:rPr>
              </a:br>
              <a:r>
                <a:rPr kumimoji="1" lang="en-US" altLang="zh-CN" sz="500" b="1" dirty="0">
                  <a:solidFill>
                    <a:srgbClr val="FFFFFF"/>
                  </a:solidFill>
                  <a:latin typeface="Arial" panose="020B0604020202020204" pitchFamily="34" charset="0"/>
                  <a:ea typeface="Arial" charset="0"/>
                  <a:cs typeface="Arial" charset="0"/>
                </a:rPr>
                <a:t>203/55/120</a:t>
              </a:r>
            </a:p>
          </p:txBody>
        </p:sp>
        <p:sp>
          <p:nvSpPr>
            <p:cNvPr id="10" name="矩形 13"/>
            <p:cNvSpPr/>
            <p:nvPr/>
          </p:nvSpPr>
          <p:spPr>
            <a:xfrm>
              <a:off x="5356401" y="3403061"/>
              <a:ext cx="791510" cy="664397"/>
            </a:xfrm>
            <a:prstGeom prst="rect">
              <a:avLst/>
            </a:prstGeom>
            <a:solidFill>
              <a:srgbClr val="ED6D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3016">
                <a:lnSpc>
                  <a:spcPts val="620"/>
                </a:lnSpc>
              </a:pPr>
              <a:r>
                <a:rPr kumimoji="1" lang="en-US" altLang="zh-CN" sz="500" b="1" dirty="0">
                  <a:solidFill>
                    <a:srgbClr val="FFFFFF"/>
                  </a:solidFill>
                  <a:latin typeface="Arial" panose="020B0604020202020204" pitchFamily="34" charset="0"/>
                  <a:ea typeface="Arial" charset="0"/>
                  <a:cs typeface="Arial" charset="0"/>
                </a:rPr>
                <a:t>RGB</a:t>
              </a:r>
              <a:br>
                <a:rPr kumimoji="1" lang="en-US" altLang="zh-CN" sz="500" b="1" dirty="0">
                  <a:solidFill>
                    <a:srgbClr val="FFFFFF"/>
                  </a:solidFill>
                  <a:latin typeface="Arial" panose="020B0604020202020204" pitchFamily="34" charset="0"/>
                  <a:ea typeface="Arial" charset="0"/>
                  <a:cs typeface="Arial" charset="0"/>
                </a:rPr>
              </a:br>
              <a:r>
                <a:rPr kumimoji="1" lang="en-US" altLang="zh-CN" sz="500" b="1" dirty="0">
                  <a:solidFill>
                    <a:srgbClr val="FFFFFF"/>
                  </a:solidFill>
                  <a:latin typeface="Arial" panose="020B0604020202020204" pitchFamily="34" charset="0"/>
                  <a:ea typeface="Arial" charset="0"/>
                  <a:cs typeface="Arial" charset="0"/>
                </a:rPr>
                <a:t>237/109/0</a:t>
              </a:r>
            </a:p>
          </p:txBody>
        </p:sp>
        <p:sp>
          <p:nvSpPr>
            <p:cNvPr id="11" name="矩形 13"/>
            <p:cNvSpPr/>
            <p:nvPr/>
          </p:nvSpPr>
          <p:spPr>
            <a:xfrm>
              <a:off x="6184680" y="2673360"/>
              <a:ext cx="791510" cy="664397"/>
            </a:xfrm>
            <a:prstGeom prst="rect">
              <a:avLst/>
            </a:prstGeom>
            <a:solidFill>
              <a:srgbClr val="993636"/>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3016">
                <a:lnSpc>
                  <a:spcPts val="620"/>
                </a:lnSpc>
                <a:defRPr/>
              </a:pPr>
              <a:r>
                <a:rPr kumimoji="1" lang="en-US" altLang="zh-CN" sz="500" b="1" dirty="0">
                  <a:solidFill>
                    <a:srgbClr val="FFFFFF"/>
                  </a:solidFill>
                  <a:latin typeface="Arial" panose="020B0604020202020204" pitchFamily="34" charset="0"/>
                  <a:ea typeface="Arial" charset="0"/>
                  <a:cs typeface="Arial" charset="0"/>
                </a:rPr>
                <a:t>RGB</a:t>
              </a:r>
              <a:br>
                <a:rPr kumimoji="1" lang="en-US" altLang="zh-CN" sz="500" b="1" dirty="0">
                  <a:solidFill>
                    <a:srgbClr val="FFFFFF"/>
                  </a:solidFill>
                  <a:latin typeface="Arial" panose="020B0604020202020204" pitchFamily="34" charset="0"/>
                  <a:ea typeface="Arial" charset="0"/>
                  <a:cs typeface="Arial" charset="0"/>
                </a:rPr>
              </a:br>
              <a:r>
                <a:rPr kumimoji="1" lang="en-US" altLang="zh-CN" sz="500" b="1" dirty="0">
                  <a:solidFill>
                    <a:srgbClr val="FFFFFF"/>
                  </a:solidFill>
                  <a:latin typeface="Arial" panose="020B0604020202020204" pitchFamily="34" charset="0"/>
                  <a:ea typeface="Arial" charset="0"/>
                  <a:cs typeface="Arial" charset="0"/>
                </a:rPr>
                <a:t>153/54/54</a:t>
              </a:r>
            </a:p>
          </p:txBody>
        </p:sp>
        <p:sp>
          <p:nvSpPr>
            <p:cNvPr id="12" name="矩形 13"/>
            <p:cNvSpPr/>
            <p:nvPr/>
          </p:nvSpPr>
          <p:spPr>
            <a:xfrm>
              <a:off x="5356401" y="4866463"/>
              <a:ext cx="791510" cy="664397"/>
            </a:xfrm>
            <a:prstGeom prst="rect">
              <a:avLst/>
            </a:prstGeom>
            <a:solidFill>
              <a:srgbClr val="62B23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3016">
                <a:lnSpc>
                  <a:spcPts val="620"/>
                </a:lnSpc>
              </a:pPr>
              <a:r>
                <a:rPr kumimoji="1" lang="en-US" altLang="zh-CN" sz="500" b="1" dirty="0">
                  <a:solidFill>
                    <a:srgbClr val="FFFFFF"/>
                  </a:solidFill>
                  <a:latin typeface="Arial" panose="020B0604020202020204" pitchFamily="34" charset="0"/>
                  <a:ea typeface="Arial" charset="0"/>
                  <a:cs typeface="Arial" charset="0"/>
                </a:rPr>
                <a:t>RGB </a:t>
              </a:r>
              <a:br>
                <a:rPr kumimoji="1" lang="en-US" altLang="zh-CN" sz="500" b="1" dirty="0">
                  <a:solidFill>
                    <a:srgbClr val="FFFFFF"/>
                  </a:solidFill>
                  <a:latin typeface="Arial" panose="020B0604020202020204" pitchFamily="34" charset="0"/>
                  <a:ea typeface="Arial" charset="0"/>
                  <a:cs typeface="Arial" charset="0"/>
                </a:rPr>
              </a:br>
              <a:r>
                <a:rPr kumimoji="1" lang="en-US" altLang="zh-CN" sz="500" b="1" dirty="0">
                  <a:solidFill>
                    <a:srgbClr val="FFFFFF"/>
                  </a:solidFill>
                  <a:latin typeface="Arial" panose="020B0604020202020204" pitchFamily="34" charset="0"/>
                  <a:ea typeface="Arial" charset="0"/>
                  <a:cs typeface="Arial" charset="0"/>
                </a:rPr>
                <a:t>98/178/48</a:t>
              </a:r>
            </a:p>
          </p:txBody>
        </p:sp>
        <p:sp>
          <p:nvSpPr>
            <p:cNvPr id="13" name="矩形 13"/>
            <p:cNvSpPr/>
            <p:nvPr/>
          </p:nvSpPr>
          <p:spPr>
            <a:xfrm>
              <a:off x="6184680" y="3415851"/>
              <a:ext cx="791510" cy="664397"/>
            </a:xfrm>
            <a:prstGeom prst="rect">
              <a:avLst/>
            </a:prstGeom>
            <a:solidFill>
              <a:srgbClr val="F28944"/>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3016">
                <a:lnSpc>
                  <a:spcPts val="620"/>
                </a:lnSpc>
              </a:pPr>
              <a:r>
                <a:rPr kumimoji="1" lang="en-US" altLang="zh-CN" sz="500" b="1" dirty="0">
                  <a:solidFill>
                    <a:srgbClr val="FFFFFF"/>
                  </a:solidFill>
                  <a:latin typeface="Arial" panose="020B0604020202020204" pitchFamily="34" charset="0"/>
                  <a:ea typeface="Arial" charset="0"/>
                  <a:cs typeface="Arial" charset="0"/>
                </a:rPr>
                <a:t>RGB</a:t>
              </a:r>
              <a:br>
                <a:rPr kumimoji="1" lang="en-US" altLang="zh-CN" sz="500" b="1" dirty="0">
                  <a:solidFill>
                    <a:srgbClr val="FFFFFF"/>
                  </a:solidFill>
                  <a:latin typeface="Arial" panose="020B0604020202020204" pitchFamily="34" charset="0"/>
                  <a:ea typeface="Arial" charset="0"/>
                  <a:cs typeface="Arial" charset="0"/>
                </a:rPr>
              </a:br>
              <a:r>
                <a:rPr kumimoji="1" lang="en-US" altLang="zh-CN" sz="500" b="1" dirty="0">
                  <a:solidFill>
                    <a:srgbClr val="FFFFFF"/>
                  </a:solidFill>
                  <a:latin typeface="Arial" panose="020B0604020202020204" pitchFamily="34" charset="0"/>
                  <a:ea typeface="Arial" charset="0"/>
                  <a:cs typeface="Arial" charset="0"/>
                </a:rPr>
                <a:t>242/137/68</a:t>
              </a:r>
              <a:endParaRPr kumimoji="1" lang="mr-IN" altLang="zh-CN" sz="500" b="1" dirty="0">
                <a:solidFill>
                  <a:srgbClr val="FFFFFF"/>
                </a:solidFill>
                <a:latin typeface="Arial" panose="020B0604020202020204" pitchFamily="34" charset="0"/>
                <a:ea typeface="Arial" charset="0"/>
                <a:cs typeface="Arial" charset="0"/>
              </a:endParaRPr>
            </a:p>
          </p:txBody>
        </p:sp>
        <p:sp>
          <p:nvSpPr>
            <p:cNvPr id="14" name="矩形 13"/>
            <p:cNvSpPr/>
            <p:nvPr/>
          </p:nvSpPr>
          <p:spPr>
            <a:xfrm>
              <a:off x="5353240" y="184963"/>
              <a:ext cx="791510" cy="664397"/>
            </a:xfrm>
            <a:prstGeom prst="rect">
              <a:avLst/>
            </a:prstGeom>
            <a:solidFill>
              <a:srgbClr val="C7000B"/>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3016">
                <a:lnSpc>
                  <a:spcPts val="620"/>
                </a:lnSpc>
              </a:pPr>
              <a:r>
                <a:rPr kumimoji="1" lang="en-US" altLang="zh-CN" sz="500" b="1" dirty="0">
                  <a:solidFill>
                    <a:srgbClr val="FFFFFF"/>
                  </a:solidFill>
                  <a:latin typeface="Arial" panose="020B0604020202020204" pitchFamily="34" charset="0"/>
                  <a:ea typeface="Arial" charset="0"/>
                  <a:cs typeface="Arial" charset="0"/>
                </a:rPr>
                <a:t>PANTONE 185C</a:t>
              </a:r>
            </a:p>
            <a:p>
              <a:pPr algn="ctr" defTabSz="913016">
                <a:lnSpc>
                  <a:spcPts val="620"/>
                </a:lnSpc>
              </a:pPr>
              <a:r>
                <a:rPr kumimoji="1" lang="en-US" altLang="zh-CN" sz="500" b="1" dirty="0">
                  <a:solidFill>
                    <a:srgbClr val="FFFFFF"/>
                  </a:solidFill>
                  <a:latin typeface="Arial" panose="020B0604020202020204" pitchFamily="34" charset="0"/>
                  <a:ea typeface="Arial" charset="0"/>
                  <a:cs typeface="Arial" charset="0"/>
                </a:rPr>
                <a:t>RGB </a:t>
              </a:r>
              <a:br>
                <a:rPr kumimoji="1" lang="en-US" altLang="zh-CN" sz="500" b="1" dirty="0">
                  <a:solidFill>
                    <a:srgbClr val="FFFFFF"/>
                  </a:solidFill>
                  <a:latin typeface="Arial" panose="020B0604020202020204" pitchFamily="34" charset="0"/>
                  <a:ea typeface="Arial" charset="0"/>
                  <a:cs typeface="Arial" charset="0"/>
                </a:rPr>
              </a:br>
              <a:r>
                <a:rPr kumimoji="1" lang="en-US" altLang="zh-CN" sz="500" b="1" dirty="0">
                  <a:solidFill>
                    <a:srgbClr val="FFFFFF"/>
                  </a:solidFill>
                  <a:latin typeface="Arial" panose="020B0604020202020204" pitchFamily="34" charset="0"/>
                  <a:ea typeface="Arial" charset="0"/>
                  <a:cs typeface="Arial" charset="0"/>
                </a:rPr>
                <a:t>199/0/11  </a:t>
              </a:r>
            </a:p>
          </p:txBody>
        </p:sp>
        <p:sp>
          <p:nvSpPr>
            <p:cNvPr id="15" name="文本框 15"/>
            <p:cNvSpPr txBox="1"/>
            <p:nvPr/>
          </p:nvSpPr>
          <p:spPr>
            <a:xfrm>
              <a:off x="5343883" y="-48857"/>
              <a:ext cx="1358295" cy="204645"/>
            </a:xfrm>
            <a:prstGeom prst="rect">
              <a:avLst/>
            </a:prstGeom>
            <a:noFill/>
          </p:spPr>
          <p:txBody>
            <a:bodyPr wrap="square" lIns="0" tIns="0" rIns="0" bIns="0" rtlCol="0" anchor="b" anchorCtr="0">
              <a:spAutoFit/>
            </a:bodyPr>
            <a:lstStyle/>
            <a:p>
              <a:pPr defTabSz="913016"/>
              <a:r>
                <a:rPr kumimoji="1" lang="zh-CN" altLang="en-US" sz="800">
                  <a:solidFill>
                    <a:srgbClr val="1B1B18"/>
                  </a:solidFill>
                  <a:latin typeface="Arial" panose="020B0604020202020204" pitchFamily="34" charset="0"/>
                  <a:cs typeface="Arial" panose="020B0604020202020204" pitchFamily="34" charset="0"/>
                </a:rPr>
                <a:t>公司色</a:t>
              </a:r>
              <a:endParaRPr kumimoji="1" lang="zh-CN" altLang="en-US" sz="800" dirty="0">
                <a:solidFill>
                  <a:srgbClr val="1B1B18"/>
                </a:solidFill>
                <a:latin typeface="Arial" panose="020B0604020202020204" pitchFamily="34" charset="0"/>
                <a:cs typeface="Arial" panose="020B0604020202020204" pitchFamily="34" charset="0"/>
              </a:endParaRPr>
            </a:p>
          </p:txBody>
        </p:sp>
        <p:sp>
          <p:nvSpPr>
            <p:cNvPr id="16" name="矩形 13"/>
            <p:cNvSpPr/>
            <p:nvPr/>
          </p:nvSpPr>
          <p:spPr>
            <a:xfrm>
              <a:off x="5352600" y="918047"/>
              <a:ext cx="791510" cy="664397"/>
            </a:xfrm>
            <a:prstGeom prst="rect">
              <a:avLst/>
            </a:prstGeom>
            <a:solidFill>
              <a:srgbClr val="C8102E"/>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3016">
                <a:lnSpc>
                  <a:spcPts val="620"/>
                </a:lnSpc>
              </a:pPr>
              <a:r>
                <a:rPr kumimoji="1" lang="en-US" altLang="zh-CN" sz="500" b="1" dirty="0">
                  <a:solidFill>
                    <a:srgbClr val="FFFFFF"/>
                  </a:solidFill>
                  <a:latin typeface="Arial" panose="020B0604020202020204" pitchFamily="34" charset="0"/>
                  <a:ea typeface="Arial" charset="0"/>
                  <a:cs typeface="Arial" charset="0"/>
                </a:rPr>
                <a:t>PANTONE 186C</a:t>
              </a:r>
            </a:p>
            <a:p>
              <a:pPr algn="ctr" defTabSz="913016">
                <a:lnSpc>
                  <a:spcPts val="620"/>
                </a:lnSpc>
              </a:pPr>
              <a:r>
                <a:rPr kumimoji="1" lang="en-US" altLang="zh-CN" sz="500" b="1" dirty="0">
                  <a:solidFill>
                    <a:srgbClr val="FFFFFF"/>
                  </a:solidFill>
                  <a:latin typeface="Arial" panose="020B0604020202020204" pitchFamily="34" charset="0"/>
                  <a:ea typeface="Arial" charset="0"/>
                  <a:cs typeface="Arial" charset="0"/>
                </a:rPr>
                <a:t>RGB</a:t>
              </a:r>
              <a:br>
                <a:rPr kumimoji="1" lang="en-US" altLang="zh-CN" sz="500" b="1" dirty="0">
                  <a:solidFill>
                    <a:srgbClr val="FFFFFF"/>
                  </a:solidFill>
                  <a:latin typeface="Arial" panose="020B0604020202020204" pitchFamily="34" charset="0"/>
                  <a:ea typeface="Arial" charset="0"/>
                  <a:cs typeface="Arial" charset="0"/>
                </a:rPr>
              </a:br>
              <a:r>
                <a:rPr kumimoji="1" lang="en-US" altLang="zh-CN" sz="500" b="1" dirty="0">
                  <a:solidFill>
                    <a:srgbClr val="FFFFFF"/>
                  </a:solidFill>
                  <a:latin typeface="Arial" panose="020B0604020202020204" pitchFamily="34" charset="0"/>
                  <a:ea typeface="Arial" charset="0"/>
                  <a:cs typeface="Arial" charset="0"/>
                </a:rPr>
                <a:t>200/16/46  </a:t>
              </a:r>
            </a:p>
          </p:txBody>
        </p:sp>
        <p:sp>
          <p:nvSpPr>
            <p:cNvPr id="17" name="矩形 13"/>
            <p:cNvSpPr/>
            <p:nvPr/>
          </p:nvSpPr>
          <p:spPr>
            <a:xfrm>
              <a:off x="5354164" y="2665974"/>
              <a:ext cx="791510" cy="664397"/>
            </a:xfrm>
            <a:prstGeom prst="rect">
              <a:avLst/>
            </a:prstGeom>
            <a:solidFill>
              <a:srgbClr val="7F000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3016">
                <a:lnSpc>
                  <a:spcPts val="620"/>
                </a:lnSpc>
              </a:pPr>
              <a:r>
                <a:rPr kumimoji="1" lang="en-US" altLang="zh-CN" sz="500" b="1" dirty="0">
                  <a:solidFill>
                    <a:srgbClr val="FFFFFF"/>
                  </a:solidFill>
                  <a:latin typeface="Arial" panose="020B0604020202020204" pitchFamily="34" charset="0"/>
                  <a:ea typeface="Arial" charset="0"/>
                  <a:cs typeface="Arial" charset="0"/>
                </a:rPr>
                <a:t>RGB</a:t>
              </a:r>
              <a:br>
                <a:rPr kumimoji="1" lang="en-US" altLang="zh-CN" sz="500" b="1" dirty="0">
                  <a:solidFill>
                    <a:srgbClr val="FFFFFF"/>
                  </a:solidFill>
                  <a:latin typeface="Arial" panose="020B0604020202020204" pitchFamily="34" charset="0"/>
                  <a:ea typeface="Arial" charset="0"/>
                  <a:cs typeface="Arial" charset="0"/>
                </a:rPr>
              </a:br>
              <a:r>
                <a:rPr kumimoji="1" lang="en-US" altLang="zh-CN" sz="500" b="1" dirty="0">
                  <a:solidFill>
                    <a:srgbClr val="FFFFFF"/>
                  </a:solidFill>
                  <a:latin typeface="Arial" panose="020B0604020202020204" pitchFamily="34" charset="0"/>
                  <a:ea typeface="Arial" charset="0"/>
                  <a:cs typeface="Arial" charset="0"/>
                </a:rPr>
                <a:t>127/0/1</a:t>
              </a:r>
            </a:p>
          </p:txBody>
        </p:sp>
        <p:sp>
          <p:nvSpPr>
            <p:cNvPr id="18" name="矩形 13"/>
            <p:cNvSpPr/>
            <p:nvPr/>
          </p:nvSpPr>
          <p:spPr>
            <a:xfrm>
              <a:off x="5354164" y="4134866"/>
              <a:ext cx="791510" cy="664397"/>
            </a:xfrm>
            <a:prstGeom prst="rect">
              <a:avLst/>
            </a:prstGeom>
            <a:solidFill>
              <a:srgbClr val="FCC8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3016">
                <a:lnSpc>
                  <a:spcPts val="620"/>
                </a:lnSpc>
              </a:pPr>
              <a:r>
                <a:rPr kumimoji="1" lang="en-US" altLang="zh-CN" sz="500" b="1" dirty="0">
                  <a:solidFill>
                    <a:srgbClr val="FFFFFF"/>
                  </a:solidFill>
                  <a:latin typeface="Arial" panose="020B0604020202020204" pitchFamily="34" charset="0"/>
                  <a:ea typeface="Arial" charset="0"/>
                  <a:cs typeface="Arial" charset="0"/>
                </a:rPr>
                <a:t>RGB</a:t>
              </a:r>
              <a:br>
                <a:rPr kumimoji="1" lang="en-US" altLang="zh-CN" sz="500" b="1" dirty="0">
                  <a:solidFill>
                    <a:srgbClr val="FFFFFF"/>
                  </a:solidFill>
                  <a:latin typeface="Arial" panose="020B0604020202020204" pitchFamily="34" charset="0"/>
                  <a:ea typeface="Arial" charset="0"/>
                  <a:cs typeface="Arial" charset="0"/>
                </a:rPr>
              </a:br>
              <a:r>
                <a:rPr kumimoji="1" lang="en-US" altLang="zh-CN" sz="500" b="1" dirty="0">
                  <a:solidFill>
                    <a:srgbClr val="FFFFFF"/>
                  </a:solidFill>
                  <a:latin typeface="Arial" panose="020B0604020202020204" pitchFamily="34" charset="0"/>
                  <a:ea typeface="Arial" charset="0"/>
                  <a:cs typeface="Arial" charset="0"/>
                </a:rPr>
                <a:t>52/200/0</a:t>
              </a:r>
            </a:p>
          </p:txBody>
        </p:sp>
        <p:sp>
          <p:nvSpPr>
            <p:cNvPr id="19" name="矩形 13"/>
            <p:cNvSpPr/>
            <p:nvPr/>
          </p:nvSpPr>
          <p:spPr>
            <a:xfrm>
              <a:off x="5354164" y="5596166"/>
              <a:ext cx="791510" cy="664397"/>
            </a:xfrm>
            <a:prstGeom prst="rect">
              <a:avLst/>
            </a:prstGeom>
            <a:solidFill>
              <a:srgbClr val="30B5C5"/>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3016">
                <a:lnSpc>
                  <a:spcPts val="620"/>
                </a:lnSpc>
              </a:pPr>
              <a:r>
                <a:rPr kumimoji="1" lang="en-US" altLang="zh-CN" sz="500" b="1" dirty="0">
                  <a:solidFill>
                    <a:srgbClr val="FFFFFF"/>
                  </a:solidFill>
                  <a:latin typeface="Arial" panose="020B0604020202020204" pitchFamily="34" charset="0"/>
                  <a:ea typeface="Arial" charset="0"/>
                  <a:cs typeface="Arial" charset="0"/>
                </a:rPr>
                <a:t>RGB </a:t>
              </a:r>
              <a:br>
                <a:rPr kumimoji="1" lang="en-US" altLang="zh-CN" sz="500" b="1" dirty="0">
                  <a:solidFill>
                    <a:srgbClr val="FFFFFF"/>
                  </a:solidFill>
                  <a:latin typeface="Arial" panose="020B0604020202020204" pitchFamily="34" charset="0"/>
                  <a:ea typeface="Arial" charset="0"/>
                  <a:cs typeface="Arial" charset="0"/>
                </a:rPr>
              </a:br>
              <a:r>
                <a:rPr kumimoji="1" lang="en-US" altLang="zh-CN" sz="500" b="1" dirty="0">
                  <a:solidFill>
                    <a:srgbClr val="FFFFFF"/>
                  </a:solidFill>
                  <a:latin typeface="Arial" panose="020B0604020202020204" pitchFamily="34" charset="0"/>
                  <a:ea typeface="Arial" charset="0"/>
                  <a:cs typeface="Arial" charset="0"/>
                </a:rPr>
                <a:t>48/181/197</a:t>
              </a:r>
            </a:p>
          </p:txBody>
        </p:sp>
        <p:sp>
          <p:nvSpPr>
            <p:cNvPr id="20" name="矩形 13"/>
            <p:cNvSpPr/>
            <p:nvPr/>
          </p:nvSpPr>
          <p:spPr>
            <a:xfrm>
              <a:off x="6194511" y="4866463"/>
              <a:ext cx="791510" cy="664397"/>
            </a:xfrm>
            <a:prstGeom prst="rect">
              <a:avLst/>
            </a:prstGeom>
            <a:solidFill>
              <a:srgbClr val="81C15F"/>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3016">
                <a:lnSpc>
                  <a:spcPts val="620"/>
                </a:lnSpc>
              </a:pPr>
              <a:r>
                <a:rPr kumimoji="1" lang="en-US" altLang="zh-CN" sz="500" b="1" dirty="0">
                  <a:solidFill>
                    <a:srgbClr val="FFFFFF"/>
                  </a:solidFill>
                  <a:latin typeface="Arial" panose="020B0604020202020204" pitchFamily="34" charset="0"/>
                  <a:ea typeface="Arial" charset="0"/>
                  <a:cs typeface="Arial" charset="0"/>
                </a:rPr>
                <a:t>RGB</a:t>
              </a:r>
              <a:br>
                <a:rPr kumimoji="1" lang="en-US" altLang="zh-CN" sz="500" b="1" dirty="0">
                  <a:solidFill>
                    <a:srgbClr val="FFFFFF"/>
                  </a:solidFill>
                  <a:latin typeface="Arial" panose="020B0604020202020204" pitchFamily="34" charset="0"/>
                  <a:ea typeface="Arial" charset="0"/>
                  <a:cs typeface="Arial" charset="0"/>
                </a:rPr>
              </a:br>
              <a:r>
                <a:rPr kumimoji="1" lang="en-US" altLang="zh-CN" sz="500" b="1" dirty="0">
                  <a:solidFill>
                    <a:srgbClr val="FFFFFF"/>
                  </a:solidFill>
                  <a:latin typeface="Arial" panose="020B0604020202020204" pitchFamily="34" charset="0"/>
                  <a:ea typeface="Arial" charset="0"/>
                  <a:cs typeface="Arial" charset="0"/>
                </a:rPr>
                <a:t>129/193/95</a:t>
              </a:r>
            </a:p>
          </p:txBody>
        </p:sp>
        <p:sp>
          <p:nvSpPr>
            <p:cNvPr id="21" name="矩形 13"/>
            <p:cNvSpPr/>
            <p:nvPr/>
          </p:nvSpPr>
          <p:spPr>
            <a:xfrm>
              <a:off x="6192274" y="4134866"/>
              <a:ext cx="791510" cy="664397"/>
            </a:xfrm>
            <a:prstGeom prst="rect">
              <a:avLst/>
            </a:prstGeom>
            <a:solidFill>
              <a:srgbClr val="FDD35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3016">
                <a:lnSpc>
                  <a:spcPts val="620"/>
                </a:lnSpc>
              </a:pPr>
              <a:r>
                <a:rPr kumimoji="1" lang="en-US" altLang="zh-CN" sz="500" b="1" dirty="0">
                  <a:solidFill>
                    <a:srgbClr val="FFFFFF"/>
                  </a:solidFill>
                  <a:latin typeface="Arial" panose="020B0604020202020204" pitchFamily="34" charset="0"/>
                  <a:ea typeface="Arial" charset="0"/>
                  <a:cs typeface="Arial" charset="0"/>
                </a:rPr>
                <a:t>RGB</a:t>
              </a:r>
              <a:br>
                <a:rPr kumimoji="1" lang="en-US" altLang="zh-CN" sz="500" b="1" dirty="0">
                  <a:solidFill>
                    <a:srgbClr val="FFFFFF"/>
                  </a:solidFill>
                  <a:latin typeface="Arial" panose="020B0604020202020204" pitchFamily="34" charset="0"/>
                  <a:ea typeface="Arial" charset="0"/>
                  <a:cs typeface="Arial" charset="0"/>
                </a:rPr>
              </a:br>
              <a:r>
                <a:rPr kumimoji="1" lang="en-US" altLang="zh-CN" sz="500" b="1" dirty="0">
                  <a:solidFill>
                    <a:srgbClr val="FFFFFF"/>
                  </a:solidFill>
                  <a:latin typeface="Arial" panose="020B0604020202020204" pitchFamily="34" charset="0"/>
                  <a:ea typeface="Arial" charset="0"/>
                  <a:cs typeface="Arial" charset="0"/>
                </a:rPr>
                <a:t>253/211/81</a:t>
              </a:r>
            </a:p>
          </p:txBody>
        </p:sp>
        <p:sp>
          <p:nvSpPr>
            <p:cNvPr id="22" name="矩形 13"/>
            <p:cNvSpPr/>
            <p:nvPr/>
          </p:nvSpPr>
          <p:spPr>
            <a:xfrm>
              <a:off x="6192274" y="5596166"/>
              <a:ext cx="791510" cy="664397"/>
            </a:xfrm>
            <a:prstGeom prst="rect">
              <a:avLst/>
            </a:prstGeom>
            <a:solidFill>
              <a:srgbClr val="56C4D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3016">
                <a:lnSpc>
                  <a:spcPts val="620"/>
                </a:lnSpc>
              </a:pPr>
              <a:r>
                <a:rPr kumimoji="1" lang="en-US" altLang="zh-CN" sz="500" b="1" dirty="0">
                  <a:solidFill>
                    <a:srgbClr val="FFFFFF"/>
                  </a:solidFill>
                  <a:latin typeface="Arial" panose="020B0604020202020204" pitchFamily="34" charset="0"/>
                  <a:ea typeface="Arial" charset="0"/>
                  <a:cs typeface="Arial" charset="0"/>
                </a:rPr>
                <a:t>RGB </a:t>
              </a:r>
              <a:br>
                <a:rPr kumimoji="1" lang="en-US" altLang="zh-CN" sz="500" b="1" dirty="0">
                  <a:solidFill>
                    <a:srgbClr val="FFFFFF"/>
                  </a:solidFill>
                  <a:latin typeface="Arial" panose="020B0604020202020204" pitchFamily="34" charset="0"/>
                  <a:ea typeface="Arial" charset="0"/>
                  <a:cs typeface="Arial" charset="0"/>
                </a:rPr>
              </a:br>
              <a:r>
                <a:rPr kumimoji="1" lang="en-US" altLang="zh-CN" sz="500" b="1" dirty="0">
                  <a:solidFill>
                    <a:srgbClr val="FFFFFF"/>
                  </a:solidFill>
                  <a:latin typeface="Arial" panose="020B0604020202020204" pitchFamily="34" charset="0"/>
                  <a:ea typeface="Arial" charset="0"/>
                  <a:cs typeface="Arial" charset="0"/>
                </a:rPr>
                <a:t>86/196/210</a:t>
              </a:r>
            </a:p>
          </p:txBody>
        </p:sp>
        <p:sp>
          <p:nvSpPr>
            <p:cNvPr id="23" name="矩形 13"/>
            <p:cNvSpPr/>
            <p:nvPr/>
          </p:nvSpPr>
          <p:spPr>
            <a:xfrm>
              <a:off x="6186245" y="184963"/>
              <a:ext cx="791510" cy="664397"/>
            </a:xfrm>
            <a:prstGeom prst="rect">
              <a:avLst/>
            </a:prstGeom>
            <a:solidFill>
              <a:srgbClr val="D3394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3016">
                <a:lnSpc>
                  <a:spcPts val="620"/>
                </a:lnSpc>
              </a:pPr>
              <a:r>
                <a:rPr kumimoji="1" lang="en-US" altLang="zh-CN" sz="500" b="1" dirty="0">
                  <a:solidFill>
                    <a:srgbClr val="FFFFFF"/>
                  </a:solidFill>
                  <a:latin typeface="Arial" panose="020B0604020202020204" pitchFamily="34" charset="0"/>
                  <a:ea typeface="Arial" charset="0"/>
                  <a:cs typeface="Arial" charset="0"/>
                </a:rPr>
                <a:t>RGB </a:t>
              </a:r>
              <a:br>
                <a:rPr kumimoji="1" lang="en-US" altLang="zh-CN" sz="500" b="1" dirty="0">
                  <a:solidFill>
                    <a:srgbClr val="FFFFFF"/>
                  </a:solidFill>
                  <a:latin typeface="Arial" panose="020B0604020202020204" pitchFamily="34" charset="0"/>
                  <a:ea typeface="Arial" charset="0"/>
                  <a:cs typeface="Arial" charset="0"/>
                </a:rPr>
              </a:br>
              <a:r>
                <a:rPr kumimoji="1" lang="en-US" altLang="zh-CN" sz="500" b="1" dirty="0">
                  <a:solidFill>
                    <a:srgbClr val="FFFFFF"/>
                  </a:solidFill>
                  <a:latin typeface="Arial" panose="020B0604020202020204" pitchFamily="34" charset="0"/>
                  <a:ea typeface="Arial" charset="0"/>
                  <a:cs typeface="Arial" charset="0"/>
                </a:rPr>
                <a:t>211/57/65</a:t>
              </a:r>
            </a:p>
          </p:txBody>
        </p:sp>
        <p:sp>
          <p:nvSpPr>
            <p:cNvPr id="24" name="矩形 13"/>
            <p:cNvSpPr/>
            <p:nvPr/>
          </p:nvSpPr>
          <p:spPr>
            <a:xfrm>
              <a:off x="6185604" y="918047"/>
              <a:ext cx="791510" cy="664397"/>
            </a:xfrm>
            <a:prstGeom prst="rect">
              <a:avLst/>
            </a:prstGeom>
            <a:solidFill>
              <a:srgbClr val="D33859"/>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3016">
                <a:lnSpc>
                  <a:spcPts val="620"/>
                </a:lnSpc>
              </a:pPr>
              <a:r>
                <a:rPr kumimoji="1" lang="en-US" altLang="zh-CN" sz="500" b="1" dirty="0">
                  <a:solidFill>
                    <a:srgbClr val="FFFFFF"/>
                  </a:solidFill>
                  <a:latin typeface="Arial" panose="020B0604020202020204" pitchFamily="34" charset="0"/>
                  <a:ea typeface="Arial" charset="0"/>
                  <a:cs typeface="Arial" charset="0"/>
                </a:rPr>
                <a:t>RGB </a:t>
              </a:r>
            </a:p>
            <a:p>
              <a:pPr algn="ctr" defTabSz="913016">
                <a:lnSpc>
                  <a:spcPts val="620"/>
                </a:lnSpc>
              </a:pPr>
              <a:r>
                <a:rPr kumimoji="1" lang="en-US" altLang="zh-CN" sz="500" b="1" dirty="0">
                  <a:solidFill>
                    <a:srgbClr val="FFFFFF"/>
                  </a:solidFill>
                  <a:latin typeface="Arial" panose="020B0604020202020204" pitchFamily="34" charset="0"/>
                  <a:ea typeface="Arial" charset="0"/>
                  <a:cs typeface="Arial" charset="0"/>
                </a:rPr>
                <a:t>211/56/89</a:t>
              </a:r>
            </a:p>
          </p:txBody>
        </p:sp>
        <p:sp>
          <p:nvSpPr>
            <p:cNvPr id="25" name="矩形 13"/>
            <p:cNvSpPr/>
            <p:nvPr/>
          </p:nvSpPr>
          <p:spPr>
            <a:xfrm>
              <a:off x="6996262" y="1934171"/>
              <a:ext cx="791510" cy="664397"/>
            </a:xfrm>
            <a:prstGeom prst="rect">
              <a:avLst/>
            </a:prstGeom>
            <a:solidFill>
              <a:srgbClr val="DD80AA"/>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3016">
                <a:lnSpc>
                  <a:spcPts val="620"/>
                </a:lnSpc>
              </a:pPr>
              <a:r>
                <a:rPr kumimoji="1" lang="en-US" altLang="zh-CN" sz="500" b="1" dirty="0">
                  <a:solidFill>
                    <a:srgbClr val="1B1B18"/>
                  </a:solidFill>
                  <a:latin typeface="Arial" panose="020B0604020202020204" pitchFamily="34" charset="0"/>
                  <a:ea typeface="Arial" charset="0"/>
                  <a:cs typeface="Arial" charset="0"/>
                </a:rPr>
                <a:t>RGB 221/128/170</a:t>
              </a:r>
            </a:p>
          </p:txBody>
        </p:sp>
        <p:sp>
          <p:nvSpPr>
            <p:cNvPr id="26" name="矩形 13"/>
            <p:cNvSpPr/>
            <p:nvPr/>
          </p:nvSpPr>
          <p:spPr>
            <a:xfrm>
              <a:off x="6996262" y="2673360"/>
              <a:ext cx="791510" cy="664397"/>
            </a:xfrm>
            <a:prstGeom prst="rect">
              <a:avLst/>
            </a:prstGeom>
            <a:solidFill>
              <a:srgbClr val="BF808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3016">
                <a:lnSpc>
                  <a:spcPts val="620"/>
                </a:lnSpc>
                <a:defRPr/>
              </a:pPr>
              <a:r>
                <a:rPr kumimoji="1" lang="en-US" altLang="zh-CN" sz="500" b="1" dirty="0">
                  <a:solidFill>
                    <a:srgbClr val="1B1B18"/>
                  </a:solidFill>
                  <a:latin typeface="Arial" panose="020B0604020202020204" pitchFamily="34" charset="0"/>
                  <a:ea typeface="Arial" charset="0"/>
                  <a:cs typeface="Arial" charset="0"/>
                </a:rPr>
                <a:t>RGB 191/128/130</a:t>
              </a:r>
            </a:p>
          </p:txBody>
        </p:sp>
        <p:sp>
          <p:nvSpPr>
            <p:cNvPr id="27" name="矩形 13"/>
            <p:cNvSpPr/>
            <p:nvPr/>
          </p:nvSpPr>
          <p:spPr>
            <a:xfrm>
              <a:off x="6996262" y="3415851"/>
              <a:ext cx="791510" cy="664397"/>
            </a:xfrm>
            <a:prstGeom prst="rect">
              <a:avLst/>
            </a:prstGeom>
            <a:solidFill>
              <a:srgbClr val="F6B78C"/>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3016">
                <a:lnSpc>
                  <a:spcPts val="620"/>
                </a:lnSpc>
              </a:pPr>
              <a:r>
                <a:rPr kumimoji="1" lang="en-US" altLang="zh-CN" sz="500" b="1" dirty="0">
                  <a:solidFill>
                    <a:srgbClr val="1B1B18"/>
                  </a:solidFill>
                  <a:latin typeface="Arial" panose="020B0604020202020204" pitchFamily="34" charset="0"/>
                  <a:ea typeface="Arial" charset="0"/>
                  <a:cs typeface="Arial" charset="0"/>
                </a:rPr>
                <a:t>RGB 246/183/140</a:t>
              </a:r>
              <a:endParaRPr kumimoji="1" lang="mr-IN" altLang="zh-CN" sz="500" b="1" dirty="0">
                <a:solidFill>
                  <a:srgbClr val="1B1B18"/>
                </a:solidFill>
                <a:latin typeface="Arial" panose="020B0604020202020204" pitchFamily="34" charset="0"/>
                <a:ea typeface="Arial" charset="0"/>
                <a:cs typeface="Arial" charset="0"/>
              </a:endParaRPr>
            </a:p>
          </p:txBody>
        </p:sp>
        <p:sp>
          <p:nvSpPr>
            <p:cNvPr id="28" name="矩形 13"/>
            <p:cNvSpPr/>
            <p:nvPr/>
          </p:nvSpPr>
          <p:spPr>
            <a:xfrm>
              <a:off x="7006093" y="4866463"/>
              <a:ext cx="791510" cy="664397"/>
            </a:xfrm>
            <a:prstGeom prst="rect">
              <a:avLst/>
            </a:prstGeom>
            <a:solidFill>
              <a:srgbClr val="AFD89C"/>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3016">
                <a:lnSpc>
                  <a:spcPts val="620"/>
                </a:lnSpc>
              </a:pPr>
              <a:r>
                <a:rPr kumimoji="1" lang="en-US" altLang="zh-CN" sz="500" b="1" dirty="0">
                  <a:solidFill>
                    <a:srgbClr val="1B1B18"/>
                  </a:solidFill>
                  <a:latin typeface="Arial" panose="020B0604020202020204" pitchFamily="34" charset="0"/>
                  <a:ea typeface="Arial" charset="0"/>
                  <a:cs typeface="Arial" charset="0"/>
                </a:rPr>
                <a:t>RGB 176/216/156</a:t>
              </a:r>
            </a:p>
          </p:txBody>
        </p:sp>
        <p:sp>
          <p:nvSpPr>
            <p:cNvPr id="29" name="矩形 13"/>
            <p:cNvSpPr/>
            <p:nvPr/>
          </p:nvSpPr>
          <p:spPr>
            <a:xfrm>
              <a:off x="7003856" y="4134866"/>
              <a:ext cx="791510" cy="664397"/>
            </a:xfrm>
            <a:prstGeom prst="rect">
              <a:avLst/>
            </a:prstGeom>
            <a:solidFill>
              <a:srgbClr val="FDE397"/>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3016">
                <a:lnSpc>
                  <a:spcPts val="620"/>
                </a:lnSpc>
              </a:pPr>
              <a:r>
                <a:rPr kumimoji="1" lang="en-US" altLang="zh-CN" sz="500" b="1" dirty="0">
                  <a:solidFill>
                    <a:srgbClr val="1B1B18"/>
                  </a:solidFill>
                  <a:latin typeface="Arial" panose="020B0604020202020204" pitchFamily="34" charset="0"/>
                  <a:ea typeface="Arial" charset="0"/>
                  <a:cs typeface="Arial" charset="0"/>
                </a:rPr>
                <a:t>RGB 253/227/181</a:t>
              </a:r>
            </a:p>
          </p:txBody>
        </p:sp>
        <p:sp>
          <p:nvSpPr>
            <p:cNvPr id="30" name="矩形 13"/>
            <p:cNvSpPr/>
            <p:nvPr/>
          </p:nvSpPr>
          <p:spPr>
            <a:xfrm>
              <a:off x="7003856" y="5596166"/>
              <a:ext cx="791510" cy="664397"/>
            </a:xfrm>
            <a:prstGeom prst="rect">
              <a:avLst/>
            </a:prstGeom>
            <a:solidFill>
              <a:srgbClr val="94DAE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3016">
                <a:lnSpc>
                  <a:spcPts val="620"/>
                </a:lnSpc>
              </a:pPr>
              <a:r>
                <a:rPr kumimoji="1" lang="en-US" altLang="zh-CN" sz="500" b="1" dirty="0">
                  <a:solidFill>
                    <a:srgbClr val="1B1B18"/>
                  </a:solidFill>
                  <a:latin typeface="Arial" panose="020B0604020202020204" pitchFamily="34" charset="0"/>
                  <a:ea typeface="Arial" charset="0"/>
                  <a:cs typeface="Arial" charset="0"/>
                </a:rPr>
                <a:t>RGB 148/218/226</a:t>
              </a:r>
            </a:p>
          </p:txBody>
        </p:sp>
        <p:sp>
          <p:nvSpPr>
            <p:cNvPr id="31" name="矩形 13"/>
            <p:cNvSpPr/>
            <p:nvPr/>
          </p:nvSpPr>
          <p:spPr>
            <a:xfrm>
              <a:off x="6997826" y="184963"/>
              <a:ext cx="791510" cy="664397"/>
            </a:xfrm>
            <a:prstGeom prst="rect">
              <a:avLst/>
            </a:prstGeom>
            <a:solidFill>
              <a:srgbClr val="E28189"/>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3016">
                <a:lnSpc>
                  <a:spcPts val="620"/>
                </a:lnSpc>
              </a:pPr>
              <a:r>
                <a:rPr kumimoji="1" lang="en-US" altLang="zh-CN" sz="500" b="1" dirty="0">
                  <a:solidFill>
                    <a:srgbClr val="1B1B18"/>
                  </a:solidFill>
                  <a:latin typeface="Arial" panose="020B0604020202020204" pitchFamily="34" charset="0"/>
                  <a:ea typeface="Arial" charset="0"/>
                  <a:cs typeface="Arial" charset="0"/>
                </a:rPr>
                <a:t>RGB 226/129/137</a:t>
              </a:r>
            </a:p>
          </p:txBody>
        </p:sp>
        <p:sp>
          <p:nvSpPr>
            <p:cNvPr id="32" name="矩形 13"/>
            <p:cNvSpPr/>
            <p:nvPr/>
          </p:nvSpPr>
          <p:spPr>
            <a:xfrm>
              <a:off x="6997185" y="918047"/>
              <a:ext cx="791510" cy="664397"/>
            </a:xfrm>
            <a:prstGeom prst="rect">
              <a:avLst/>
            </a:prstGeom>
            <a:solidFill>
              <a:srgbClr val="E2819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3016">
                <a:lnSpc>
                  <a:spcPts val="620"/>
                </a:lnSpc>
              </a:pPr>
              <a:r>
                <a:rPr kumimoji="1" lang="en-US" altLang="zh-CN" sz="500" b="1" dirty="0">
                  <a:solidFill>
                    <a:srgbClr val="1B1B18"/>
                  </a:solidFill>
                  <a:latin typeface="Arial" panose="020B0604020202020204" pitchFamily="34" charset="0"/>
                  <a:ea typeface="Arial" charset="0"/>
                  <a:cs typeface="Arial" charset="0"/>
                </a:rPr>
                <a:t>RGB 226/129/152</a:t>
              </a:r>
            </a:p>
          </p:txBody>
        </p:sp>
        <p:sp>
          <p:nvSpPr>
            <p:cNvPr id="33" name="矩形 13"/>
            <p:cNvSpPr/>
            <p:nvPr/>
          </p:nvSpPr>
          <p:spPr>
            <a:xfrm>
              <a:off x="7806130" y="1934171"/>
              <a:ext cx="791510" cy="664397"/>
            </a:xfrm>
            <a:prstGeom prst="rect">
              <a:avLst/>
            </a:prstGeom>
            <a:solidFill>
              <a:srgbClr val="EBB3CC"/>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3016">
                <a:lnSpc>
                  <a:spcPts val="620"/>
                </a:lnSpc>
              </a:pPr>
              <a:r>
                <a:rPr kumimoji="1" lang="en-US" altLang="zh-CN" sz="500" b="1" dirty="0">
                  <a:solidFill>
                    <a:srgbClr val="1B1B18"/>
                  </a:solidFill>
                  <a:latin typeface="Arial" panose="020B0604020202020204" pitchFamily="34" charset="0"/>
                  <a:ea typeface="Arial" charset="0"/>
                  <a:cs typeface="Arial" charset="0"/>
                </a:rPr>
                <a:t>RGB 235/179/204</a:t>
              </a:r>
            </a:p>
          </p:txBody>
        </p:sp>
        <p:sp>
          <p:nvSpPr>
            <p:cNvPr id="34" name="矩形 13"/>
            <p:cNvSpPr/>
            <p:nvPr/>
          </p:nvSpPr>
          <p:spPr>
            <a:xfrm>
              <a:off x="7806130" y="2673360"/>
              <a:ext cx="791510" cy="664397"/>
            </a:xfrm>
            <a:prstGeom prst="rect">
              <a:avLst/>
            </a:prstGeom>
            <a:solidFill>
              <a:srgbClr val="D8B3B3"/>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3016">
                <a:lnSpc>
                  <a:spcPts val="620"/>
                </a:lnSpc>
                <a:defRPr/>
              </a:pPr>
              <a:r>
                <a:rPr kumimoji="1" lang="en-US" altLang="zh-CN" sz="500" b="1" dirty="0">
                  <a:solidFill>
                    <a:srgbClr val="1B1B18"/>
                  </a:solidFill>
                  <a:latin typeface="Arial" panose="020B0604020202020204" pitchFamily="34" charset="0"/>
                  <a:ea typeface="Arial" charset="0"/>
                  <a:cs typeface="Arial" charset="0"/>
                </a:rPr>
                <a:t>RGB 216/179/179</a:t>
              </a:r>
            </a:p>
          </p:txBody>
        </p:sp>
        <p:sp>
          <p:nvSpPr>
            <p:cNvPr id="35" name="矩形 13"/>
            <p:cNvSpPr/>
            <p:nvPr/>
          </p:nvSpPr>
          <p:spPr>
            <a:xfrm>
              <a:off x="7806130" y="3415851"/>
              <a:ext cx="791510" cy="664397"/>
            </a:xfrm>
            <a:prstGeom prst="rect">
              <a:avLst/>
            </a:prstGeom>
            <a:solidFill>
              <a:srgbClr val="FAD3BB"/>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3016">
                <a:lnSpc>
                  <a:spcPts val="620"/>
                </a:lnSpc>
              </a:pPr>
              <a:r>
                <a:rPr kumimoji="1" lang="en-US" altLang="zh-CN" sz="500" b="1" dirty="0">
                  <a:solidFill>
                    <a:srgbClr val="1B1B18"/>
                  </a:solidFill>
                  <a:latin typeface="Arial" panose="020B0604020202020204" pitchFamily="34" charset="0"/>
                  <a:ea typeface="Arial" charset="0"/>
                  <a:cs typeface="Arial" charset="0"/>
                </a:rPr>
                <a:t>RGB 250/211/187</a:t>
              </a:r>
              <a:endParaRPr kumimoji="1" lang="mr-IN" altLang="zh-CN" sz="500" b="1" dirty="0">
                <a:solidFill>
                  <a:srgbClr val="1B1B18"/>
                </a:solidFill>
                <a:latin typeface="Arial" panose="020B0604020202020204" pitchFamily="34" charset="0"/>
                <a:ea typeface="Arial" charset="0"/>
                <a:cs typeface="Arial" charset="0"/>
              </a:endParaRPr>
            </a:p>
          </p:txBody>
        </p:sp>
        <p:sp>
          <p:nvSpPr>
            <p:cNvPr id="36" name="矩形 13"/>
            <p:cNvSpPr/>
            <p:nvPr/>
          </p:nvSpPr>
          <p:spPr>
            <a:xfrm>
              <a:off x="7815961" y="4866463"/>
              <a:ext cx="791510" cy="664397"/>
            </a:xfrm>
            <a:prstGeom prst="rect">
              <a:avLst/>
            </a:prstGeom>
            <a:solidFill>
              <a:srgbClr val="D0E8C4"/>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3016">
                <a:lnSpc>
                  <a:spcPts val="620"/>
                </a:lnSpc>
              </a:pPr>
              <a:r>
                <a:rPr kumimoji="1" lang="en-US" altLang="zh-CN" sz="500" b="1" dirty="0">
                  <a:solidFill>
                    <a:srgbClr val="1B1B18"/>
                  </a:solidFill>
                  <a:latin typeface="Arial" panose="020B0604020202020204" pitchFamily="34" charset="0"/>
                  <a:ea typeface="Arial" charset="0"/>
                  <a:cs typeface="Arial" charset="0"/>
                </a:rPr>
                <a:t>RGB 208/232/196</a:t>
              </a:r>
            </a:p>
          </p:txBody>
        </p:sp>
        <p:sp>
          <p:nvSpPr>
            <p:cNvPr id="37" name="矩形 13"/>
            <p:cNvSpPr/>
            <p:nvPr/>
          </p:nvSpPr>
          <p:spPr>
            <a:xfrm>
              <a:off x="7813724" y="4134866"/>
              <a:ext cx="791510" cy="664397"/>
            </a:xfrm>
            <a:prstGeom prst="rect">
              <a:avLst/>
            </a:prstGeom>
            <a:solidFill>
              <a:srgbClr val="FEEEC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3016">
                <a:lnSpc>
                  <a:spcPts val="620"/>
                </a:lnSpc>
              </a:pPr>
              <a:r>
                <a:rPr kumimoji="1" lang="en-US" altLang="zh-CN" sz="500" b="1" dirty="0">
                  <a:solidFill>
                    <a:srgbClr val="1B1B18"/>
                  </a:solidFill>
                  <a:latin typeface="Arial" panose="020B0604020202020204" pitchFamily="34" charset="0"/>
                  <a:ea typeface="Arial" charset="0"/>
                  <a:cs typeface="Arial" charset="0"/>
                </a:rPr>
                <a:t>RGB 254/238/193</a:t>
              </a:r>
            </a:p>
          </p:txBody>
        </p:sp>
        <p:sp>
          <p:nvSpPr>
            <p:cNvPr id="38" name="矩形 13"/>
            <p:cNvSpPr/>
            <p:nvPr/>
          </p:nvSpPr>
          <p:spPr>
            <a:xfrm>
              <a:off x="7813724" y="5596166"/>
              <a:ext cx="791510" cy="664397"/>
            </a:xfrm>
            <a:prstGeom prst="rect">
              <a:avLst/>
            </a:prstGeom>
            <a:solidFill>
              <a:srgbClr val="BEE9EE"/>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3016">
                <a:lnSpc>
                  <a:spcPts val="620"/>
                </a:lnSpc>
              </a:pPr>
              <a:r>
                <a:rPr kumimoji="1" lang="en-US" altLang="zh-CN" sz="500" b="1" dirty="0">
                  <a:solidFill>
                    <a:srgbClr val="1B1B18"/>
                  </a:solidFill>
                  <a:latin typeface="Arial" panose="020B0604020202020204" pitchFamily="34" charset="0"/>
                  <a:ea typeface="Arial" charset="0"/>
                  <a:cs typeface="Arial" charset="0"/>
                </a:rPr>
                <a:t>RGB</a:t>
              </a:r>
              <a:br>
                <a:rPr kumimoji="1" lang="en-US" altLang="zh-CN" sz="500" b="1" dirty="0">
                  <a:solidFill>
                    <a:srgbClr val="1B1B18"/>
                  </a:solidFill>
                  <a:latin typeface="Arial" panose="020B0604020202020204" pitchFamily="34" charset="0"/>
                  <a:ea typeface="Arial" charset="0"/>
                  <a:cs typeface="Arial" charset="0"/>
                </a:rPr>
              </a:br>
              <a:r>
                <a:rPr kumimoji="1" lang="en-US" altLang="zh-CN" sz="500" b="1" dirty="0">
                  <a:solidFill>
                    <a:srgbClr val="1B1B18"/>
                  </a:solidFill>
                  <a:latin typeface="Arial" panose="020B0604020202020204" pitchFamily="34" charset="0"/>
                  <a:ea typeface="Arial" charset="0"/>
                  <a:cs typeface="Arial" charset="0"/>
                </a:rPr>
                <a:t>190/23/238</a:t>
              </a:r>
            </a:p>
          </p:txBody>
        </p:sp>
        <p:sp>
          <p:nvSpPr>
            <p:cNvPr id="39" name="矩形 13"/>
            <p:cNvSpPr/>
            <p:nvPr/>
          </p:nvSpPr>
          <p:spPr>
            <a:xfrm>
              <a:off x="7807694" y="184963"/>
              <a:ext cx="791510" cy="664397"/>
            </a:xfrm>
            <a:prstGeom prst="rect">
              <a:avLst/>
            </a:prstGeom>
            <a:solidFill>
              <a:srgbClr val="EEB3B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3016">
                <a:lnSpc>
                  <a:spcPts val="620"/>
                </a:lnSpc>
              </a:pPr>
              <a:r>
                <a:rPr kumimoji="1" lang="en-US" altLang="zh-CN" sz="500" b="1" dirty="0">
                  <a:solidFill>
                    <a:srgbClr val="1B1B18"/>
                  </a:solidFill>
                  <a:latin typeface="Arial" panose="020B0604020202020204" pitchFamily="34" charset="0"/>
                  <a:ea typeface="Arial" charset="0"/>
                  <a:cs typeface="Arial" charset="0"/>
                </a:rPr>
                <a:t>RGB 239/178/184</a:t>
              </a:r>
            </a:p>
          </p:txBody>
        </p:sp>
        <p:sp>
          <p:nvSpPr>
            <p:cNvPr id="40" name="矩形 13"/>
            <p:cNvSpPr/>
            <p:nvPr/>
          </p:nvSpPr>
          <p:spPr>
            <a:xfrm>
              <a:off x="7807054" y="918047"/>
              <a:ext cx="791510" cy="664397"/>
            </a:xfrm>
            <a:prstGeom prst="rect">
              <a:avLst/>
            </a:prstGeom>
            <a:solidFill>
              <a:srgbClr val="EEB3C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3016">
                <a:lnSpc>
                  <a:spcPts val="620"/>
                </a:lnSpc>
              </a:pPr>
              <a:r>
                <a:rPr kumimoji="1" lang="en-US" altLang="zh-CN" sz="500" b="1" dirty="0">
                  <a:solidFill>
                    <a:srgbClr val="1B1B18"/>
                  </a:solidFill>
                  <a:latin typeface="Arial" panose="020B0604020202020204" pitchFamily="34" charset="0"/>
                  <a:ea typeface="Arial" charset="0"/>
                  <a:cs typeface="Arial" charset="0"/>
                </a:rPr>
                <a:t>RGB 238/179/193</a:t>
              </a:r>
            </a:p>
          </p:txBody>
        </p:sp>
        <p:sp>
          <p:nvSpPr>
            <p:cNvPr id="41" name="矩形 13"/>
            <p:cNvSpPr/>
            <p:nvPr/>
          </p:nvSpPr>
          <p:spPr>
            <a:xfrm>
              <a:off x="5354169" y="6324025"/>
              <a:ext cx="513579" cy="664397"/>
            </a:xfrm>
            <a:prstGeom prst="rect">
              <a:avLst/>
            </a:prstGeom>
            <a:solidFill>
              <a:srgbClr val="221815"/>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3016">
                <a:lnSpc>
                  <a:spcPts val="620"/>
                </a:lnSpc>
              </a:pPr>
              <a:r>
                <a:rPr kumimoji="1" lang="en-US" altLang="zh-CN" sz="500" b="1" dirty="0">
                  <a:solidFill>
                    <a:srgbClr val="FFFFFF"/>
                  </a:solidFill>
                  <a:latin typeface="Arial" panose="020B0604020202020204" pitchFamily="34" charset="0"/>
                  <a:ea typeface="Arial" charset="0"/>
                  <a:cs typeface="Arial" charset="0"/>
                </a:rPr>
                <a:t>RGB </a:t>
              </a:r>
              <a:br>
                <a:rPr kumimoji="1" lang="en-US" altLang="zh-CN" sz="500" b="1" dirty="0">
                  <a:solidFill>
                    <a:srgbClr val="FFFFFF"/>
                  </a:solidFill>
                  <a:latin typeface="Arial" panose="020B0604020202020204" pitchFamily="34" charset="0"/>
                  <a:ea typeface="Arial" charset="0"/>
                  <a:cs typeface="Arial" charset="0"/>
                </a:rPr>
              </a:br>
              <a:r>
                <a:rPr kumimoji="1" lang="en-US" altLang="zh-CN" sz="500" b="1" dirty="0">
                  <a:solidFill>
                    <a:srgbClr val="FFFFFF"/>
                  </a:solidFill>
                  <a:latin typeface="Arial" panose="020B0604020202020204" pitchFamily="34" charset="0"/>
                  <a:ea typeface="Arial" charset="0"/>
                  <a:cs typeface="Arial" charset="0"/>
                </a:rPr>
                <a:t>35/24/21</a:t>
              </a:r>
            </a:p>
          </p:txBody>
        </p:sp>
        <p:sp>
          <p:nvSpPr>
            <p:cNvPr id="42" name="矩形 13"/>
            <p:cNvSpPr/>
            <p:nvPr/>
          </p:nvSpPr>
          <p:spPr>
            <a:xfrm>
              <a:off x="5900626" y="6324025"/>
              <a:ext cx="513579" cy="664397"/>
            </a:xfrm>
            <a:prstGeom prst="rect">
              <a:avLst/>
            </a:prstGeom>
            <a:solidFill>
              <a:srgbClr val="595757"/>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3016">
                <a:lnSpc>
                  <a:spcPts val="620"/>
                </a:lnSpc>
              </a:pPr>
              <a:r>
                <a:rPr kumimoji="1" lang="en-US" altLang="zh-CN" sz="500" b="1" dirty="0">
                  <a:solidFill>
                    <a:srgbClr val="FFFFFF"/>
                  </a:solidFill>
                  <a:latin typeface="Arial" panose="020B0604020202020204" pitchFamily="34" charset="0"/>
                  <a:ea typeface="Arial" charset="0"/>
                  <a:cs typeface="Arial" charset="0"/>
                </a:rPr>
                <a:t>RGB </a:t>
              </a:r>
            </a:p>
            <a:p>
              <a:pPr algn="ctr" defTabSz="913016">
                <a:lnSpc>
                  <a:spcPts val="620"/>
                </a:lnSpc>
              </a:pPr>
              <a:r>
                <a:rPr kumimoji="1" lang="en-US" altLang="zh-CN" sz="500" b="1" dirty="0">
                  <a:solidFill>
                    <a:srgbClr val="FFFFFF"/>
                  </a:solidFill>
                  <a:latin typeface="Arial" panose="020B0604020202020204" pitchFamily="34" charset="0"/>
                  <a:ea typeface="Arial" charset="0"/>
                  <a:cs typeface="Arial" charset="0"/>
                </a:rPr>
                <a:t>89/87/87</a:t>
              </a:r>
            </a:p>
          </p:txBody>
        </p:sp>
        <p:sp>
          <p:nvSpPr>
            <p:cNvPr id="43" name="矩形 13"/>
            <p:cNvSpPr/>
            <p:nvPr/>
          </p:nvSpPr>
          <p:spPr>
            <a:xfrm>
              <a:off x="6450318" y="6324025"/>
              <a:ext cx="513579" cy="664397"/>
            </a:xfrm>
            <a:prstGeom prst="rect">
              <a:avLst/>
            </a:prstGeom>
            <a:solidFill>
              <a:srgbClr val="88888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3016">
                <a:lnSpc>
                  <a:spcPts val="620"/>
                </a:lnSpc>
              </a:pPr>
              <a:r>
                <a:rPr kumimoji="1" lang="en-US" altLang="zh-CN" sz="500" b="1" dirty="0">
                  <a:solidFill>
                    <a:srgbClr val="FFFFFF"/>
                  </a:solidFill>
                  <a:latin typeface="Arial" panose="020B0604020202020204" pitchFamily="34" charset="0"/>
                  <a:ea typeface="Arial" charset="0"/>
                  <a:cs typeface="Arial" charset="0"/>
                </a:rPr>
                <a:t>RGB</a:t>
              </a:r>
            </a:p>
            <a:p>
              <a:pPr algn="ctr" defTabSz="913016">
                <a:lnSpc>
                  <a:spcPts val="620"/>
                </a:lnSpc>
              </a:pPr>
              <a:r>
                <a:rPr kumimoji="1" lang="en-US" altLang="zh-CN" sz="500" b="1" dirty="0">
                  <a:solidFill>
                    <a:srgbClr val="FFFFFF"/>
                  </a:solidFill>
                  <a:latin typeface="Arial" panose="020B0604020202020204" pitchFamily="34" charset="0"/>
                  <a:ea typeface="Arial" charset="0"/>
                  <a:cs typeface="Arial" charset="0"/>
                </a:rPr>
                <a:t>137/137/</a:t>
              </a:r>
              <a:br>
                <a:rPr kumimoji="1" lang="en-US" altLang="zh-CN" sz="500" b="1" dirty="0">
                  <a:solidFill>
                    <a:srgbClr val="FFFFFF"/>
                  </a:solidFill>
                  <a:latin typeface="Arial" panose="020B0604020202020204" pitchFamily="34" charset="0"/>
                  <a:ea typeface="Arial" charset="0"/>
                  <a:cs typeface="Arial" charset="0"/>
                </a:rPr>
              </a:br>
              <a:r>
                <a:rPr kumimoji="1" lang="en-US" altLang="zh-CN" sz="500" b="1" dirty="0">
                  <a:solidFill>
                    <a:srgbClr val="FFFFFF"/>
                  </a:solidFill>
                  <a:latin typeface="Arial" panose="020B0604020202020204" pitchFamily="34" charset="0"/>
                  <a:ea typeface="Arial" charset="0"/>
                  <a:cs typeface="Arial" charset="0"/>
                </a:rPr>
                <a:t>137</a:t>
              </a:r>
            </a:p>
          </p:txBody>
        </p:sp>
        <p:sp>
          <p:nvSpPr>
            <p:cNvPr id="44" name="矩形 13"/>
            <p:cNvSpPr/>
            <p:nvPr/>
          </p:nvSpPr>
          <p:spPr>
            <a:xfrm>
              <a:off x="6998296" y="6324025"/>
              <a:ext cx="513579" cy="664397"/>
            </a:xfrm>
            <a:prstGeom prst="rect">
              <a:avLst/>
            </a:prstGeom>
            <a:solidFill>
              <a:srgbClr val="B5B5B5"/>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3016">
                <a:lnSpc>
                  <a:spcPts val="620"/>
                </a:lnSpc>
              </a:pPr>
              <a:r>
                <a:rPr kumimoji="1" lang="en-US" altLang="zh-CN" sz="500" b="1" dirty="0">
                  <a:solidFill>
                    <a:srgbClr val="FFFFFF"/>
                  </a:solidFill>
                  <a:latin typeface="Arial" panose="020B0604020202020204" pitchFamily="34" charset="0"/>
                  <a:ea typeface="Arial" charset="0"/>
                  <a:cs typeface="Arial" charset="0"/>
                </a:rPr>
                <a:t>RGB</a:t>
              </a:r>
            </a:p>
            <a:p>
              <a:pPr algn="ctr" defTabSz="913016">
                <a:lnSpc>
                  <a:spcPts val="620"/>
                </a:lnSpc>
              </a:pPr>
              <a:r>
                <a:rPr kumimoji="1" lang="en-US" altLang="zh-CN" sz="500" b="1" dirty="0">
                  <a:solidFill>
                    <a:srgbClr val="FFFFFF"/>
                  </a:solidFill>
                  <a:latin typeface="Arial" panose="020B0604020202020204" pitchFamily="34" charset="0"/>
                  <a:ea typeface="Arial" charset="0"/>
                  <a:cs typeface="Arial" charset="0"/>
                </a:rPr>
                <a:t>181/181/</a:t>
              </a:r>
              <a:br>
                <a:rPr kumimoji="1" lang="en-US" altLang="zh-CN" sz="500" b="1" dirty="0">
                  <a:solidFill>
                    <a:srgbClr val="FFFFFF"/>
                  </a:solidFill>
                  <a:latin typeface="Arial" panose="020B0604020202020204" pitchFamily="34" charset="0"/>
                  <a:ea typeface="Arial" charset="0"/>
                  <a:cs typeface="Arial" charset="0"/>
                </a:rPr>
              </a:br>
              <a:r>
                <a:rPr kumimoji="1" lang="en-US" altLang="zh-CN" sz="500" b="1" dirty="0">
                  <a:solidFill>
                    <a:srgbClr val="FFFFFF"/>
                  </a:solidFill>
                  <a:latin typeface="Arial" panose="020B0604020202020204" pitchFamily="34" charset="0"/>
                  <a:ea typeface="Arial" charset="0"/>
                  <a:cs typeface="Arial" charset="0"/>
                </a:rPr>
                <a:t>181</a:t>
              </a:r>
            </a:p>
          </p:txBody>
        </p:sp>
        <p:sp>
          <p:nvSpPr>
            <p:cNvPr id="45" name="矩形 13"/>
            <p:cNvSpPr/>
            <p:nvPr/>
          </p:nvSpPr>
          <p:spPr>
            <a:xfrm>
              <a:off x="7541580" y="6324025"/>
              <a:ext cx="513579" cy="664397"/>
            </a:xfrm>
            <a:prstGeom prst="rect">
              <a:avLst/>
            </a:prstGeom>
            <a:solidFill>
              <a:srgbClr val="DDDDDD"/>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3016">
                <a:lnSpc>
                  <a:spcPts val="620"/>
                </a:lnSpc>
              </a:pPr>
              <a:r>
                <a:rPr kumimoji="1" lang="en-US" altLang="zh-CN" sz="500" b="1" dirty="0">
                  <a:solidFill>
                    <a:srgbClr val="1B1B18"/>
                  </a:solidFill>
                  <a:latin typeface="Arial" panose="020B0604020202020204" pitchFamily="34" charset="0"/>
                  <a:ea typeface="Arial" charset="0"/>
                  <a:cs typeface="Arial" charset="0"/>
                </a:rPr>
                <a:t>RGB 221/221/</a:t>
              </a:r>
              <a:br>
                <a:rPr kumimoji="1" lang="en-US" altLang="zh-CN" sz="500" b="1" dirty="0">
                  <a:solidFill>
                    <a:srgbClr val="1B1B18"/>
                  </a:solidFill>
                  <a:latin typeface="Arial" panose="020B0604020202020204" pitchFamily="34" charset="0"/>
                  <a:ea typeface="Arial" charset="0"/>
                  <a:cs typeface="Arial" charset="0"/>
                </a:rPr>
              </a:br>
              <a:r>
                <a:rPr kumimoji="1" lang="en-US" altLang="zh-CN" sz="500" b="1" dirty="0">
                  <a:solidFill>
                    <a:srgbClr val="1B1B18"/>
                  </a:solidFill>
                  <a:latin typeface="Arial" panose="020B0604020202020204" pitchFamily="34" charset="0"/>
                  <a:ea typeface="Arial" charset="0"/>
                  <a:cs typeface="Arial" charset="0"/>
                </a:rPr>
                <a:t>221</a:t>
              </a:r>
            </a:p>
          </p:txBody>
        </p:sp>
        <p:sp>
          <p:nvSpPr>
            <p:cNvPr id="46" name="矩形 13"/>
            <p:cNvSpPr/>
            <p:nvPr/>
          </p:nvSpPr>
          <p:spPr>
            <a:xfrm>
              <a:off x="8083608" y="6324025"/>
              <a:ext cx="513579" cy="664397"/>
            </a:xfrm>
            <a:prstGeom prst="rect">
              <a:avLst/>
            </a:prstGeom>
            <a:solidFill>
              <a:srgbClr val="FFFFFF"/>
            </a:solidFill>
            <a:ln w="6350">
              <a:solidFill>
                <a:srgbClr val="B5B5B5"/>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3016">
                <a:lnSpc>
                  <a:spcPts val="620"/>
                </a:lnSpc>
              </a:pPr>
              <a:r>
                <a:rPr kumimoji="1" lang="en-US" altLang="zh-CN" sz="500" b="1" dirty="0">
                  <a:solidFill>
                    <a:srgbClr val="1B1B18"/>
                  </a:solidFill>
                  <a:latin typeface="Arial" panose="020B0604020202020204" pitchFamily="34" charset="0"/>
                  <a:ea typeface="Arial" charset="0"/>
                  <a:cs typeface="Arial" charset="0"/>
                </a:rPr>
                <a:t>RGB</a:t>
              </a:r>
            </a:p>
            <a:p>
              <a:pPr algn="ctr" defTabSz="913016">
                <a:lnSpc>
                  <a:spcPts val="620"/>
                </a:lnSpc>
              </a:pPr>
              <a:r>
                <a:rPr kumimoji="1" lang="en-US" altLang="zh-CN" sz="500" b="1" dirty="0">
                  <a:solidFill>
                    <a:srgbClr val="1B1B18"/>
                  </a:solidFill>
                  <a:latin typeface="Arial" panose="020B0604020202020204" pitchFamily="34" charset="0"/>
                  <a:ea typeface="Arial" charset="0"/>
                  <a:cs typeface="Arial" charset="0"/>
                </a:rPr>
                <a:t>255/255/</a:t>
              </a:r>
              <a:br>
                <a:rPr kumimoji="1" lang="en-US" altLang="zh-CN" sz="500" b="1" dirty="0">
                  <a:solidFill>
                    <a:srgbClr val="1B1B18"/>
                  </a:solidFill>
                  <a:latin typeface="Arial" panose="020B0604020202020204" pitchFamily="34" charset="0"/>
                  <a:ea typeface="Arial" charset="0"/>
                  <a:cs typeface="Arial" charset="0"/>
                </a:rPr>
              </a:br>
              <a:r>
                <a:rPr kumimoji="1" lang="en-US" altLang="zh-CN" sz="500" b="1" dirty="0">
                  <a:solidFill>
                    <a:srgbClr val="1B1B18"/>
                  </a:solidFill>
                  <a:latin typeface="Arial" panose="020B0604020202020204" pitchFamily="34" charset="0"/>
                  <a:ea typeface="Arial" charset="0"/>
                  <a:cs typeface="Arial" charset="0"/>
                </a:rPr>
                <a:t>255</a:t>
              </a:r>
            </a:p>
          </p:txBody>
        </p:sp>
      </p:grpSp>
    </p:spTree>
    <p:extLst>
      <p:ext uri="{BB962C8B-B14F-4D97-AF65-F5344CB8AC3E}">
        <p14:creationId xmlns:p14="http://schemas.microsoft.com/office/powerpoint/2010/main" val="414284349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extLst>
    <p:ext uri="{DCECCB84-F9BA-43D5-87BE-67443E8EF086}">
      <p15:sldGuideLst xmlns="" xmlns:p15="http://schemas.microsoft.com/office/powerpoint/2012/main">
        <p15:guide id="1" pos="3841">
          <p15:clr>
            <a:srgbClr val="FBAE40"/>
          </p15:clr>
        </p15:guide>
        <p15:guide id="2" orient="horz" pos="2160">
          <p15:clr>
            <a:srgbClr val="FBAE40"/>
          </p15:clr>
        </p15:guide>
        <p15:guide id="3" pos="303">
          <p15:clr>
            <a:srgbClr val="FBAE40"/>
          </p15:clr>
        </p15:guide>
        <p15:guide id="4" pos="7380">
          <p15:clr>
            <a:srgbClr val="FBAE40"/>
          </p15:clr>
        </p15:guide>
        <p15:guide id="5" orient="horz" pos="640">
          <p15:clr>
            <a:srgbClr val="FBAE40"/>
          </p15:clr>
        </p15:guide>
        <p15:guide id="6" orient="horz" pos="3952">
          <p15:clr>
            <a:srgbClr val="FBAE40"/>
          </p15:clr>
        </p15:guide>
      </p15:sldGuideLst>
    </p:ext>
  </p:extLst>
</p:sldLayout>
</file>

<file path=ppt/slideLayouts/slideLayout68.xml><?xml version="1.0" encoding="utf-8"?>
<p:sldLayout xmlns:a="http://schemas.openxmlformats.org/drawingml/2006/main" xmlns:r="http://schemas.openxmlformats.org/officeDocument/2006/relationships" xmlns:p="http://schemas.openxmlformats.org/presentationml/2006/main" type="tx">
  <p:cSld name="空白">
    <p:spTree>
      <p:nvGrpSpPr>
        <p:cNvPr id="1" name=""/>
        <p:cNvGrpSpPr/>
        <p:nvPr/>
      </p:nvGrpSpPr>
      <p:grpSpPr>
        <a:xfrm>
          <a:off x="0" y="0"/>
          <a:ext cx="0" cy="0"/>
          <a:chOff x="0" y="0"/>
          <a:chExt cx="0" cy="0"/>
        </a:xfrm>
      </p:grpSpPr>
    </p:spTree>
    <p:extLst>
      <p:ext uri="{BB962C8B-B14F-4D97-AF65-F5344CB8AC3E}">
        <p14:creationId xmlns:p14="http://schemas.microsoft.com/office/powerpoint/2010/main" val="4229527635"/>
      </p:ext>
    </p:extLst>
  </p:cSld>
  <p:clrMapOvr>
    <a:masterClrMapping/>
  </p:clrMapOvr>
  <p:transition spd="med"/>
</p:sldLayout>
</file>

<file path=ppt/slideLayouts/slideLayout69.xml><?xml version="1.0" encoding="utf-8"?>
<p:sldLayout xmlns:a="http://schemas.openxmlformats.org/drawingml/2006/main" xmlns:r="http://schemas.openxmlformats.org/officeDocument/2006/relationships" xmlns:p="http://schemas.openxmlformats.org/presentationml/2006/main" type="obj">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409631" y="468677"/>
            <a:ext cx="11377506" cy="1042275"/>
          </a:xfrm>
          <a:prstGeom prst="rect">
            <a:avLst/>
          </a:prstGeom>
        </p:spPr>
        <p:txBody>
          <a:bodyPr/>
          <a:lstStyle/>
          <a:p>
            <a:r>
              <a:rPr lang="zh-CN" altLang="en-US"/>
              <a:t>单击此处编辑母版标题样式</a:t>
            </a:r>
          </a:p>
        </p:txBody>
      </p:sp>
      <p:sp>
        <p:nvSpPr>
          <p:cNvPr id="3" name="内容占位符 2"/>
          <p:cNvSpPr>
            <a:spLocks noGrp="1"/>
          </p:cNvSpPr>
          <p:nvPr>
            <p:ph idx="1"/>
          </p:nvPr>
        </p:nvSpPr>
        <p:spPr>
          <a:xfrm>
            <a:off x="609682" y="1599829"/>
            <a:ext cx="10977404" cy="4526502"/>
          </a:xfrm>
          <a:prstGeom prst="rect">
            <a:avLst/>
          </a:prstGeo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4153126042"/>
      </p:ext>
    </p:extLst>
  </p:cSld>
  <p:clrMapOvr>
    <a:masterClrMapping/>
  </p:clrMapOvr>
  <p:transition spd="med" advClick="0"/>
</p:sldLayout>
</file>

<file path=ppt/slideLayouts/slideLayout70.xml><?xml version="1.0" encoding="utf-8"?>
<p:sldLayout xmlns:a="http://schemas.openxmlformats.org/drawingml/2006/main" xmlns:r="http://schemas.openxmlformats.org/officeDocument/2006/relationships" xmlns:p="http://schemas.openxmlformats.org/presentationml/2006/main" userDrawn="1">
  <p:cSld name="53_Chinese text page">
    <p:spTree>
      <p:nvGrpSpPr>
        <p:cNvPr id="1" name=""/>
        <p:cNvGrpSpPr/>
        <p:nvPr/>
      </p:nvGrpSpPr>
      <p:grpSpPr>
        <a:xfrm>
          <a:off x="0" y="0"/>
          <a:ext cx="0" cy="0"/>
          <a:chOff x="0" y="0"/>
          <a:chExt cx="0" cy="0"/>
        </a:xfrm>
      </p:grpSpPr>
      <p:sp>
        <p:nvSpPr>
          <p:cNvPr id="3" name="Subtitle 2">
            <a:extLst>
              <a:ext uri="{FF2B5EF4-FFF2-40B4-BE49-F238E27FC236}">
                <a16:creationId xmlns="" xmlns:a16="http://schemas.microsoft.com/office/drawing/2014/main" id="{D2A38214-5857-FC4E-B923-056100E16BCA}"/>
              </a:ext>
            </a:extLst>
          </p:cNvPr>
          <p:cNvSpPr>
            <a:spLocks noGrp="1"/>
          </p:cNvSpPr>
          <p:nvPr>
            <p:ph type="subTitle" idx="1" hasCustomPrompt="1"/>
          </p:nvPr>
        </p:nvSpPr>
        <p:spPr>
          <a:xfrm>
            <a:off x="729175" y="456134"/>
            <a:ext cx="10740640" cy="993400"/>
          </a:xfrm>
          <a:prstGeom prst="rect">
            <a:avLst/>
          </a:prstGeom>
        </p:spPr>
        <p:txBody>
          <a:bodyPr lIns="0" tIns="0" rIns="0" bIns="0" anchor="t">
            <a:normAutofit/>
          </a:bodyPr>
          <a:lstStyle>
            <a:lvl1pPr marL="0" indent="0" algn="l">
              <a:lnSpc>
                <a:spcPts val="3429"/>
              </a:lnSpc>
              <a:spcBef>
                <a:spcPts val="0"/>
              </a:spcBef>
              <a:buNone/>
              <a:defRPr sz="2799" baseline="0">
                <a:solidFill>
                  <a:schemeClr val="tx1"/>
                </a:solidFill>
                <a:latin typeface="Microsoft YaHei" panose="020B0503020204020204" pitchFamily="34" charset="-122"/>
                <a:ea typeface="Microsoft YaHei" panose="020B0503020204020204" pitchFamily="34" charset="-122"/>
              </a:defRPr>
            </a:lvl1pPr>
            <a:lvl2pPr marL="593662" indent="0" algn="ctr">
              <a:buNone/>
              <a:defRPr sz="2597"/>
            </a:lvl2pPr>
            <a:lvl3pPr marL="1187323" indent="0" algn="ctr">
              <a:buNone/>
              <a:defRPr sz="2337"/>
            </a:lvl3pPr>
            <a:lvl4pPr marL="1780986" indent="0" algn="ctr">
              <a:buNone/>
              <a:defRPr sz="2078"/>
            </a:lvl4pPr>
            <a:lvl5pPr marL="2374648" indent="0" algn="ctr">
              <a:buNone/>
              <a:defRPr sz="2078"/>
            </a:lvl5pPr>
            <a:lvl6pPr marL="2968309" indent="0" algn="ctr">
              <a:buNone/>
              <a:defRPr sz="2078"/>
            </a:lvl6pPr>
            <a:lvl7pPr marL="3561971" indent="0" algn="ctr">
              <a:buNone/>
              <a:defRPr sz="2078"/>
            </a:lvl7pPr>
            <a:lvl8pPr marL="4155634" indent="0" algn="ctr">
              <a:buNone/>
              <a:defRPr sz="2078"/>
            </a:lvl8pPr>
            <a:lvl9pPr marL="4749295" indent="0" algn="ctr">
              <a:buNone/>
              <a:defRPr sz="2078"/>
            </a:lvl9pPr>
          </a:lstStyle>
          <a:p>
            <a:r>
              <a:rPr lang="zh-CN" altLang="en-US" dirty="0"/>
              <a:t>单击此处添加标题</a:t>
            </a:r>
            <a:endParaRPr lang="en-US" dirty="0"/>
          </a:p>
        </p:txBody>
      </p:sp>
    </p:spTree>
    <p:extLst>
      <p:ext uri="{BB962C8B-B14F-4D97-AF65-F5344CB8AC3E}">
        <p14:creationId xmlns:p14="http://schemas.microsoft.com/office/powerpoint/2010/main" val="4036302505"/>
      </p:ext>
    </p:extLst>
  </p:cSld>
  <p:clrMapOvr>
    <a:masterClrMapping/>
  </p:clrMapOvr>
  <p:extLst>
    <p:ext uri="{DCECCB84-F9BA-43D5-87BE-67443E8EF086}">
      <p15:sldGuideLst xmlns="" xmlns:p15="http://schemas.microsoft.com/office/powerpoint/2012/main">
        <p15:guide id="1" pos="3842">
          <p15:clr>
            <a:srgbClr val="FBAE40"/>
          </p15:clr>
        </p15:guide>
      </p15:sldGuideLst>
    </p:ext>
  </p:extLst>
</p:sldLayout>
</file>

<file path=ppt/slideLayouts/slideLayout71.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Tree>
    <p:extLst>
      <p:ext uri="{BB962C8B-B14F-4D97-AF65-F5344CB8AC3E}">
        <p14:creationId xmlns:p14="http://schemas.microsoft.com/office/powerpoint/2010/main" val="3119684521"/>
      </p:ext>
    </p:extLst>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userDrawn="1">
  <p:cSld name="仅标题">
    <p:spTree>
      <p:nvGrpSpPr>
        <p:cNvPr id="1" name=""/>
        <p:cNvGrpSpPr/>
        <p:nvPr/>
      </p:nvGrpSpPr>
      <p:grpSpPr>
        <a:xfrm>
          <a:off x="0" y="0"/>
          <a:ext cx="0" cy="0"/>
          <a:chOff x="0" y="0"/>
          <a:chExt cx="0" cy="0"/>
        </a:xfrm>
      </p:grpSpPr>
    </p:spTree>
    <p:extLst>
      <p:ext uri="{BB962C8B-B14F-4D97-AF65-F5344CB8AC3E}">
        <p14:creationId xmlns:p14="http://schemas.microsoft.com/office/powerpoint/2010/main" val="3743337147"/>
      </p:ext>
    </p:extLst>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userDrawn="1">
  <p:cSld name="章节页1">
    <p:spTree>
      <p:nvGrpSpPr>
        <p:cNvPr id="1" name=""/>
        <p:cNvGrpSpPr/>
        <p:nvPr/>
      </p:nvGrpSpPr>
      <p:grpSpPr>
        <a:xfrm>
          <a:off x="0" y="0"/>
          <a:ext cx="0" cy="0"/>
          <a:chOff x="0" y="0"/>
          <a:chExt cx="0" cy="0"/>
        </a:xfrm>
      </p:grpSpPr>
      <p:sp>
        <p:nvSpPr>
          <p:cNvPr id="5" name="Content Placeholder 2">
            <a:extLst>
              <a:ext uri="{FF2B5EF4-FFF2-40B4-BE49-F238E27FC236}">
                <a16:creationId xmlns="" xmlns:a16="http://schemas.microsoft.com/office/drawing/2014/main" id="{CA8B3F0C-616F-224A-B32F-9F9BF5EEE1BC}"/>
              </a:ext>
            </a:extLst>
          </p:cNvPr>
          <p:cNvSpPr>
            <a:spLocks noGrp="1"/>
          </p:cNvSpPr>
          <p:nvPr>
            <p:ph idx="12" hasCustomPrompt="1"/>
          </p:nvPr>
        </p:nvSpPr>
        <p:spPr>
          <a:xfrm>
            <a:off x="442275" y="1244339"/>
            <a:ext cx="11265816" cy="4958996"/>
          </a:xfrm>
          <a:prstGeom prst="rect">
            <a:avLst/>
          </a:prstGeom>
        </p:spPr>
        <p:txBody>
          <a:bodyPr lIns="0" tIns="0" rIns="0" bIns="0"/>
          <a:lstStyle>
            <a:lvl1pPr marL="179100" marR="0" indent="-168007" algn="l" defTabSz="1185898" rtl="0" eaLnBrk="1" fontAlgn="auto" latinLnBrk="0" hangingPunct="1">
              <a:lnSpc>
                <a:spcPct val="100000"/>
              </a:lnSpc>
              <a:spcBef>
                <a:spcPts val="0"/>
              </a:spcBef>
              <a:spcAft>
                <a:spcPts val="600"/>
              </a:spcAft>
              <a:buClr>
                <a:srgbClr val="000000"/>
              </a:buClr>
              <a:buSzTx/>
              <a:buFont typeface="Arial" panose="020B0604020202020204" pitchFamily="34" charset="0"/>
              <a:buChar char="•"/>
              <a:tabLst>
                <a:tab pos="1206156" algn="ctr"/>
              </a:tabLst>
              <a:defRPr sz="1796" baseline="0">
                <a:solidFill>
                  <a:schemeClr val="tx1"/>
                </a:solidFill>
                <a:latin typeface="微软雅黑" panose="020B0503020204020204" pitchFamily="34" charset="-122"/>
                <a:ea typeface="微软雅黑" panose="020B0503020204020204" pitchFamily="34" charset="-122"/>
                <a:cs typeface="Arial" panose="020B0604020202020204" pitchFamily="34" charset="0"/>
              </a:defRPr>
            </a:lvl1pPr>
            <a:lvl2pPr marL="328499" marR="0" indent="-168007" algn="l" defTabSz="1185898" rtl="0" eaLnBrk="1" fontAlgn="auto" latinLnBrk="0" hangingPunct="1">
              <a:lnSpc>
                <a:spcPct val="100000"/>
              </a:lnSpc>
              <a:spcBef>
                <a:spcPts val="0"/>
              </a:spcBef>
              <a:spcAft>
                <a:spcPts val="600"/>
              </a:spcAft>
              <a:buClr>
                <a:schemeClr val="tx1"/>
              </a:buClr>
              <a:buSzTx/>
              <a:buFont typeface=".AppleSystemUIFont"/>
              <a:buChar char="&gt;"/>
              <a:tabLst>
                <a:tab pos="1206156" algn="ctr"/>
              </a:tabLst>
              <a:defRPr sz="1596" baseline="0">
                <a:latin typeface="微软雅黑" panose="020B0503020204020204" pitchFamily="34" charset="-122"/>
                <a:ea typeface="微软雅黑" panose="020B0503020204020204" pitchFamily="34" charset="-122"/>
              </a:defRPr>
            </a:lvl2pPr>
            <a:lvl3pPr marL="928812" marR="0" indent="0" algn="l" defTabSz="1185898" rtl="0" eaLnBrk="1" fontAlgn="auto" latinLnBrk="0" hangingPunct="1">
              <a:lnSpc>
                <a:spcPct val="100000"/>
              </a:lnSpc>
              <a:spcBef>
                <a:spcPts val="0"/>
              </a:spcBef>
              <a:spcAft>
                <a:spcPts val="600"/>
              </a:spcAft>
              <a:buClr>
                <a:schemeClr val="tx1"/>
              </a:buClr>
              <a:buSzTx/>
              <a:buFont typeface=".AppleSystemUIFont"/>
              <a:buNone/>
              <a:tabLst>
                <a:tab pos="1206156" algn="ctr"/>
              </a:tabLst>
              <a:defRPr sz="1295" baseline="0">
                <a:latin typeface="微软雅黑" panose="020B0503020204020204" pitchFamily="34" charset="-122"/>
                <a:ea typeface="微软雅黑" panose="020B0503020204020204" pitchFamily="34" charset="-122"/>
              </a:defRPr>
            </a:lvl3pPr>
            <a:lvl4pPr marL="525010" indent="-170887">
              <a:buFont typeface="Arial" panose="020B0604020202020204" pitchFamily="34" charset="0"/>
              <a:buChar char="•"/>
              <a:tabLst>
                <a:tab pos="1206488" algn="ctr"/>
              </a:tabLst>
              <a:defRPr sz="1295" baseline="0"/>
            </a:lvl4pPr>
            <a:lvl5pPr marL="525010" indent="-170887">
              <a:buFont typeface="Arial" panose="020B0604020202020204" pitchFamily="34" charset="0"/>
              <a:buChar char="•"/>
              <a:tabLst>
                <a:tab pos="1206488" algn="ctr"/>
              </a:tabLst>
              <a:defRPr sz="1295" baseline="0"/>
            </a:lvl5pPr>
          </a:lstStyle>
          <a:p>
            <a:pPr lvl="0"/>
            <a:r>
              <a:rPr lang="zh-CN" altLang="en-US" dirty="0"/>
              <a:t>单击此处添加文本</a:t>
            </a:r>
            <a:endParaRPr lang="en-US" altLang="zh-CN" dirty="0"/>
          </a:p>
        </p:txBody>
      </p:sp>
      <p:sp>
        <p:nvSpPr>
          <p:cNvPr id="6" name="标题 5"/>
          <p:cNvSpPr>
            <a:spLocks noGrp="1"/>
          </p:cNvSpPr>
          <p:nvPr>
            <p:ph type="title"/>
          </p:nvPr>
        </p:nvSpPr>
        <p:spPr>
          <a:xfrm>
            <a:off x="442278" y="348791"/>
            <a:ext cx="11265817" cy="559472"/>
          </a:xfrm>
          <a:prstGeom prst="rect">
            <a:avLst/>
          </a:prstGeom>
        </p:spPr>
        <p:txBody>
          <a:bodyPr anchor="ctr"/>
          <a:lstStyle>
            <a:lvl1pPr>
              <a:lnSpc>
                <a:spcPct val="100000"/>
              </a:lnSpc>
              <a:defRPr sz="2796" b="1">
                <a:solidFill>
                  <a:srgbClr val="C00000"/>
                </a:solidFill>
                <a:latin typeface="微软雅黑" panose="020B0503020204020204" pitchFamily="34" charset="-122"/>
                <a:ea typeface="微软雅黑" panose="020B0503020204020204" pitchFamily="34" charset="-122"/>
              </a:defRPr>
            </a:lvl1pPr>
          </a:lstStyle>
          <a:p>
            <a:r>
              <a:rPr lang="zh-CN" altLang="en-US" dirty="0"/>
              <a:t>单击此处编辑母版标题样式</a:t>
            </a:r>
          </a:p>
        </p:txBody>
      </p:sp>
    </p:spTree>
    <p:extLst>
      <p:ext uri="{BB962C8B-B14F-4D97-AF65-F5344CB8AC3E}">
        <p14:creationId xmlns:p14="http://schemas.microsoft.com/office/powerpoint/2010/main" val="418672911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extLst>
    <p:ext uri="{DCECCB84-F9BA-43D5-87BE-67443E8EF086}">
      <p15:sldGuideLst xmlns="" xmlns:p15="http://schemas.microsoft.com/office/powerpoint/2012/main">
        <p15:guide id="1" pos="3841">
          <p15:clr>
            <a:srgbClr val="FBAE40"/>
          </p15:clr>
        </p15:guide>
        <p15:guide id="2" orient="horz" pos="2160">
          <p15:clr>
            <a:srgbClr val="FBAE40"/>
          </p15:clr>
        </p15:guide>
        <p15:guide id="3" pos="303">
          <p15:clr>
            <a:srgbClr val="FBAE40"/>
          </p15:clr>
        </p15:guide>
        <p15:guide id="4" pos="7380">
          <p15:clr>
            <a:srgbClr val="FBAE40"/>
          </p15:clr>
        </p15:guide>
        <p15:guide id="5" orient="horz" pos="640">
          <p15:clr>
            <a:srgbClr val="FBAE40"/>
          </p15:clr>
        </p15:guide>
        <p15:guide id="6" orient="horz" pos="3952">
          <p15:clr>
            <a:srgbClr val="FBAE40"/>
          </p15:clr>
        </p15:guide>
      </p15:sldGuideLst>
    </p:ext>
  </p:extLst>
</p:sldLayout>
</file>

<file path=ppt/slideLayouts/slideLayout74.xml><?xml version="1.0" encoding="utf-8"?>
<p:sldLayout xmlns:a="http://schemas.openxmlformats.org/drawingml/2006/main" xmlns:r="http://schemas.openxmlformats.org/officeDocument/2006/relationships" xmlns:p="http://schemas.openxmlformats.org/presentationml/2006/main" type="tx">
  <p:cSld name="空白">
    <p:spTree>
      <p:nvGrpSpPr>
        <p:cNvPr id="1" name=""/>
        <p:cNvGrpSpPr/>
        <p:nvPr/>
      </p:nvGrpSpPr>
      <p:grpSpPr>
        <a:xfrm>
          <a:off x="0" y="0"/>
          <a:ext cx="0" cy="0"/>
          <a:chOff x="0" y="0"/>
          <a:chExt cx="0" cy="0"/>
        </a:xfrm>
      </p:grpSpPr>
    </p:spTree>
    <p:extLst>
      <p:ext uri="{BB962C8B-B14F-4D97-AF65-F5344CB8AC3E}">
        <p14:creationId xmlns:p14="http://schemas.microsoft.com/office/powerpoint/2010/main" val="2455727944"/>
      </p:ext>
    </p:extLst>
  </p:cSld>
  <p:clrMapOvr>
    <a:masterClrMapping/>
  </p:clrMapOvr>
  <p:transition spd="med"/>
</p:sldLayout>
</file>

<file path=ppt/slideLayouts/slideLayout75.xml><?xml version="1.0" encoding="utf-8"?>
<p:sldLayout xmlns:a="http://schemas.openxmlformats.org/drawingml/2006/main" xmlns:r="http://schemas.openxmlformats.org/officeDocument/2006/relationships" xmlns:p="http://schemas.openxmlformats.org/presentationml/2006/main" type="obj">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409631" y="468677"/>
            <a:ext cx="11377506" cy="1042275"/>
          </a:xfrm>
          <a:prstGeom prst="rect">
            <a:avLst/>
          </a:prstGeom>
        </p:spPr>
        <p:txBody>
          <a:bodyPr/>
          <a:lstStyle/>
          <a:p>
            <a:r>
              <a:rPr lang="zh-CN" altLang="en-US"/>
              <a:t>单击此处编辑母版标题样式</a:t>
            </a:r>
          </a:p>
        </p:txBody>
      </p:sp>
      <p:sp>
        <p:nvSpPr>
          <p:cNvPr id="3" name="内容占位符 2"/>
          <p:cNvSpPr>
            <a:spLocks noGrp="1"/>
          </p:cNvSpPr>
          <p:nvPr>
            <p:ph idx="1"/>
          </p:nvPr>
        </p:nvSpPr>
        <p:spPr>
          <a:xfrm>
            <a:off x="609682" y="1599829"/>
            <a:ext cx="10977404" cy="4526502"/>
          </a:xfrm>
          <a:prstGeom prst="rect">
            <a:avLst/>
          </a:prstGeo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959620418"/>
      </p:ext>
    </p:extLst>
  </p:cSld>
  <p:clrMapOvr>
    <a:masterClrMapping/>
  </p:clrMapOvr>
  <p:transition spd="med" advClick="0"/>
</p:sldLayout>
</file>

<file path=ppt/slideLayouts/slideLayout76.xml><?xml version="1.0" encoding="utf-8"?>
<p:sldLayout xmlns:a="http://schemas.openxmlformats.org/drawingml/2006/main" xmlns:r="http://schemas.openxmlformats.org/officeDocument/2006/relationships" xmlns:p="http://schemas.openxmlformats.org/presentationml/2006/main" userDrawn="1">
  <p:cSld name="53_Chinese text page">
    <p:spTree>
      <p:nvGrpSpPr>
        <p:cNvPr id="1" name=""/>
        <p:cNvGrpSpPr/>
        <p:nvPr/>
      </p:nvGrpSpPr>
      <p:grpSpPr>
        <a:xfrm>
          <a:off x="0" y="0"/>
          <a:ext cx="0" cy="0"/>
          <a:chOff x="0" y="0"/>
          <a:chExt cx="0" cy="0"/>
        </a:xfrm>
      </p:grpSpPr>
      <p:sp>
        <p:nvSpPr>
          <p:cNvPr id="3" name="Subtitle 2">
            <a:extLst>
              <a:ext uri="{FF2B5EF4-FFF2-40B4-BE49-F238E27FC236}">
                <a16:creationId xmlns="" xmlns:a16="http://schemas.microsoft.com/office/drawing/2014/main" id="{D2A38214-5857-FC4E-B923-056100E16BCA}"/>
              </a:ext>
            </a:extLst>
          </p:cNvPr>
          <p:cNvSpPr>
            <a:spLocks noGrp="1"/>
          </p:cNvSpPr>
          <p:nvPr>
            <p:ph type="subTitle" idx="1" hasCustomPrompt="1"/>
          </p:nvPr>
        </p:nvSpPr>
        <p:spPr>
          <a:xfrm>
            <a:off x="729175" y="456134"/>
            <a:ext cx="10740640" cy="993400"/>
          </a:xfrm>
          <a:prstGeom prst="rect">
            <a:avLst/>
          </a:prstGeom>
        </p:spPr>
        <p:txBody>
          <a:bodyPr lIns="0" tIns="0" rIns="0" bIns="0" anchor="t">
            <a:normAutofit/>
          </a:bodyPr>
          <a:lstStyle>
            <a:lvl1pPr marL="0" indent="0" algn="l">
              <a:lnSpc>
                <a:spcPts val="3429"/>
              </a:lnSpc>
              <a:spcBef>
                <a:spcPts val="0"/>
              </a:spcBef>
              <a:buNone/>
              <a:defRPr sz="2799" baseline="0">
                <a:solidFill>
                  <a:schemeClr val="tx1"/>
                </a:solidFill>
                <a:latin typeface="Microsoft YaHei" panose="020B0503020204020204" pitchFamily="34" charset="-122"/>
                <a:ea typeface="Microsoft YaHei" panose="020B0503020204020204" pitchFamily="34" charset="-122"/>
              </a:defRPr>
            </a:lvl1pPr>
            <a:lvl2pPr marL="593662" indent="0" algn="ctr">
              <a:buNone/>
              <a:defRPr sz="2597"/>
            </a:lvl2pPr>
            <a:lvl3pPr marL="1187323" indent="0" algn="ctr">
              <a:buNone/>
              <a:defRPr sz="2337"/>
            </a:lvl3pPr>
            <a:lvl4pPr marL="1780986" indent="0" algn="ctr">
              <a:buNone/>
              <a:defRPr sz="2078"/>
            </a:lvl4pPr>
            <a:lvl5pPr marL="2374648" indent="0" algn="ctr">
              <a:buNone/>
              <a:defRPr sz="2078"/>
            </a:lvl5pPr>
            <a:lvl6pPr marL="2968309" indent="0" algn="ctr">
              <a:buNone/>
              <a:defRPr sz="2078"/>
            </a:lvl6pPr>
            <a:lvl7pPr marL="3561971" indent="0" algn="ctr">
              <a:buNone/>
              <a:defRPr sz="2078"/>
            </a:lvl7pPr>
            <a:lvl8pPr marL="4155634" indent="0" algn="ctr">
              <a:buNone/>
              <a:defRPr sz="2078"/>
            </a:lvl8pPr>
            <a:lvl9pPr marL="4749295" indent="0" algn="ctr">
              <a:buNone/>
              <a:defRPr sz="2078"/>
            </a:lvl9pPr>
          </a:lstStyle>
          <a:p>
            <a:r>
              <a:rPr lang="zh-CN" altLang="en-US" dirty="0"/>
              <a:t>单击此处添加标题</a:t>
            </a:r>
            <a:endParaRPr lang="en-US" dirty="0"/>
          </a:p>
        </p:txBody>
      </p:sp>
    </p:spTree>
    <p:extLst>
      <p:ext uri="{BB962C8B-B14F-4D97-AF65-F5344CB8AC3E}">
        <p14:creationId xmlns:p14="http://schemas.microsoft.com/office/powerpoint/2010/main" val="4071417198"/>
      </p:ext>
    </p:extLst>
  </p:cSld>
  <p:clrMapOvr>
    <a:masterClrMapping/>
  </p:clrMapOvr>
  <p:extLst>
    <p:ext uri="{DCECCB84-F9BA-43D5-87BE-67443E8EF086}">
      <p15:sldGuideLst xmlns="" xmlns:p15="http://schemas.microsoft.com/office/powerpoint/2012/main">
        <p15:guide id="1" pos="3842">
          <p15:clr>
            <a:srgbClr val="FBAE40"/>
          </p15:clr>
        </p15:guide>
      </p15:sldGuideLst>
    </p:ext>
  </p:extLst>
</p:sldLayout>
</file>

<file path=ppt/slideLayouts/slideLayout77.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Tree>
    <p:extLst>
      <p:ext uri="{BB962C8B-B14F-4D97-AF65-F5344CB8AC3E}">
        <p14:creationId xmlns:p14="http://schemas.microsoft.com/office/powerpoint/2010/main" val="185019516"/>
      </p:ext>
    </p:extLst>
  </p:cSld>
  <p:clrMapOvr>
    <a:masterClrMapping/>
  </p:clrMapOvr>
</p:sldLayout>
</file>

<file path=ppt/slideLayouts/slideLayout78.xml><?xml version="1.0" encoding="utf-8"?>
<p:sldLayout xmlns:a="http://schemas.openxmlformats.org/drawingml/2006/main" xmlns:r="http://schemas.openxmlformats.org/officeDocument/2006/relationships" xmlns:p="http://schemas.openxmlformats.org/presentationml/2006/main" userDrawn="1">
  <p:cSld name="仅标题">
    <p:spTree>
      <p:nvGrpSpPr>
        <p:cNvPr id="1" name=""/>
        <p:cNvGrpSpPr/>
        <p:nvPr/>
      </p:nvGrpSpPr>
      <p:grpSpPr>
        <a:xfrm>
          <a:off x="0" y="0"/>
          <a:ext cx="0" cy="0"/>
          <a:chOff x="0" y="0"/>
          <a:chExt cx="0" cy="0"/>
        </a:xfrm>
      </p:grpSpPr>
    </p:spTree>
    <p:extLst>
      <p:ext uri="{BB962C8B-B14F-4D97-AF65-F5344CB8AC3E}">
        <p14:creationId xmlns:p14="http://schemas.microsoft.com/office/powerpoint/2010/main" val="3469261535"/>
      </p:ext>
    </p:extLst>
  </p:cSld>
  <p:clrMapOvr>
    <a:masterClrMapping/>
  </p:clrMapOvr>
</p:sldLayout>
</file>

<file path=ppt/slideLayouts/slideLayout79.xml><?xml version="1.0" encoding="utf-8"?>
<p:sldLayout xmlns:a="http://schemas.openxmlformats.org/drawingml/2006/main" xmlns:r="http://schemas.openxmlformats.org/officeDocument/2006/relationships" xmlns:p="http://schemas.openxmlformats.org/presentationml/2006/main" userDrawn="1">
  <p:cSld name="章节页1">
    <p:spTree>
      <p:nvGrpSpPr>
        <p:cNvPr id="1" name=""/>
        <p:cNvGrpSpPr/>
        <p:nvPr/>
      </p:nvGrpSpPr>
      <p:grpSpPr>
        <a:xfrm>
          <a:off x="0" y="0"/>
          <a:ext cx="0" cy="0"/>
          <a:chOff x="0" y="0"/>
          <a:chExt cx="0" cy="0"/>
        </a:xfrm>
      </p:grpSpPr>
      <p:sp>
        <p:nvSpPr>
          <p:cNvPr id="5" name="Content Placeholder 2">
            <a:extLst>
              <a:ext uri="{FF2B5EF4-FFF2-40B4-BE49-F238E27FC236}">
                <a16:creationId xmlns="" xmlns:a16="http://schemas.microsoft.com/office/drawing/2014/main" id="{CA8B3F0C-616F-224A-B32F-9F9BF5EEE1BC}"/>
              </a:ext>
            </a:extLst>
          </p:cNvPr>
          <p:cNvSpPr>
            <a:spLocks noGrp="1"/>
          </p:cNvSpPr>
          <p:nvPr>
            <p:ph idx="12" hasCustomPrompt="1"/>
          </p:nvPr>
        </p:nvSpPr>
        <p:spPr>
          <a:xfrm>
            <a:off x="442275" y="1244339"/>
            <a:ext cx="11265816" cy="4958996"/>
          </a:xfrm>
          <a:prstGeom prst="rect">
            <a:avLst/>
          </a:prstGeom>
        </p:spPr>
        <p:txBody>
          <a:bodyPr lIns="0" tIns="0" rIns="0" bIns="0"/>
          <a:lstStyle>
            <a:lvl1pPr marL="179100" marR="0" indent="-168007" algn="l" defTabSz="1185898" rtl="0" eaLnBrk="1" fontAlgn="auto" latinLnBrk="0" hangingPunct="1">
              <a:lnSpc>
                <a:spcPct val="100000"/>
              </a:lnSpc>
              <a:spcBef>
                <a:spcPts val="0"/>
              </a:spcBef>
              <a:spcAft>
                <a:spcPts val="600"/>
              </a:spcAft>
              <a:buClr>
                <a:srgbClr val="000000"/>
              </a:buClr>
              <a:buSzTx/>
              <a:buFont typeface="Arial" panose="020B0604020202020204" pitchFamily="34" charset="0"/>
              <a:buChar char="•"/>
              <a:tabLst>
                <a:tab pos="1206156" algn="ctr"/>
              </a:tabLst>
              <a:defRPr sz="1796" baseline="0">
                <a:solidFill>
                  <a:schemeClr val="tx1"/>
                </a:solidFill>
                <a:latin typeface="微软雅黑" panose="020B0503020204020204" pitchFamily="34" charset="-122"/>
                <a:ea typeface="微软雅黑" panose="020B0503020204020204" pitchFamily="34" charset="-122"/>
                <a:cs typeface="Arial" panose="020B0604020202020204" pitchFamily="34" charset="0"/>
              </a:defRPr>
            </a:lvl1pPr>
            <a:lvl2pPr marL="328499" marR="0" indent="-168007" algn="l" defTabSz="1185898" rtl="0" eaLnBrk="1" fontAlgn="auto" latinLnBrk="0" hangingPunct="1">
              <a:lnSpc>
                <a:spcPct val="100000"/>
              </a:lnSpc>
              <a:spcBef>
                <a:spcPts val="0"/>
              </a:spcBef>
              <a:spcAft>
                <a:spcPts val="600"/>
              </a:spcAft>
              <a:buClr>
                <a:schemeClr val="tx1"/>
              </a:buClr>
              <a:buSzTx/>
              <a:buFont typeface=".AppleSystemUIFont"/>
              <a:buChar char="&gt;"/>
              <a:tabLst>
                <a:tab pos="1206156" algn="ctr"/>
              </a:tabLst>
              <a:defRPr sz="1596" baseline="0">
                <a:latin typeface="微软雅黑" panose="020B0503020204020204" pitchFamily="34" charset="-122"/>
                <a:ea typeface="微软雅黑" panose="020B0503020204020204" pitchFamily="34" charset="-122"/>
              </a:defRPr>
            </a:lvl2pPr>
            <a:lvl3pPr marL="928812" marR="0" indent="0" algn="l" defTabSz="1185898" rtl="0" eaLnBrk="1" fontAlgn="auto" latinLnBrk="0" hangingPunct="1">
              <a:lnSpc>
                <a:spcPct val="100000"/>
              </a:lnSpc>
              <a:spcBef>
                <a:spcPts val="0"/>
              </a:spcBef>
              <a:spcAft>
                <a:spcPts val="600"/>
              </a:spcAft>
              <a:buClr>
                <a:schemeClr val="tx1"/>
              </a:buClr>
              <a:buSzTx/>
              <a:buFont typeface=".AppleSystemUIFont"/>
              <a:buNone/>
              <a:tabLst>
                <a:tab pos="1206156" algn="ctr"/>
              </a:tabLst>
              <a:defRPr sz="1295" baseline="0">
                <a:latin typeface="微软雅黑" panose="020B0503020204020204" pitchFamily="34" charset="-122"/>
                <a:ea typeface="微软雅黑" panose="020B0503020204020204" pitchFamily="34" charset="-122"/>
              </a:defRPr>
            </a:lvl3pPr>
            <a:lvl4pPr marL="525010" indent="-170887">
              <a:buFont typeface="Arial" panose="020B0604020202020204" pitchFamily="34" charset="0"/>
              <a:buChar char="•"/>
              <a:tabLst>
                <a:tab pos="1206488" algn="ctr"/>
              </a:tabLst>
              <a:defRPr sz="1295" baseline="0"/>
            </a:lvl4pPr>
            <a:lvl5pPr marL="525010" indent="-170887">
              <a:buFont typeface="Arial" panose="020B0604020202020204" pitchFamily="34" charset="0"/>
              <a:buChar char="•"/>
              <a:tabLst>
                <a:tab pos="1206488" algn="ctr"/>
              </a:tabLst>
              <a:defRPr sz="1295" baseline="0"/>
            </a:lvl5pPr>
          </a:lstStyle>
          <a:p>
            <a:pPr lvl="0"/>
            <a:r>
              <a:rPr lang="zh-CN" altLang="en-US" dirty="0"/>
              <a:t>单击此处添加文本</a:t>
            </a:r>
            <a:endParaRPr lang="en-US" altLang="zh-CN" dirty="0"/>
          </a:p>
        </p:txBody>
      </p:sp>
      <p:sp>
        <p:nvSpPr>
          <p:cNvPr id="6" name="标题 5"/>
          <p:cNvSpPr>
            <a:spLocks noGrp="1"/>
          </p:cNvSpPr>
          <p:nvPr>
            <p:ph type="title"/>
          </p:nvPr>
        </p:nvSpPr>
        <p:spPr>
          <a:xfrm>
            <a:off x="442278" y="348791"/>
            <a:ext cx="11265817" cy="559472"/>
          </a:xfrm>
          <a:prstGeom prst="rect">
            <a:avLst/>
          </a:prstGeom>
        </p:spPr>
        <p:txBody>
          <a:bodyPr anchor="ctr"/>
          <a:lstStyle>
            <a:lvl1pPr>
              <a:lnSpc>
                <a:spcPct val="100000"/>
              </a:lnSpc>
              <a:defRPr sz="2796" b="1">
                <a:solidFill>
                  <a:srgbClr val="C00000"/>
                </a:solidFill>
                <a:latin typeface="微软雅黑" panose="020B0503020204020204" pitchFamily="34" charset="-122"/>
                <a:ea typeface="微软雅黑" panose="020B0503020204020204" pitchFamily="34" charset="-122"/>
              </a:defRPr>
            </a:lvl1pPr>
          </a:lstStyle>
          <a:p>
            <a:r>
              <a:rPr lang="zh-CN" altLang="en-US" dirty="0"/>
              <a:t>单击此处编辑母版标题样式</a:t>
            </a:r>
          </a:p>
        </p:txBody>
      </p:sp>
    </p:spTree>
    <p:extLst>
      <p:ext uri="{BB962C8B-B14F-4D97-AF65-F5344CB8AC3E}">
        <p14:creationId xmlns:p14="http://schemas.microsoft.com/office/powerpoint/2010/main" val="122100587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extLst>
    <p:ext uri="{DCECCB84-F9BA-43D5-87BE-67443E8EF086}">
      <p15:sldGuideLst xmlns="" xmlns:p15="http://schemas.microsoft.com/office/powerpoint/2012/main">
        <p15:guide id="1" pos="3841">
          <p15:clr>
            <a:srgbClr val="FBAE40"/>
          </p15:clr>
        </p15:guide>
        <p15:guide id="2" orient="horz" pos="2160">
          <p15:clr>
            <a:srgbClr val="FBAE40"/>
          </p15:clr>
        </p15:guide>
        <p15:guide id="3" pos="303">
          <p15:clr>
            <a:srgbClr val="FBAE40"/>
          </p15:clr>
        </p15:guide>
        <p15:guide id="4" pos="7380">
          <p15:clr>
            <a:srgbClr val="FBAE40"/>
          </p15:clr>
        </p15:guide>
        <p15:guide id="5" orient="horz" pos="640">
          <p15:clr>
            <a:srgbClr val="FBAE40"/>
          </p15:clr>
        </p15:guide>
        <p15:guide id="6" orient="horz" pos="3952">
          <p15:clr>
            <a:srgbClr val="FBAE40"/>
          </p15:clr>
        </p15:guide>
      </p15:sldGuideLst>
    </p:ext>
  </p:extLst>
</p:sldLayout>
</file>

<file path=ppt/slideLayouts/slideLayout80.xml><?xml version="1.0" encoding="utf-8"?>
<p:sldLayout xmlns:a="http://schemas.openxmlformats.org/drawingml/2006/main" xmlns:r="http://schemas.openxmlformats.org/officeDocument/2006/relationships" xmlns:p="http://schemas.openxmlformats.org/presentationml/2006/main" type="tx">
  <p:cSld name="空白">
    <p:spTree>
      <p:nvGrpSpPr>
        <p:cNvPr id="1" name=""/>
        <p:cNvGrpSpPr/>
        <p:nvPr/>
      </p:nvGrpSpPr>
      <p:grpSpPr>
        <a:xfrm>
          <a:off x="0" y="0"/>
          <a:ext cx="0" cy="0"/>
          <a:chOff x="0" y="0"/>
          <a:chExt cx="0" cy="0"/>
        </a:xfrm>
      </p:grpSpPr>
    </p:spTree>
    <p:extLst>
      <p:ext uri="{BB962C8B-B14F-4D97-AF65-F5344CB8AC3E}">
        <p14:creationId xmlns:p14="http://schemas.microsoft.com/office/powerpoint/2010/main" val="133405483"/>
      </p:ext>
    </p:extLst>
  </p:cSld>
  <p:clrMapOvr>
    <a:masterClrMapping/>
  </p:clrMapOvr>
  <p:transition spd="med"/>
</p:sldLayout>
</file>

<file path=ppt/slideLayouts/slideLayout81.xml><?xml version="1.0" encoding="utf-8"?>
<p:sldLayout xmlns:a="http://schemas.openxmlformats.org/drawingml/2006/main" xmlns:r="http://schemas.openxmlformats.org/officeDocument/2006/relationships" xmlns:p="http://schemas.openxmlformats.org/presentationml/2006/main" type="obj">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409631" y="468677"/>
            <a:ext cx="11377506" cy="1042275"/>
          </a:xfrm>
          <a:prstGeom prst="rect">
            <a:avLst/>
          </a:prstGeom>
        </p:spPr>
        <p:txBody>
          <a:bodyPr/>
          <a:lstStyle/>
          <a:p>
            <a:r>
              <a:rPr lang="zh-CN" altLang="en-US"/>
              <a:t>单击此处编辑母版标题样式</a:t>
            </a:r>
          </a:p>
        </p:txBody>
      </p:sp>
      <p:sp>
        <p:nvSpPr>
          <p:cNvPr id="3" name="内容占位符 2"/>
          <p:cNvSpPr>
            <a:spLocks noGrp="1"/>
          </p:cNvSpPr>
          <p:nvPr>
            <p:ph idx="1"/>
          </p:nvPr>
        </p:nvSpPr>
        <p:spPr>
          <a:xfrm>
            <a:off x="609682" y="1599829"/>
            <a:ext cx="10977404" cy="4526502"/>
          </a:xfrm>
          <a:prstGeom prst="rect">
            <a:avLst/>
          </a:prstGeo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4204634738"/>
      </p:ext>
    </p:extLst>
  </p:cSld>
  <p:clrMapOvr>
    <a:masterClrMapping/>
  </p:clrMapOvr>
  <p:transition spd="med" advClick="0"/>
</p:sldLayout>
</file>

<file path=ppt/slideLayouts/slideLayout82.xml><?xml version="1.0" encoding="utf-8"?>
<p:sldLayout xmlns:a="http://schemas.openxmlformats.org/drawingml/2006/main" xmlns:r="http://schemas.openxmlformats.org/officeDocument/2006/relationships" xmlns:p="http://schemas.openxmlformats.org/presentationml/2006/main" userDrawn="1">
  <p:cSld name="53_Chinese text page">
    <p:spTree>
      <p:nvGrpSpPr>
        <p:cNvPr id="1" name=""/>
        <p:cNvGrpSpPr/>
        <p:nvPr/>
      </p:nvGrpSpPr>
      <p:grpSpPr>
        <a:xfrm>
          <a:off x="0" y="0"/>
          <a:ext cx="0" cy="0"/>
          <a:chOff x="0" y="0"/>
          <a:chExt cx="0" cy="0"/>
        </a:xfrm>
      </p:grpSpPr>
      <p:sp>
        <p:nvSpPr>
          <p:cNvPr id="3" name="Subtitle 2">
            <a:extLst>
              <a:ext uri="{FF2B5EF4-FFF2-40B4-BE49-F238E27FC236}">
                <a16:creationId xmlns="" xmlns:a16="http://schemas.microsoft.com/office/drawing/2014/main" id="{D2A38214-5857-FC4E-B923-056100E16BCA}"/>
              </a:ext>
            </a:extLst>
          </p:cNvPr>
          <p:cNvSpPr>
            <a:spLocks noGrp="1"/>
          </p:cNvSpPr>
          <p:nvPr>
            <p:ph type="subTitle" idx="1" hasCustomPrompt="1"/>
          </p:nvPr>
        </p:nvSpPr>
        <p:spPr>
          <a:xfrm>
            <a:off x="729175" y="456134"/>
            <a:ext cx="10740640" cy="993400"/>
          </a:xfrm>
          <a:prstGeom prst="rect">
            <a:avLst/>
          </a:prstGeom>
        </p:spPr>
        <p:txBody>
          <a:bodyPr lIns="0" tIns="0" rIns="0" bIns="0" anchor="t">
            <a:normAutofit/>
          </a:bodyPr>
          <a:lstStyle>
            <a:lvl1pPr marL="0" indent="0" algn="l">
              <a:lnSpc>
                <a:spcPts val="3429"/>
              </a:lnSpc>
              <a:spcBef>
                <a:spcPts val="0"/>
              </a:spcBef>
              <a:buNone/>
              <a:defRPr sz="2799" baseline="0">
                <a:solidFill>
                  <a:schemeClr val="tx1"/>
                </a:solidFill>
                <a:latin typeface="Microsoft YaHei" panose="020B0503020204020204" pitchFamily="34" charset="-122"/>
                <a:ea typeface="Microsoft YaHei" panose="020B0503020204020204" pitchFamily="34" charset="-122"/>
              </a:defRPr>
            </a:lvl1pPr>
            <a:lvl2pPr marL="593662" indent="0" algn="ctr">
              <a:buNone/>
              <a:defRPr sz="2597"/>
            </a:lvl2pPr>
            <a:lvl3pPr marL="1187323" indent="0" algn="ctr">
              <a:buNone/>
              <a:defRPr sz="2337"/>
            </a:lvl3pPr>
            <a:lvl4pPr marL="1780986" indent="0" algn="ctr">
              <a:buNone/>
              <a:defRPr sz="2078"/>
            </a:lvl4pPr>
            <a:lvl5pPr marL="2374648" indent="0" algn="ctr">
              <a:buNone/>
              <a:defRPr sz="2078"/>
            </a:lvl5pPr>
            <a:lvl6pPr marL="2968309" indent="0" algn="ctr">
              <a:buNone/>
              <a:defRPr sz="2078"/>
            </a:lvl6pPr>
            <a:lvl7pPr marL="3561971" indent="0" algn="ctr">
              <a:buNone/>
              <a:defRPr sz="2078"/>
            </a:lvl7pPr>
            <a:lvl8pPr marL="4155634" indent="0" algn="ctr">
              <a:buNone/>
              <a:defRPr sz="2078"/>
            </a:lvl8pPr>
            <a:lvl9pPr marL="4749295" indent="0" algn="ctr">
              <a:buNone/>
              <a:defRPr sz="2078"/>
            </a:lvl9pPr>
          </a:lstStyle>
          <a:p>
            <a:r>
              <a:rPr lang="zh-CN" altLang="en-US" dirty="0"/>
              <a:t>单击此处添加标题</a:t>
            </a:r>
            <a:endParaRPr lang="en-US" dirty="0"/>
          </a:p>
        </p:txBody>
      </p:sp>
    </p:spTree>
    <p:extLst>
      <p:ext uri="{BB962C8B-B14F-4D97-AF65-F5344CB8AC3E}">
        <p14:creationId xmlns:p14="http://schemas.microsoft.com/office/powerpoint/2010/main" val="4012198680"/>
      </p:ext>
    </p:extLst>
  </p:cSld>
  <p:clrMapOvr>
    <a:masterClrMapping/>
  </p:clrMapOvr>
  <p:extLst>
    <p:ext uri="{DCECCB84-F9BA-43D5-87BE-67443E8EF086}">
      <p15:sldGuideLst xmlns="" xmlns:p15="http://schemas.microsoft.com/office/powerpoint/2012/main">
        <p15:guide id="1" pos="3842">
          <p15:clr>
            <a:srgbClr val="FBAE40"/>
          </p15:clr>
        </p15:guide>
      </p15:sldGuideLst>
    </p:ext>
  </p:extLst>
</p:sldLayout>
</file>

<file path=ppt/slideLayouts/slideLayout83.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Tree>
    <p:extLst>
      <p:ext uri="{BB962C8B-B14F-4D97-AF65-F5344CB8AC3E}">
        <p14:creationId xmlns:p14="http://schemas.microsoft.com/office/powerpoint/2010/main" val="4166544405"/>
      </p:ext>
    </p:extLst>
  </p:cSld>
  <p:clrMapOvr>
    <a:masterClrMapping/>
  </p:clrMapOvr>
</p:sldLayout>
</file>

<file path=ppt/slideLayouts/slideLayout84.xml><?xml version="1.0" encoding="utf-8"?>
<p:sldLayout xmlns:a="http://schemas.openxmlformats.org/drawingml/2006/main" xmlns:r="http://schemas.openxmlformats.org/officeDocument/2006/relationships" xmlns:p="http://schemas.openxmlformats.org/presentationml/2006/main" userDrawn="1">
  <p:cSld name="章节页">
    <p:spTree>
      <p:nvGrpSpPr>
        <p:cNvPr id="1" name=""/>
        <p:cNvGrpSpPr/>
        <p:nvPr/>
      </p:nvGrpSpPr>
      <p:grpSpPr>
        <a:xfrm>
          <a:off x="0" y="0"/>
          <a:ext cx="0" cy="0"/>
          <a:chOff x="0" y="0"/>
          <a:chExt cx="0" cy="0"/>
        </a:xfrm>
      </p:grpSpPr>
      <p:sp>
        <p:nvSpPr>
          <p:cNvPr id="3" name="Subtitle 2">
            <a:extLst>
              <a:ext uri="{FF2B5EF4-FFF2-40B4-BE49-F238E27FC236}">
                <a16:creationId xmlns="" xmlns:a16="http://schemas.microsoft.com/office/drawing/2014/main" id="{D2A38214-5857-FC4E-B923-056100E16BCA}"/>
              </a:ext>
            </a:extLst>
          </p:cNvPr>
          <p:cNvSpPr>
            <a:spLocks noGrp="1"/>
          </p:cNvSpPr>
          <p:nvPr>
            <p:ph type="subTitle" idx="1" hasCustomPrompt="1"/>
          </p:nvPr>
        </p:nvSpPr>
        <p:spPr>
          <a:xfrm>
            <a:off x="729175" y="456134"/>
            <a:ext cx="10740640" cy="993400"/>
          </a:xfrm>
          <a:prstGeom prst="rect">
            <a:avLst/>
          </a:prstGeom>
        </p:spPr>
        <p:txBody>
          <a:bodyPr lIns="0" tIns="0" rIns="0" bIns="0" anchor="t">
            <a:normAutofit/>
          </a:bodyPr>
          <a:lstStyle>
            <a:lvl1pPr marL="0" indent="0" algn="l">
              <a:lnSpc>
                <a:spcPts val="3428"/>
              </a:lnSpc>
              <a:spcBef>
                <a:spcPts val="0"/>
              </a:spcBef>
              <a:buNone/>
              <a:defRPr sz="3198" baseline="0">
                <a:solidFill>
                  <a:schemeClr val="tx1"/>
                </a:solidFill>
                <a:latin typeface="Microsoft YaHei" panose="020B0503020204020204" pitchFamily="34" charset="-122"/>
                <a:ea typeface="Microsoft YaHei" panose="020B0503020204020204" pitchFamily="34" charset="-122"/>
              </a:defRPr>
            </a:lvl1pPr>
            <a:lvl2pPr marL="593425" indent="0" algn="ctr">
              <a:buNone/>
              <a:defRPr sz="2596"/>
            </a:lvl2pPr>
            <a:lvl3pPr marL="1186848" indent="0" algn="ctr">
              <a:buNone/>
              <a:defRPr sz="2336"/>
            </a:lvl3pPr>
            <a:lvl4pPr marL="1780274" indent="0" algn="ctr">
              <a:buNone/>
              <a:defRPr sz="2077"/>
            </a:lvl4pPr>
            <a:lvl5pPr marL="2373698" indent="0" algn="ctr">
              <a:buNone/>
              <a:defRPr sz="2077"/>
            </a:lvl5pPr>
            <a:lvl6pPr marL="2967122" indent="0" algn="ctr">
              <a:buNone/>
              <a:defRPr sz="2077"/>
            </a:lvl6pPr>
            <a:lvl7pPr marL="3560546" indent="0" algn="ctr">
              <a:buNone/>
              <a:defRPr sz="2077"/>
            </a:lvl7pPr>
            <a:lvl8pPr marL="4153972" indent="0" algn="ctr">
              <a:buNone/>
              <a:defRPr sz="2077"/>
            </a:lvl8pPr>
            <a:lvl9pPr marL="4747395" indent="0" algn="ctr">
              <a:buNone/>
              <a:defRPr sz="2077"/>
            </a:lvl9pPr>
          </a:lstStyle>
          <a:p>
            <a:r>
              <a:rPr lang="zh-CN" altLang="en-US" dirty="0"/>
              <a:t>单击此处添加标题</a:t>
            </a:r>
            <a:endParaRPr lang="en-US" dirty="0"/>
          </a:p>
        </p:txBody>
      </p:sp>
      <p:sp>
        <p:nvSpPr>
          <p:cNvPr id="5" name="Content Placeholder 2">
            <a:extLst>
              <a:ext uri="{FF2B5EF4-FFF2-40B4-BE49-F238E27FC236}">
                <a16:creationId xmlns="" xmlns:a16="http://schemas.microsoft.com/office/drawing/2014/main" id="{CA8B3F0C-616F-224A-B32F-9F9BF5EEE1BC}"/>
              </a:ext>
            </a:extLst>
          </p:cNvPr>
          <p:cNvSpPr>
            <a:spLocks noGrp="1"/>
          </p:cNvSpPr>
          <p:nvPr>
            <p:ph idx="12" hasCustomPrompt="1"/>
          </p:nvPr>
        </p:nvSpPr>
        <p:spPr>
          <a:xfrm>
            <a:off x="726023" y="1512879"/>
            <a:ext cx="10733557" cy="4690459"/>
          </a:xfrm>
          <a:prstGeom prst="rect">
            <a:avLst/>
          </a:prstGeom>
        </p:spPr>
        <p:txBody>
          <a:bodyPr lIns="0" tIns="0" rIns="0" bIns="0"/>
          <a:lstStyle>
            <a:lvl1pPr marL="179244" marR="0" indent="-168141" algn="l" defTabSz="1186848" rtl="0" eaLnBrk="1" fontAlgn="auto" latinLnBrk="0" hangingPunct="1">
              <a:lnSpc>
                <a:spcPct val="100000"/>
              </a:lnSpc>
              <a:spcBef>
                <a:spcPts val="0"/>
              </a:spcBef>
              <a:spcAft>
                <a:spcPts val="600"/>
              </a:spcAft>
              <a:buClr>
                <a:srgbClr val="000000"/>
              </a:buClr>
              <a:buSzTx/>
              <a:buFont typeface="Arial" panose="020B0604020202020204" pitchFamily="34" charset="0"/>
              <a:buChar char="•"/>
              <a:tabLst>
                <a:tab pos="1207122" algn="ctr"/>
              </a:tabLst>
              <a:defRPr sz="1798" baseline="0">
                <a:solidFill>
                  <a:schemeClr val="tx1"/>
                </a:solidFill>
                <a:latin typeface="Microsoft YaHei" panose="020B0503020204020204" pitchFamily="34" charset="-122"/>
                <a:ea typeface="Microsoft YaHei" panose="020B0503020204020204" pitchFamily="34" charset="-122"/>
                <a:cs typeface="Arial" panose="020B0604020202020204" pitchFamily="34" charset="0"/>
              </a:defRPr>
            </a:lvl1pPr>
            <a:lvl2pPr marL="328762" marR="0" indent="-168141" algn="l" defTabSz="1186848" rtl="0" eaLnBrk="1" fontAlgn="auto" latinLnBrk="0" hangingPunct="1">
              <a:lnSpc>
                <a:spcPct val="100000"/>
              </a:lnSpc>
              <a:spcBef>
                <a:spcPts val="0"/>
              </a:spcBef>
              <a:spcAft>
                <a:spcPts val="600"/>
              </a:spcAft>
              <a:buClr>
                <a:schemeClr val="tx1"/>
              </a:buClr>
              <a:buSzTx/>
              <a:buFont typeface=".AppleSystemUIFont"/>
              <a:buChar char="&gt;"/>
              <a:tabLst>
                <a:tab pos="1207122" algn="ctr"/>
              </a:tabLst>
              <a:defRPr sz="1598" baseline="0">
                <a:latin typeface="Microsoft YaHei" panose="020B0503020204020204" pitchFamily="34" charset="-122"/>
                <a:ea typeface="Microsoft YaHei" panose="020B0503020204020204" pitchFamily="34" charset="-122"/>
              </a:defRPr>
            </a:lvl2pPr>
            <a:lvl3pPr marL="1097697" marR="0" indent="-168141" algn="l" defTabSz="1186848" rtl="0" eaLnBrk="1" fontAlgn="auto" latinLnBrk="0" hangingPunct="1">
              <a:lnSpc>
                <a:spcPct val="100000"/>
              </a:lnSpc>
              <a:spcBef>
                <a:spcPts val="0"/>
              </a:spcBef>
              <a:spcAft>
                <a:spcPts val="600"/>
              </a:spcAft>
              <a:buClr>
                <a:schemeClr val="tx1"/>
              </a:buClr>
              <a:buSzTx/>
              <a:buFont typeface=".AppleSystemUIFont"/>
              <a:buChar char="-"/>
              <a:tabLst>
                <a:tab pos="1207122" algn="ctr"/>
              </a:tabLst>
              <a:defRPr sz="1297" baseline="0">
                <a:latin typeface="Microsoft YaHei" panose="020B0503020204020204" pitchFamily="34" charset="-122"/>
                <a:ea typeface="Microsoft YaHei" panose="020B0503020204020204" pitchFamily="34" charset="-122"/>
              </a:defRPr>
            </a:lvl3pPr>
            <a:lvl4pPr marL="525430" indent="-171023">
              <a:buFont typeface="Arial" panose="020B0604020202020204" pitchFamily="34" charset="0"/>
              <a:buChar char="•"/>
              <a:tabLst>
                <a:tab pos="1207454" algn="ctr"/>
              </a:tabLst>
              <a:defRPr sz="1297" baseline="0"/>
            </a:lvl4pPr>
            <a:lvl5pPr marL="525430" indent="-171023">
              <a:buFont typeface="Arial" panose="020B0604020202020204" pitchFamily="34" charset="0"/>
              <a:buChar char="•"/>
              <a:tabLst>
                <a:tab pos="1207454" algn="ctr"/>
              </a:tabLst>
              <a:defRPr sz="1297" baseline="0"/>
            </a:lvl5pPr>
          </a:lstStyle>
          <a:p>
            <a:pPr lvl="0"/>
            <a:r>
              <a:rPr lang="zh-CN" altLang="en-US" dirty="0"/>
              <a:t>单击此处添加文本</a:t>
            </a:r>
            <a:endParaRPr lang="en-US" dirty="0"/>
          </a:p>
          <a:p>
            <a:pPr marL="328762" marR="0" lvl="1" indent="-168141" algn="l" defTabSz="1186848" rtl="0" eaLnBrk="1" fontAlgn="auto" latinLnBrk="0" hangingPunct="1">
              <a:lnSpc>
                <a:spcPct val="100000"/>
              </a:lnSpc>
              <a:spcBef>
                <a:spcPts val="0"/>
              </a:spcBef>
              <a:spcAft>
                <a:spcPts val="600"/>
              </a:spcAft>
              <a:buClr>
                <a:schemeClr val="tx1"/>
              </a:buClr>
              <a:buSzTx/>
              <a:buFont typeface="Arial" panose="020B0604020202020204" pitchFamily="34" charset="0"/>
              <a:buChar char="•"/>
              <a:tabLst>
                <a:tab pos="1207122" algn="ctr"/>
              </a:tabLst>
              <a:defRPr/>
            </a:pPr>
            <a:r>
              <a:rPr lang="zh-CN" altLang="en-US" dirty="0"/>
              <a:t>单击此处添加文本</a:t>
            </a:r>
            <a:endParaRPr lang="en-US" dirty="0"/>
          </a:p>
          <a:p>
            <a:pPr marL="1097697" marR="0" lvl="2" indent="-168141" algn="l" defTabSz="1186848" rtl="0" eaLnBrk="1" fontAlgn="auto" latinLnBrk="0" hangingPunct="1">
              <a:lnSpc>
                <a:spcPct val="100000"/>
              </a:lnSpc>
              <a:spcBef>
                <a:spcPts val="0"/>
              </a:spcBef>
              <a:spcAft>
                <a:spcPts val="600"/>
              </a:spcAft>
              <a:buClr>
                <a:schemeClr val="tx1"/>
              </a:buClr>
              <a:buSzTx/>
              <a:buFont typeface="Arial" panose="020B0604020202020204" pitchFamily="34" charset="0"/>
              <a:buChar char="•"/>
              <a:tabLst>
                <a:tab pos="1207122" algn="ctr"/>
              </a:tabLst>
              <a:defRPr/>
            </a:pPr>
            <a:r>
              <a:rPr lang="zh-CN" altLang="en-US" dirty="0"/>
              <a:t>单击此处添加文本</a:t>
            </a:r>
            <a:endParaRPr lang="en-US" dirty="0"/>
          </a:p>
          <a:p>
            <a:pPr marL="1097697" marR="0" lvl="2" indent="-168141" algn="l" defTabSz="1186848" rtl="0" eaLnBrk="1" fontAlgn="auto" latinLnBrk="0" hangingPunct="1">
              <a:lnSpc>
                <a:spcPct val="100000"/>
              </a:lnSpc>
              <a:spcBef>
                <a:spcPts val="0"/>
              </a:spcBef>
              <a:spcAft>
                <a:spcPts val="600"/>
              </a:spcAft>
              <a:buClr>
                <a:schemeClr val="tx1"/>
              </a:buClr>
              <a:buSzTx/>
              <a:buFont typeface="Arial" panose="020B0604020202020204" pitchFamily="34" charset="0"/>
              <a:buChar char="•"/>
              <a:tabLst>
                <a:tab pos="1207122" algn="ctr"/>
              </a:tabLst>
              <a:defRPr/>
            </a:pPr>
            <a:endParaRPr lang="en-US" altLang="zh-CN" dirty="0"/>
          </a:p>
        </p:txBody>
      </p:sp>
    </p:spTree>
    <p:extLst>
      <p:ext uri="{BB962C8B-B14F-4D97-AF65-F5344CB8AC3E}">
        <p14:creationId xmlns:p14="http://schemas.microsoft.com/office/powerpoint/2010/main" val="1743801908"/>
      </p:ext>
    </p:extLst>
  </p:cSld>
  <p:clrMapOvr>
    <a:masterClrMapping/>
  </p:clrMapOvr>
  <p:extLst>
    <p:ext uri="{DCECCB84-F9BA-43D5-87BE-67443E8EF086}">
      <p15:sldGuideLst xmlns="" xmlns:p15="http://schemas.microsoft.com/office/powerpoint/2012/main">
        <p15:guide id="1" pos="3842">
          <p15:clr>
            <a:srgbClr val="FBAE40"/>
          </p15:clr>
        </p15:guide>
      </p15:sldGuideLst>
    </p:ext>
  </p:extLst>
</p:sldLayout>
</file>

<file path=ppt/slideLayouts/slideLayout85.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838528" y="365128"/>
            <a:ext cx="10519708" cy="1325563"/>
          </a:xfrm>
          <a:prstGeom prst="rect">
            <a:avLst/>
          </a:prstGeom>
        </p:spPr>
        <p:txBody>
          <a:bodyPr/>
          <a:lstStyle/>
          <a:p>
            <a:r>
              <a:rPr lang="zh-CN" altLang="en-US"/>
              <a:t>单击此处编辑母版标题样式</a:t>
            </a:r>
          </a:p>
        </p:txBody>
      </p:sp>
    </p:spTree>
    <p:extLst>
      <p:ext uri="{BB962C8B-B14F-4D97-AF65-F5344CB8AC3E}">
        <p14:creationId xmlns:p14="http://schemas.microsoft.com/office/powerpoint/2010/main" val="3016549728"/>
      </p:ext>
    </p:extLst>
  </p:cSld>
  <p:clrMapOvr>
    <a:masterClrMapping/>
  </p:clrMapOvr>
</p:sldLayout>
</file>

<file path=ppt/slideLayouts/slideLayout86.xml><?xml version="1.0" encoding="utf-8"?>
<p:sldLayout xmlns:a="http://schemas.openxmlformats.org/drawingml/2006/main" xmlns:r="http://schemas.openxmlformats.org/officeDocument/2006/relationships" xmlns:p="http://schemas.openxmlformats.org/presentationml/2006/main" userDrawn="1">
  <p:cSld name="1_自定义版式">
    <p:spTree>
      <p:nvGrpSpPr>
        <p:cNvPr id="1" name=""/>
        <p:cNvGrpSpPr/>
        <p:nvPr/>
      </p:nvGrpSpPr>
      <p:grpSpPr>
        <a:xfrm>
          <a:off x="0" y="0"/>
          <a:ext cx="0" cy="0"/>
          <a:chOff x="0" y="0"/>
          <a:chExt cx="0" cy="0"/>
        </a:xfrm>
      </p:grpSpPr>
    </p:spTree>
    <p:extLst>
      <p:ext uri="{BB962C8B-B14F-4D97-AF65-F5344CB8AC3E}">
        <p14:creationId xmlns:p14="http://schemas.microsoft.com/office/powerpoint/2010/main" val="3047407757"/>
      </p:ext>
    </p:extLst>
  </p:cSld>
  <p:clrMapOvr>
    <a:masterClrMapping/>
  </p:clrMapOvr>
</p:sldLayout>
</file>

<file path=ppt/slideLayouts/slideLayout87.xml><?xml version="1.0" encoding="utf-8"?>
<p:sldLayout xmlns:a="http://schemas.openxmlformats.org/drawingml/2006/main" xmlns:r="http://schemas.openxmlformats.org/officeDocument/2006/relationships" xmlns:p="http://schemas.openxmlformats.org/presentationml/2006/main" userDrawn="1">
  <p:cSld name="2_Chinese text page">
    <p:spTree>
      <p:nvGrpSpPr>
        <p:cNvPr id="1" name=""/>
        <p:cNvGrpSpPr/>
        <p:nvPr/>
      </p:nvGrpSpPr>
      <p:grpSpPr>
        <a:xfrm>
          <a:off x="0" y="0"/>
          <a:ext cx="0" cy="0"/>
          <a:chOff x="0" y="0"/>
          <a:chExt cx="0" cy="0"/>
        </a:xfrm>
      </p:grpSpPr>
      <p:sp>
        <p:nvSpPr>
          <p:cNvPr id="3" name="Subtitle 2">
            <a:extLst>
              <a:ext uri="{FF2B5EF4-FFF2-40B4-BE49-F238E27FC236}">
                <a16:creationId xmlns="" xmlns:a16="http://schemas.microsoft.com/office/drawing/2014/main" id="{D2A38214-5857-FC4E-B923-056100E16BCA}"/>
              </a:ext>
            </a:extLst>
          </p:cNvPr>
          <p:cNvSpPr>
            <a:spLocks noGrp="1"/>
          </p:cNvSpPr>
          <p:nvPr>
            <p:ph type="subTitle" idx="1" hasCustomPrompt="1"/>
          </p:nvPr>
        </p:nvSpPr>
        <p:spPr>
          <a:xfrm>
            <a:off x="729175" y="456134"/>
            <a:ext cx="10740640" cy="993400"/>
          </a:xfrm>
          <a:prstGeom prst="rect">
            <a:avLst/>
          </a:prstGeom>
        </p:spPr>
        <p:txBody>
          <a:bodyPr lIns="0" tIns="0" rIns="0" bIns="0" anchor="t">
            <a:normAutofit/>
          </a:bodyPr>
          <a:lstStyle>
            <a:lvl1pPr marL="0" indent="0" algn="l">
              <a:lnSpc>
                <a:spcPts val="3427"/>
              </a:lnSpc>
              <a:spcBef>
                <a:spcPts val="0"/>
              </a:spcBef>
              <a:buNone/>
              <a:defRPr sz="3197" baseline="0">
                <a:solidFill>
                  <a:schemeClr val="tx1"/>
                </a:solidFill>
                <a:latin typeface="Microsoft YaHei" panose="020B0503020204020204" pitchFamily="34" charset="-122"/>
                <a:ea typeface="Microsoft YaHei" panose="020B0503020204020204" pitchFamily="34" charset="-122"/>
              </a:defRPr>
            </a:lvl1pPr>
            <a:lvl2pPr marL="593248" indent="0" algn="ctr">
              <a:buNone/>
              <a:defRPr sz="2595"/>
            </a:lvl2pPr>
            <a:lvl3pPr marL="1186491" indent="0" algn="ctr">
              <a:buNone/>
              <a:defRPr sz="2336"/>
            </a:lvl3pPr>
            <a:lvl4pPr marL="1779741" indent="0" algn="ctr">
              <a:buNone/>
              <a:defRPr sz="2077"/>
            </a:lvl4pPr>
            <a:lvl5pPr marL="2372985" indent="0" algn="ctr">
              <a:buNone/>
              <a:defRPr sz="2077"/>
            </a:lvl5pPr>
            <a:lvl6pPr marL="2966232" indent="0" algn="ctr">
              <a:buNone/>
              <a:defRPr sz="2077"/>
            </a:lvl6pPr>
            <a:lvl7pPr marL="3559478" indent="0" algn="ctr">
              <a:buNone/>
              <a:defRPr sz="2077"/>
            </a:lvl7pPr>
            <a:lvl8pPr marL="4152726" indent="0" algn="ctr">
              <a:buNone/>
              <a:defRPr sz="2077"/>
            </a:lvl8pPr>
            <a:lvl9pPr marL="4745971" indent="0" algn="ctr">
              <a:buNone/>
              <a:defRPr sz="2077"/>
            </a:lvl9pPr>
          </a:lstStyle>
          <a:p>
            <a:r>
              <a:rPr lang="zh-CN" altLang="en-US" dirty="0"/>
              <a:t>单击此处添加标题</a:t>
            </a:r>
            <a:endParaRPr lang="en-US" dirty="0"/>
          </a:p>
        </p:txBody>
      </p:sp>
      <p:sp>
        <p:nvSpPr>
          <p:cNvPr id="7" name="Content Placeholder 2">
            <a:extLst>
              <a:ext uri="{FF2B5EF4-FFF2-40B4-BE49-F238E27FC236}">
                <a16:creationId xmlns="" xmlns:a16="http://schemas.microsoft.com/office/drawing/2014/main" id="{8A4EAA63-3827-DA40-B921-C01084B9DA87}"/>
              </a:ext>
            </a:extLst>
          </p:cNvPr>
          <p:cNvSpPr>
            <a:spLocks noGrp="1"/>
          </p:cNvSpPr>
          <p:nvPr>
            <p:ph idx="10" hasCustomPrompt="1"/>
          </p:nvPr>
        </p:nvSpPr>
        <p:spPr>
          <a:xfrm>
            <a:off x="736910" y="1501994"/>
            <a:ext cx="10733557" cy="4690459"/>
          </a:xfrm>
          <a:prstGeom prst="rect">
            <a:avLst/>
          </a:prstGeom>
        </p:spPr>
        <p:txBody>
          <a:bodyPr lIns="0" tIns="0" rIns="0" bIns="0"/>
          <a:lstStyle>
            <a:lvl1pPr marL="12360" indent="0">
              <a:lnSpc>
                <a:spcPct val="100000"/>
              </a:lnSpc>
              <a:spcBef>
                <a:spcPts val="0"/>
              </a:spcBef>
              <a:buFontTx/>
              <a:buNone/>
              <a:tabLst>
                <a:tab pos="1207091" algn="ctr"/>
              </a:tabLst>
              <a:defRPr sz="1798" baseline="0">
                <a:solidFill>
                  <a:schemeClr val="tx1"/>
                </a:solidFill>
                <a:latin typeface="Microsoft YaHei" panose="020B0503020204020204" pitchFamily="34" charset="-122"/>
                <a:ea typeface="Microsoft YaHei" panose="020B0503020204020204" pitchFamily="34" charset="-122"/>
                <a:cs typeface="Arial" panose="020B0604020202020204" pitchFamily="34" charset="0"/>
              </a:defRPr>
            </a:lvl1pPr>
            <a:lvl2pPr marL="525272" indent="-170972">
              <a:buFont typeface="Arial" panose="020B0604020202020204" pitchFamily="34" charset="0"/>
              <a:buChar char="•"/>
              <a:tabLst>
                <a:tab pos="1207091" algn="ctr"/>
              </a:tabLst>
              <a:defRPr sz="1297" baseline="0"/>
            </a:lvl2pPr>
            <a:lvl3pPr marL="525272" indent="-170972">
              <a:buFont typeface="Arial" panose="020B0604020202020204" pitchFamily="34" charset="0"/>
              <a:buChar char="•"/>
              <a:tabLst>
                <a:tab pos="1207091" algn="ctr"/>
              </a:tabLst>
              <a:defRPr sz="1297" baseline="0"/>
            </a:lvl3pPr>
            <a:lvl4pPr marL="525272" indent="-170972">
              <a:buFont typeface="Arial" panose="020B0604020202020204" pitchFamily="34" charset="0"/>
              <a:buChar char="•"/>
              <a:tabLst>
                <a:tab pos="1207091" algn="ctr"/>
              </a:tabLst>
              <a:defRPr sz="1297" baseline="0"/>
            </a:lvl4pPr>
            <a:lvl5pPr marL="525272" indent="-170972">
              <a:buFont typeface="Arial" panose="020B0604020202020204" pitchFamily="34" charset="0"/>
              <a:buChar char="•"/>
              <a:tabLst>
                <a:tab pos="1207091" algn="ctr"/>
              </a:tabLst>
              <a:defRPr sz="1297" baseline="0"/>
            </a:lvl5pPr>
          </a:lstStyle>
          <a:p>
            <a:pPr lvl="0"/>
            <a:r>
              <a:rPr lang="zh-CN" altLang="en-US" dirty="0"/>
              <a:t>单击此处添加文本</a:t>
            </a:r>
            <a:endParaRPr lang="en-US" dirty="0"/>
          </a:p>
        </p:txBody>
      </p:sp>
    </p:spTree>
    <p:extLst>
      <p:ext uri="{BB962C8B-B14F-4D97-AF65-F5344CB8AC3E}">
        <p14:creationId xmlns:p14="http://schemas.microsoft.com/office/powerpoint/2010/main" val="771911323"/>
      </p:ext>
    </p:extLst>
  </p:cSld>
  <p:clrMapOvr>
    <a:masterClrMapping/>
  </p:clrMapOvr>
  <p:extLst>
    <p:ext uri="{DCECCB84-F9BA-43D5-87BE-67443E8EF086}">
      <p15:sldGuideLst xmlns="" xmlns:p15="http://schemas.microsoft.com/office/powerpoint/2012/main">
        <p15:guide id="1" pos="3842">
          <p15:clr>
            <a:srgbClr val="FBAE40"/>
          </p15:clr>
        </p15:guide>
      </p15:sldGuideLst>
    </p:ext>
  </p:extLst>
</p:sldLayout>
</file>

<file path=ppt/slideLayouts/slideLayout88.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Tree>
    <p:extLst>
      <p:ext uri="{BB962C8B-B14F-4D97-AF65-F5344CB8AC3E}">
        <p14:creationId xmlns:p14="http://schemas.microsoft.com/office/powerpoint/2010/main" val="4004985963"/>
      </p:ext>
    </p:extLst>
  </p:cSld>
  <p:clrMapOvr>
    <a:masterClrMapping/>
  </p:clrMapOvr>
</p:sldLayout>
</file>

<file path=ppt/slideLayouts/slideLayout89.xml><?xml version="1.0" encoding="utf-8"?>
<p:sldLayout xmlns:a="http://schemas.openxmlformats.org/drawingml/2006/main" xmlns:r="http://schemas.openxmlformats.org/officeDocument/2006/relationships" xmlns:p="http://schemas.openxmlformats.org/presentationml/2006/main" userDrawn="1">
  <p:cSld name="11_标题幻灯片">
    <p:spTree>
      <p:nvGrpSpPr>
        <p:cNvPr id="1" name=""/>
        <p:cNvGrpSpPr/>
        <p:nvPr/>
      </p:nvGrpSpPr>
      <p:grpSpPr>
        <a:xfrm>
          <a:off x="0" y="0"/>
          <a:ext cx="0" cy="0"/>
          <a:chOff x="0" y="0"/>
          <a:chExt cx="0" cy="0"/>
        </a:xfrm>
      </p:grpSpPr>
      <p:sp>
        <p:nvSpPr>
          <p:cNvPr id="2" name="副标题 2"/>
          <p:cNvSpPr>
            <a:spLocks noGrp="1"/>
          </p:cNvSpPr>
          <p:nvPr>
            <p:ph type="subTitle" idx="1" hasCustomPrompt="1"/>
          </p:nvPr>
        </p:nvSpPr>
        <p:spPr>
          <a:xfrm>
            <a:off x="425105" y="932661"/>
            <a:ext cx="11346556" cy="3216257"/>
          </a:xfrm>
          <a:prstGeom prst="rect">
            <a:avLst/>
          </a:prstGeom>
        </p:spPr>
        <p:txBody>
          <a:bodyPr lIns="91404" tIns="45698" rIns="91404" bIns="45698">
            <a:normAutofit/>
          </a:bodyPr>
          <a:lstStyle>
            <a:lvl1pPr marL="0" marR="0" indent="0" algn="ctr" defTabSz="1218143" rtl="0" eaLnBrk="1" fontAlgn="auto" latinLnBrk="0" hangingPunct="1">
              <a:lnSpc>
                <a:spcPct val="100000"/>
              </a:lnSpc>
              <a:spcBef>
                <a:spcPct val="20000"/>
              </a:spcBef>
              <a:spcAft>
                <a:spcPts val="0"/>
              </a:spcAft>
              <a:buClrTx/>
              <a:buSzTx/>
              <a:buFont typeface="Arial" pitchFamily="34" charset="0"/>
              <a:buNone/>
              <a:tabLst/>
              <a:defRPr sz="3297" baseline="0">
                <a:solidFill>
                  <a:schemeClr val="tx1"/>
                </a:solidFill>
                <a:latin typeface="方正兰亭细黑_GBK" pitchFamily="2" charset="-122"/>
                <a:ea typeface="方正兰亭细黑_GBK" pitchFamily="2" charset="-122"/>
              </a:defRPr>
            </a:lvl1pPr>
            <a:lvl2pPr marL="609076" indent="0" algn="ctr">
              <a:buNone/>
              <a:defRPr>
                <a:solidFill>
                  <a:schemeClr val="tx1">
                    <a:tint val="75000"/>
                  </a:schemeClr>
                </a:solidFill>
              </a:defRPr>
            </a:lvl2pPr>
            <a:lvl3pPr marL="1218143" indent="0" algn="ctr">
              <a:buNone/>
              <a:defRPr>
                <a:solidFill>
                  <a:schemeClr val="tx1">
                    <a:tint val="75000"/>
                  </a:schemeClr>
                </a:solidFill>
              </a:defRPr>
            </a:lvl3pPr>
            <a:lvl4pPr marL="1827215" indent="0" algn="ctr">
              <a:buNone/>
              <a:defRPr>
                <a:solidFill>
                  <a:schemeClr val="tx1">
                    <a:tint val="75000"/>
                  </a:schemeClr>
                </a:solidFill>
              </a:defRPr>
            </a:lvl4pPr>
            <a:lvl5pPr marL="2436286" indent="0" algn="ctr">
              <a:buNone/>
              <a:defRPr>
                <a:solidFill>
                  <a:schemeClr val="tx1">
                    <a:tint val="75000"/>
                  </a:schemeClr>
                </a:solidFill>
              </a:defRPr>
            </a:lvl5pPr>
            <a:lvl6pPr marL="3045357" indent="0" algn="ctr">
              <a:buNone/>
              <a:defRPr>
                <a:solidFill>
                  <a:schemeClr val="tx1">
                    <a:tint val="75000"/>
                  </a:schemeClr>
                </a:solidFill>
              </a:defRPr>
            </a:lvl6pPr>
            <a:lvl7pPr marL="3654430" indent="0" algn="ctr">
              <a:buNone/>
              <a:defRPr>
                <a:solidFill>
                  <a:schemeClr val="tx1">
                    <a:tint val="75000"/>
                  </a:schemeClr>
                </a:solidFill>
              </a:defRPr>
            </a:lvl7pPr>
            <a:lvl8pPr marL="4263501" indent="0" algn="ctr">
              <a:buNone/>
              <a:defRPr>
                <a:solidFill>
                  <a:schemeClr val="tx1">
                    <a:tint val="75000"/>
                  </a:schemeClr>
                </a:solidFill>
              </a:defRPr>
            </a:lvl8pPr>
            <a:lvl9pPr marL="4872573" indent="0" algn="ctr">
              <a:buNone/>
              <a:defRPr>
                <a:solidFill>
                  <a:schemeClr val="tx1">
                    <a:tint val="75000"/>
                  </a:schemeClr>
                </a:solidFill>
              </a:defRPr>
            </a:lvl9pPr>
          </a:lstStyle>
          <a:p>
            <a:r>
              <a:rPr lang="zh-CN" altLang="en-US" dirty="0"/>
              <a:t>华为方正兰亭细黑 </a:t>
            </a:r>
            <a:r>
              <a:rPr lang="en-US" altLang="zh-CN" dirty="0"/>
              <a:t>35pt </a:t>
            </a:r>
            <a:r>
              <a:rPr lang="zh-CN" altLang="en-US" dirty="0"/>
              <a:t>，居中，最多两行</a:t>
            </a:r>
          </a:p>
        </p:txBody>
      </p:sp>
    </p:spTree>
    <p:extLst>
      <p:ext uri="{BB962C8B-B14F-4D97-AF65-F5344CB8AC3E}">
        <p14:creationId xmlns:p14="http://schemas.microsoft.com/office/powerpoint/2010/main" val="540742655"/>
      </p:ext>
    </p:extLst>
  </p:cSld>
  <p:clrMapOvr>
    <a:masterClrMapping/>
  </p:clrMapOvr>
  <p:transition advClick="0">
    <p:fade thruBlk="1"/>
  </p:transition>
</p:sldLayout>
</file>

<file path=ppt/slideLayouts/slideLayout90.xml><?xml version="1.0" encoding="utf-8"?>
<p:sldLayout xmlns:a="http://schemas.openxmlformats.org/drawingml/2006/main" xmlns:r="http://schemas.openxmlformats.org/officeDocument/2006/relationships" xmlns:p="http://schemas.openxmlformats.org/presentationml/2006/main" userDrawn="1">
  <p:cSld name="1_Chinese text page">
    <p:spTree>
      <p:nvGrpSpPr>
        <p:cNvPr id="1" name=""/>
        <p:cNvGrpSpPr/>
        <p:nvPr/>
      </p:nvGrpSpPr>
      <p:grpSpPr>
        <a:xfrm>
          <a:off x="0" y="0"/>
          <a:ext cx="0" cy="0"/>
          <a:chOff x="0" y="0"/>
          <a:chExt cx="0" cy="0"/>
        </a:xfrm>
      </p:grpSpPr>
      <p:pic>
        <p:nvPicPr>
          <p:cNvPr id="6" name="图片 5" descr="自定义预设 3备份 3 2"/>
          <p:cNvPicPr>
            <a:picLocks noChangeAspect="1"/>
          </p:cNvPicPr>
          <p:nvPr userDrawn="1"/>
        </p:nvPicPr>
        <p:blipFill>
          <a:blip r:embed="rId2"/>
          <a:stretch>
            <a:fillRect/>
          </a:stretch>
        </p:blipFill>
        <p:spPr>
          <a:xfrm>
            <a:off x="-73025" y="-69215"/>
            <a:ext cx="12343130" cy="6997065"/>
          </a:xfrm>
          <a:prstGeom prst="rect">
            <a:avLst/>
          </a:prstGeom>
        </p:spPr>
      </p:pic>
      <p:sp>
        <p:nvSpPr>
          <p:cNvPr id="3" name="Subtitle 2"/>
          <p:cNvSpPr>
            <a:spLocks noGrp="1"/>
          </p:cNvSpPr>
          <p:nvPr>
            <p:ph type="subTitle" idx="1" hasCustomPrompt="1"/>
          </p:nvPr>
        </p:nvSpPr>
        <p:spPr>
          <a:xfrm>
            <a:off x="729175" y="456135"/>
            <a:ext cx="10740640" cy="540000"/>
          </a:xfrm>
          <a:prstGeom prst="rect">
            <a:avLst/>
          </a:prstGeom>
        </p:spPr>
        <p:txBody>
          <a:bodyPr lIns="0" tIns="0" rIns="0" bIns="0" anchor="ctr">
            <a:normAutofit/>
          </a:bodyPr>
          <a:lstStyle>
            <a:lvl1pPr marL="0" indent="0" algn="l">
              <a:lnSpc>
                <a:spcPts val="3428"/>
              </a:lnSpc>
              <a:spcBef>
                <a:spcPts val="0"/>
              </a:spcBef>
              <a:buNone/>
              <a:defRPr sz="2398" b="1" baseline="0">
                <a:solidFill>
                  <a:schemeClr val="tx2"/>
                </a:solidFill>
                <a:latin typeface="微软雅黑" panose="020B0503020204020204" pitchFamily="34" charset="-122"/>
                <a:ea typeface="微软雅黑" panose="020B0503020204020204" pitchFamily="34" charset="-122"/>
              </a:defRPr>
            </a:lvl1pPr>
            <a:lvl2pPr marL="593251" indent="0" algn="ctr">
              <a:buNone/>
              <a:defRPr sz="2593"/>
            </a:lvl2pPr>
            <a:lvl3pPr marL="1186500" indent="0" algn="ctr">
              <a:buNone/>
              <a:defRPr sz="2333"/>
            </a:lvl3pPr>
            <a:lvl4pPr marL="1779751" indent="0" algn="ctr">
              <a:buNone/>
              <a:defRPr sz="2078"/>
            </a:lvl4pPr>
            <a:lvl5pPr marL="2373000" indent="0" algn="ctr">
              <a:buNone/>
              <a:defRPr sz="2078"/>
            </a:lvl5pPr>
            <a:lvl6pPr marL="2965616" indent="0" algn="ctr">
              <a:buNone/>
              <a:defRPr sz="2078"/>
            </a:lvl6pPr>
            <a:lvl7pPr marL="3558866" indent="0" algn="ctr">
              <a:buNone/>
              <a:defRPr sz="2078"/>
            </a:lvl7pPr>
            <a:lvl8pPr marL="4152116" indent="0" algn="ctr">
              <a:buNone/>
              <a:defRPr sz="2078"/>
            </a:lvl8pPr>
            <a:lvl9pPr marL="4745366" indent="0" algn="ctr">
              <a:buNone/>
              <a:defRPr sz="2078"/>
            </a:lvl9pPr>
          </a:lstStyle>
          <a:p>
            <a:r>
              <a:rPr lang="zh-CN" altLang="en-US" dirty="0"/>
              <a:t>单击此处添加标题</a:t>
            </a:r>
            <a:endParaRPr lang="en-US" dirty="0"/>
          </a:p>
        </p:txBody>
      </p:sp>
      <p:sp>
        <p:nvSpPr>
          <p:cNvPr id="7" name="Content Placeholder 2"/>
          <p:cNvSpPr>
            <a:spLocks noGrp="1"/>
          </p:cNvSpPr>
          <p:nvPr>
            <p:ph idx="10" hasCustomPrompt="1"/>
          </p:nvPr>
        </p:nvSpPr>
        <p:spPr>
          <a:xfrm>
            <a:off x="727590" y="1484317"/>
            <a:ext cx="10733557" cy="4690459"/>
          </a:xfrm>
          <a:prstGeom prst="rect">
            <a:avLst/>
          </a:prstGeom>
        </p:spPr>
        <p:txBody>
          <a:bodyPr lIns="0" tIns="0" rIns="0" bIns="0"/>
          <a:lstStyle>
            <a:lvl1pPr marL="354681" indent="-342626">
              <a:lnSpc>
                <a:spcPct val="150000"/>
              </a:lnSpc>
              <a:spcBef>
                <a:spcPts val="0"/>
              </a:spcBef>
              <a:buFont typeface="+mj-lt"/>
              <a:buAutoNum type="arabicPeriod"/>
              <a:tabLst>
                <a:tab pos="1206804" algn="ctr"/>
              </a:tabLst>
              <a:defRPr sz="1398" baseline="0">
                <a:solidFill>
                  <a:schemeClr val="tx2"/>
                </a:solidFill>
                <a:latin typeface="微软雅黑" panose="020B0503020204020204" pitchFamily="34" charset="-122"/>
                <a:ea typeface="微软雅黑" panose="020B0503020204020204" pitchFamily="34" charset="-122"/>
                <a:cs typeface="Arial" panose="020B0604020202020204" pitchFamily="34" charset="0"/>
              </a:defRPr>
            </a:lvl1pPr>
            <a:lvl2pPr marL="525360" indent="-170679">
              <a:lnSpc>
                <a:spcPct val="150000"/>
              </a:lnSpc>
              <a:buFont typeface="Wingdings" panose="05000000000000000000" pitchFamily="2" charset="2"/>
              <a:buChar char="p"/>
              <a:tabLst>
                <a:tab pos="1206804" algn="ctr"/>
              </a:tabLst>
              <a:defRPr sz="1100" baseline="0">
                <a:solidFill>
                  <a:schemeClr val="tx2"/>
                </a:solidFill>
              </a:defRPr>
            </a:lvl2pPr>
            <a:lvl3pPr marL="525360" indent="-170679">
              <a:buFont typeface="Arial" panose="020B0604020202020204" pitchFamily="34" charset="0"/>
              <a:buChar char="•"/>
              <a:tabLst>
                <a:tab pos="1206804" algn="ctr"/>
              </a:tabLst>
              <a:defRPr sz="1298" baseline="0"/>
            </a:lvl3pPr>
            <a:lvl4pPr marL="525360" indent="-170679">
              <a:buFont typeface="Arial" panose="020B0604020202020204" pitchFamily="34" charset="0"/>
              <a:buChar char="•"/>
              <a:tabLst>
                <a:tab pos="1206804" algn="ctr"/>
              </a:tabLst>
              <a:defRPr sz="1298" baseline="0"/>
            </a:lvl4pPr>
            <a:lvl5pPr marL="525360" indent="-170679">
              <a:buFont typeface="Arial" panose="020B0604020202020204" pitchFamily="34" charset="0"/>
              <a:buChar char="•"/>
              <a:tabLst>
                <a:tab pos="1206804" algn="ctr"/>
              </a:tabLst>
              <a:defRPr sz="1298" baseline="0"/>
            </a:lvl5pPr>
          </a:lstStyle>
          <a:p>
            <a:pPr lvl="0"/>
            <a:r>
              <a:rPr lang="zh-CN" altLang="en-US" dirty="0"/>
              <a:t>单击此处添加文本</a:t>
            </a:r>
            <a:endParaRPr lang="en-US" altLang="zh-CN" dirty="0"/>
          </a:p>
          <a:p>
            <a:pPr lvl="1"/>
            <a:endParaRPr lang="en-US" dirty="0"/>
          </a:p>
        </p:txBody>
      </p:sp>
      <p:sp>
        <p:nvSpPr>
          <p:cNvPr id="9" name="TextBox 2"/>
          <p:cNvSpPr txBox="1"/>
          <p:nvPr userDrawn="1"/>
        </p:nvSpPr>
        <p:spPr>
          <a:xfrm>
            <a:off x="1095469" y="6356939"/>
            <a:ext cx="1463467" cy="230832"/>
          </a:xfrm>
          <a:prstGeom prst="rect">
            <a:avLst/>
          </a:prstGeom>
          <a:noFill/>
        </p:spPr>
        <p:txBody>
          <a:bodyPr wrap="square" rtlCol="0">
            <a:spAutoFit/>
          </a:bodyPr>
          <a:lstStyle/>
          <a:p>
            <a:pPr defTabSz="914112"/>
            <a:r>
              <a:rPr lang="en-US" sz="900" dirty="0">
                <a:solidFill>
                  <a:srgbClr val="FFFFFF"/>
                </a:solidFill>
                <a:latin typeface="Arial" panose="020B0604020202020204" pitchFamily="34" charset="0"/>
                <a:cs typeface="Arial" panose="020B0604020202020204" pitchFamily="34" charset="0"/>
              </a:rPr>
              <a:t>Huawei Confidential</a:t>
            </a:r>
          </a:p>
        </p:txBody>
      </p:sp>
      <p:sp>
        <p:nvSpPr>
          <p:cNvPr id="10" name="TextBox 3"/>
          <p:cNvSpPr txBox="1"/>
          <p:nvPr userDrawn="1"/>
        </p:nvSpPr>
        <p:spPr>
          <a:xfrm>
            <a:off x="734133" y="6402810"/>
            <a:ext cx="499729" cy="138499"/>
          </a:xfrm>
          <a:prstGeom prst="rect">
            <a:avLst/>
          </a:prstGeom>
          <a:noFill/>
        </p:spPr>
        <p:txBody>
          <a:bodyPr wrap="square" lIns="0" tIns="0" rIns="0" bIns="0" rtlCol="0">
            <a:spAutoFit/>
          </a:bodyPr>
          <a:lstStyle/>
          <a:p>
            <a:pPr defTabSz="889558">
              <a:defRPr/>
            </a:pPr>
            <a:fld id="{C3837181-38C6-AD4F-B8BA-B444770388BB}" type="slidenum">
              <a:rPr lang="en-US" sz="900">
                <a:solidFill>
                  <a:srgbClr val="FFFFFF"/>
                </a:solidFill>
                <a:latin typeface="Arial" panose="020B0604020202020204" pitchFamily="34" charset="0"/>
                <a:cs typeface="Arial" panose="020B0604020202020204" pitchFamily="34" charset="0"/>
              </a:rPr>
              <a:pPr defTabSz="889558">
                <a:defRPr/>
              </a:pPr>
              <a:t>‹Nº›</a:t>
            </a:fld>
            <a:endParaRPr lang="en-US" sz="900" dirty="0">
              <a:solidFill>
                <a:srgbClr val="FFFFFF"/>
              </a:solidFill>
              <a:latin typeface="Arial" panose="020B0604020202020204" pitchFamily="34" charset="0"/>
              <a:cs typeface="Arial" panose="020B0604020202020204" pitchFamily="34" charset="0"/>
            </a:endParaRPr>
          </a:p>
        </p:txBody>
      </p:sp>
      <p:pic>
        <p:nvPicPr>
          <p:cNvPr id="11" name="图片 10" descr="编组 12备份 5 3"/>
          <p:cNvPicPr>
            <a:picLocks noChangeAspect="1"/>
          </p:cNvPicPr>
          <p:nvPr userDrawn="1"/>
        </p:nvPicPr>
        <p:blipFill>
          <a:blip r:embed="rId3"/>
          <a:stretch>
            <a:fillRect/>
          </a:stretch>
        </p:blipFill>
        <p:spPr>
          <a:xfrm>
            <a:off x="9968865" y="6353815"/>
            <a:ext cx="1386840" cy="381635"/>
          </a:xfrm>
          <a:prstGeom prst="rect">
            <a:avLst/>
          </a:prstGeom>
        </p:spPr>
      </p:pic>
    </p:spTree>
    <p:extLst>
      <p:ext uri="{BB962C8B-B14F-4D97-AF65-F5344CB8AC3E}">
        <p14:creationId xmlns:p14="http://schemas.microsoft.com/office/powerpoint/2010/main" val="151344157"/>
      </p:ext>
    </p:extLst>
  </p:cSld>
  <p:clrMapOvr>
    <a:masterClrMapping/>
  </p:clrMapOvr>
</p:sldLayout>
</file>

<file path=ppt/slideLayouts/slideLayout91.xml><?xml version="1.0" encoding="utf-8"?>
<p:sldLayout xmlns:a="http://schemas.openxmlformats.org/drawingml/2006/main" xmlns:r="http://schemas.openxmlformats.org/officeDocument/2006/relationships" xmlns:p="http://schemas.openxmlformats.org/presentationml/2006/main" userDrawn="1">
  <p:cSld name="自定义版式">
    <p:spTree>
      <p:nvGrpSpPr>
        <p:cNvPr id="1" name=""/>
        <p:cNvGrpSpPr/>
        <p:nvPr/>
      </p:nvGrpSpPr>
      <p:grpSpPr>
        <a:xfrm>
          <a:off x="0" y="0"/>
          <a:ext cx="0" cy="0"/>
          <a:chOff x="0" y="0"/>
          <a:chExt cx="0" cy="0"/>
        </a:xfrm>
      </p:grpSpPr>
      <p:sp>
        <p:nvSpPr>
          <p:cNvPr id="2" name="标题 1"/>
          <p:cNvSpPr>
            <a:spLocks noGrp="1"/>
          </p:cNvSpPr>
          <p:nvPr>
            <p:ph type="title" hasCustomPrompt="1"/>
          </p:nvPr>
        </p:nvSpPr>
        <p:spPr>
          <a:xfrm>
            <a:off x="838528" y="452213"/>
            <a:ext cx="10519708" cy="600075"/>
          </a:xfrm>
          <a:prstGeom prst="rect">
            <a:avLst/>
          </a:prstGeom>
        </p:spPr>
        <p:txBody>
          <a:bodyPr/>
          <a:lstStyle>
            <a:lvl1pPr algn="ctr">
              <a:defRPr sz="2798" baseline="0">
                <a:solidFill>
                  <a:schemeClr val="bg1"/>
                </a:solidFill>
                <a:latin typeface="Huawei Sans Medium" panose="020C0603030203020204" pitchFamily="34" charset="0"/>
                <a:cs typeface="Huawei Sans Medium" panose="020C0603030203020204" pitchFamily="34" charset="0"/>
              </a:defRPr>
            </a:lvl1pPr>
          </a:lstStyle>
          <a:p>
            <a:r>
              <a:rPr lang="en-US" altLang="zh-CN" dirty="0"/>
              <a:t>Typeface: Huawei Sans Medium</a:t>
            </a:r>
            <a:endParaRPr lang="zh-CN" altLang="en-US" dirty="0"/>
          </a:p>
        </p:txBody>
      </p:sp>
      <p:sp>
        <p:nvSpPr>
          <p:cNvPr id="7" name="文本占位符 6"/>
          <p:cNvSpPr>
            <a:spLocks noGrp="1"/>
          </p:cNvSpPr>
          <p:nvPr>
            <p:ph type="body" sz="quarter" idx="10" hasCustomPrompt="1"/>
          </p:nvPr>
        </p:nvSpPr>
        <p:spPr>
          <a:xfrm>
            <a:off x="838528" y="2067834"/>
            <a:ext cx="10519708" cy="2155825"/>
          </a:xfrm>
          <a:prstGeom prst="rect">
            <a:avLst/>
          </a:prstGeom>
        </p:spPr>
        <p:txBody>
          <a:bodyPr/>
          <a:lstStyle>
            <a:lvl1pPr algn="ctr">
              <a:defRPr sz="1599" baseline="0">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ltLang="zh-CN" dirty="0"/>
              <a:t>Typeface: Huawei Sans</a:t>
            </a:r>
          </a:p>
          <a:p>
            <a:pPr lvl="0"/>
            <a:r>
              <a:rPr lang="en-US" altLang="zh-CN" dirty="0"/>
              <a:t>Add Your Text</a:t>
            </a:r>
            <a:endParaRPr lang="zh-CN" altLang="en-US" dirty="0"/>
          </a:p>
        </p:txBody>
      </p:sp>
    </p:spTree>
    <p:extLst>
      <p:ext uri="{BB962C8B-B14F-4D97-AF65-F5344CB8AC3E}">
        <p14:creationId xmlns:p14="http://schemas.microsoft.com/office/powerpoint/2010/main" val="3424766839"/>
      </p:ext>
    </p:extLst>
  </p:cSld>
  <p:clrMapOvr>
    <a:masterClrMapping/>
  </p:clrMapOvr>
</p:sldLayout>
</file>

<file path=ppt/slideLayouts/slideLayout92.xml><?xml version="1.0" encoding="utf-8"?>
<p:sldLayout xmlns:a="http://schemas.openxmlformats.org/drawingml/2006/main" xmlns:r="http://schemas.openxmlformats.org/officeDocument/2006/relationships" xmlns:p="http://schemas.openxmlformats.org/presentationml/2006/main" type="obj">
  <p:cSld name="1_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781161" y="274637"/>
            <a:ext cx="10977404" cy="1143000"/>
          </a:xfrm>
          <a:prstGeom prst="rect">
            <a:avLst/>
          </a:prstGeom>
        </p:spPr>
        <p:txBody>
          <a:bodyPr/>
          <a:lstStyle/>
          <a:p>
            <a:r>
              <a:rPr lang="zh-CN" altLang="en-US"/>
              <a:t>单击此处编辑母版标题样式</a:t>
            </a:r>
          </a:p>
        </p:txBody>
      </p:sp>
      <p:sp>
        <p:nvSpPr>
          <p:cNvPr id="3" name="内容占位符 2"/>
          <p:cNvSpPr>
            <a:spLocks noGrp="1"/>
          </p:cNvSpPr>
          <p:nvPr>
            <p:ph idx="1"/>
          </p:nvPr>
        </p:nvSpPr>
        <p:spPr>
          <a:xfrm>
            <a:off x="781161" y="1600217"/>
            <a:ext cx="10977404" cy="4525963"/>
          </a:xfrm>
          <a:prstGeom prst="rect">
            <a:avLst/>
          </a:prstGeo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4"/>
          <p:cNvSpPr>
            <a:spLocks noGrp="1" noChangeArrowheads="1"/>
          </p:cNvSpPr>
          <p:nvPr>
            <p:ph type="dt" sz="half" idx="10"/>
          </p:nvPr>
        </p:nvSpPr>
        <p:spPr>
          <a:xfrm>
            <a:off x="7911545" y="6402389"/>
            <a:ext cx="1409883" cy="1101725"/>
          </a:xfrm>
          <a:prstGeom prst="rect">
            <a:avLst/>
          </a:prstGeom>
          <a:ln/>
        </p:spPr>
        <p:txBody>
          <a:bodyPr/>
          <a:lstStyle>
            <a:lvl1pPr>
              <a:defRPr/>
            </a:lvl1pPr>
          </a:lstStyle>
          <a:p>
            <a:pPr defTabSz="913723">
              <a:defRPr/>
            </a:pPr>
            <a:endParaRPr lang="en-GB" altLang="zh-CN">
              <a:solidFill>
                <a:srgbClr val="000000"/>
              </a:solidFill>
              <a:latin typeface="Arial" panose="020B0604020202020204" pitchFamily="34" charset="0"/>
            </a:endParaRPr>
          </a:p>
        </p:txBody>
      </p:sp>
    </p:spTree>
    <p:extLst>
      <p:ext uri="{BB962C8B-B14F-4D97-AF65-F5344CB8AC3E}">
        <p14:creationId xmlns:p14="http://schemas.microsoft.com/office/powerpoint/2010/main" val="2629082959"/>
      </p:ext>
    </p:extLst>
  </p:cSld>
  <p:clrMapOvr>
    <a:masterClrMapping/>
  </p:clrMapOvr>
</p:sldLayout>
</file>

<file path=ppt/slideLayouts/slideLayout93.xml><?xml version="1.0" encoding="utf-8"?>
<p:sldLayout xmlns:a="http://schemas.openxmlformats.org/drawingml/2006/main" xmlns:r="http://schemas.openxmlformats.org/officeDocument/2006/relationships" xmlns:p="http://schemas.openxmlformats.org/presentationml/2006/main" userDrawn="1">
  <p:cSld name="2_Chinese text page">
    <p:spTree>
      <p:nvGrpSpPr>
        <p:cNvPr id="1" name=""/>
        <p:cNvGrpSpPr/>
        <p:nvPr/>
      </p:nvGrpSpPr>
      <p:grpSpPr>
        <a:xfrm>
          <a:off x="0" y="0"/>
          <a:ext cx="0" cy="0"/>
          <a:chOff x="0" y="0"/>
          <a:chExt cx="0" cy="0"/>
        </a:xfrm>
      </p:grpSpPr>
      <p:sp>
        <p:nvSpPr>
          <p:cNvPr id="3" name="Subtitle 2">
            <a:extLst>
              <a:ext uri="{FF2B5EF4-FFF2-40B4-BE49-F238E27FC236}">
                <a16:creationId xmlns="" xmlns:a16="http://schemas.microsoft.com/office/drawing/2014/main" id="{D2A38214-5857-FC4E-B923-056100E16BCA}"/>
              </a:ext>
            </a:extLst>
          </p:cNvPr>
          <p:cNvSpPr>
            <a:spLocks noGrp="1"/>
          </p:cNvSpPr>
          <p:nvPr>
            <p:ph type="subTitle" idx="1" hasCustomPrompt="1"/>
          </p:nvPr>
        </p:nvSpPr>
        <p:spPr>
          <a:xfrm>
            <a:off x="729175" y="456135"/>
            <a:ext cx="10740640" cy="993400"/>
          </a:xfrm>
          <a:prstGeom prst="rect">
            <a:avLst/>
          </a:prstGeom>
        </p:spPr>
        <p:txBody>
          <a:bodyPr lIns="0" tIns="0" rIns="0" bIns="0" anchor="t">
            <a:normAutofit/>
          </a:bodyPr>
          <a:lstStyle>
            <a:lvl1pPr marL="0" indent="0" algn="l">
              <a:lnSpc>
                <a:spcPts val="3427"/>
              </a:lnSpc>
              <a:spcBef>
                <a:spcPct val="0"/>
              </a:spcBef>
              <a:buNone/>
              <a:defRPr sz="3198" baseline="0">
                <a:solidFill>
                  <a:schemeClr val="tx1"/>
                </a:solidFill>
                <a:latin typeface="Microsoft YaHei" panose="020B0503020204020204" pitchFamily="34" charset="-122"/>
                <a:ea typeface="Microsoft YaHei" panose="020B0503020204020204" pitchFamily="34" charset="-122"/>
              </a:defRPr>
            </a:lvl1pPr>
            <a:lvl2pPr marL="593411" indent="0" algn="ctr">
              <a:buNone/>
              <a:defRPr sz="2596"/>
            </a:lvl2pPr>
            <a:lvl3pPr marL="1186818" indent="0" algn="ctr">
              <a:buNone/>
              <a:defRPr sz="2336"/>
            </a:lvl3pPr>
            <a:lvl4pPr marL="1780230" indent="0" algn="ctr">
              <a:buNone/>
              <a:defRPr sz="2078"/>
            </a:lvl4pPr>
            <a:lvl5pPr marL="2373639" indent="0" algn="ctr">
              <a:buNone/>
              <a:defRPr sz="2078"/>
            </a:lvl5pPr>
            <a:lvl6pPr marL="2967048" indent="0" algn="ctr">
              <a:buNone/>
              <a:defRPr sz="2078"/>
            </a:lvl6pPr>
            <a:lvl7pPr marL="3560457" indent="0" algn="ctr">
              <a:buNone/>
              <a:defRPr sz="2078"/>
            </a:lvl7pPr>
            <a:lvl8pPr marL="4153869" indent="0" algn="ctr">
              <a:buNone/>
              <a:defRPr sz="2078"/>
            </a:lvl8pPr>
            <a:lvl9pPr marL="4747276" indent="0" algn="ctr">
              <a:buNone/>
              <a:defRPr sz="2078"/>
            </a:lvl9pPr>
          </a:lstStyle>
          <a:p>
            <a:r>
              <a:rPr lang="zh-CN" altLang="en-US"/>
              <a:t>单击此处添加标题</a:t>
            </a:r>
            <a:endParaRPr lang="en-US"/>
          </a:p>
        </p:txBody>
      </p:sp>
      <p:sp>
        <p:nvSpPr>
          <p:cNvPr id="7" name="Content Placeholder 2">
            <a:extLst>
              <a:ext uri="{FF2B5EF4-FFF2-40B4-BE49-F238E27FC236}">
                <a16:creationId xmlns="" xmlns:a16="http://schemas.microsoft.com/office/drawing/2014/main" id="{8A4EAA63-3827-DA40-B921-C01084B9DA87}"/>
              </a:ext>
            </a:extLst>
          </p:cNvPr>
          <p:cNvSpPr>
            <a:spLocks noGrp="1"/>
          </p:cNvSpPr>
          <p:nvPr>
            <p:ph idx="10" hasCustomPrompt="1"/>
          </p:nvPr>
        </p:nvSpPr>
        <p:spPr>
          <a:xfrm>
            <a:off x="736910" y="1501989"/>
            <a:ext cx="10733557" cy="4690459"/>
          </a:xfrm>
          <a:prstGeom prst="rect">
            <a:avLst/>
          </a:prstGeom>
        </p:spPr>
        <p:txBody>
          <a:bodyPr lIns="0" tIns="0" rIns="0" bIns="0"/>
          <a:lstStyle>
            <a:lvl1pPr marL="12363" indent="0">
              <a:lnSpc>
                <a:spcPct val="100000"/>
              </a:lnSpc>
              <a:spcBef>
                <a:spcPct val="0"/>
              </a:spcBef>
              <a:buFontTx/>
              <a:buNone/>
              <a:tabLst>
                <a:tab pos="1207423" algn="ctr"/>
              </a:tabLst>
              <a:defRPr sz="1798" baseline="0">
                <a:solidFill>
                  <a:schemeClr val="tx1"/>
                </a:solidFill>
                <a:latin typeface="Microsoft YaHei" panose="020B0503020204020204" pitchFamily="34" charset="-122"/>
                <a:ea typeface="Microsoft YaHei" panose="020B0503020204020204" pitchFamily="34" charset="-122"/>
                <a:cs typeface="Arial" panose="020B0604020202020204" pitchFamily="34" charset="0"/>
              </a:defRPr>
            </a:lvl1pPr>
            <a:lvl2pPr marL="525417" indent="-171018">
              <a:buFont typeface="Arial" panose="020B0604020202020204" pitchFamily="34" charset="0"/>
              <a:buChar char="•"/>
              <a:tabLst>
                <a:tab pos="1207423" algn="ctr"/>
              </a:tabLst>
              <a:defRPr sz="1298" baseline="0"/>
            </a:lvl2pPr>
            <a:lvl3pPr marL="525417" indent="-171018">
              <a:buFont typeface="Arial" panose="020B0604020202020204" pitchFamily="34" charset="0"/>
              <a:buChar char="•"/>
              <a:tabLst>
                <a:tab pos="1207423" algn="ctr"/>
              </a:tabLst>
              <a:defRPr sz="1298" baseline="0"/>
            </a:lvl3pPr>
            <a:lvl4pPr marL="525417" indent="-171018">
              <a:buFont typeface="Arial" panose="020B0604020202020204" pitchFamily="34" charset="0"/>
              <a:buChar char="•"/>
              <a:tabLst>
                <a:tab pos="1207423" algn="ctr"/>
              </a:tabLst>
              <a:defRPr sz="1298" baseline="0"/>
            </a:lvl4pPr>
            <a:lvl5pPr marL="525417" indent="-171018">
              <a:buFont typeface="Arial" panose="020B0604020202020204" pitchFamily="34" charset="0"/>
              <a:buChar char="•"/>
              <a:tabLst>
                <a:tab pos="1207423" algn="ctr"/>
              </a:tabLst>
              <a:defRPr sz="1298" baseline="0"/>
            </a:lvl5pPr>
          </a:lstStyle>
          <a:p>
            <a:pPr lvl="0"/>
            <a:r>
              <a:rPr lang="zh-CN" altLang="en-US"/>
              <a:t>单击此处添加文本</a:t>
            </a:r>
            <a:endParaRPr lang="en-US"/>
          </a:p>
        </p:txBody>
      </p:sp>
    </p:spTree>
    <p:extLst>
      <p:ext uri="{BB962C8B-B14F-4D97-AF65-F5344CB8AC3E}">
        <p14:creationId xmlns:p14="http://schemas.microsoft.com/office/powerpoint/2010/main" val="2866739262"/>
      </p:ext>
    </p:extLst>
  </p:cSld>
  <p:clrMapOvr>
    <a:masterClrMapping/>
  </p:clrMapOvr>
  <p:transition/>
  <p:extLst>
    <p:ext uri="{DCECCB84-F9BA-43D5-87BE-67443E8EF086}">
      <p15:sldGuideLst xmlns="" xmlns:p15="http://schemas.microsoft.com/office/powerpoint/2012/main">
        <p15:guide id="1" pos="3842">
          <p15:clr>
            <a:srgbClr val="FBAE40"/>
          </p15:clr>
        </p15:guide>
      </p15:sldGuideLst>
    </p:ext>
  </p:extLst>
</p:sldLayout>
</file>

<file path=ppt/slideLayouts/slideLayout94.xml><?xml version="1.0" encoding="utf-8"?>
<p:sldLayout xmlns:a="http://schemas.openxmlformats.org/drawingml/2006/main" xmlns:r="http://schemas.openxmlformats.org/officeDocument/2006/relationships" xmlns:p="http://schemas.openxmlformats.org/presentationml/2006/main" userDrawn="1">
  <p:cSld name="29_Chinese text page">
    <p:spTree>
      <p:nvGrpSpPr>
        <p:cNvPr id="1" name=""/>
        <p:cNvGrpSpPr/>
        <p:nvPr/>
      </p:nvGrpSpPr>
      <p:grpSpPr>
        <a:xfrm>
          <a:off x="0" y="0"/>
          <a:ext cx="0" cy="0"/>
          <a:chOff x="0" y="0"/>
          <a:chExt cx="0" cy="0"/>
        </a:xfrm>
      </p:grpSpPr>
      <p:sp>
        <p:nvSpPr>
          <p:cNvPr id="3" name="Subtitle 2">
            <a:extLst>
              <a:ext uri="{FF2B5EF4-FFF2-40B4-BE49-F238E27FC236}">
                <a16:creationId xmlns="" xmlns:a16="http://schemas.microsoft.com/office/drawing/2014/main" id="{D2A38214-5857-FC4E-B923-056100E16BCA}"/>
              </a:ext>
            </a:extLst>
          </p:cNvPr>
          <p:cNvSpPr>
            <a:spLocks noGrp="1"/>
          </p:cNvSpPr>
          <p:nvPr>
            <p:ph type="subTitle" idx="1" hasCustomPrompt="1"/>
          </p:nvPr>
        </p:nvSpPr>
        <p:spPr>
          <a:xfrm>
            <a:off x="729175" y="456134"/>
            <a:ext cx="10740640" cy="993400"/>
          </a:xfrm>
          <a:prstGeom prst="rect">
            <a:avLst/>
          </a:prstGeom>
        </p:spPr>
        <p:txBody>
          <a:bodyPr lIns="0" tIns="0" rIns="0" bIns="0" anchor="t">
            <a:normAutofit/>
          </a:bodyPr>
          <a:lstStyle>
            <a:lvl1pPr marL="0" indent="0" algn="l">
              <a:lnSpc>
                <a:spcPts val="3428"/>
              </a:lnSpc>
              <a:spcBef>
                <a:spcPts val="0"/>
              </a:spcBef>
              <a:buNone/>
              <a:defRPr sz="3198" baseline="0">
                <a:solidFill>
                  <a:schemeClr val="tx1"/>
                </a:solidFill>
                <a:latin typeface="Microsoft YaHei" panose="020B0503020204020204" pitchFamily="34" charset="-122"/>
                <a:ea typeface="Microsoft YaHei" panose="020B0503020204020204" pitchFamily="34" charset="-122"/>
              </a:defRPr>
            </a:lvl1pPr>
            <a:lvl2pPr marL="593426" indent="0" algn="ctr">
              <a:buNone/>
              <a:defRPr sz="2596"/>
            </a:lvl2pPr>
            <a:lvl3pPr marL="1186848" indent="0" algn="ctr">
              <a:buNone/>
              <a:defRPr sz="2336"/>
            </a:lvl3pPr>
            <a:lvl4pPr marL="1780275" indent="0" algn="ctr">
              <a:buNone/>
              <a:defRPr sz="2077"/>
            </a:lvl4pPr>
            <a:lvl5pPr marL="2373697" indent="0" algn="ctr">
              <a:buNone/>
              <a:defRPr sz="2077"/>
            </a:lvl5pPr>
            <a:lvl6pPr marL="2967122" indent="0" algn="ctr">
              <a:buNone/>
              <a:defRPr sz="2077"/>
            </a:lvl6pPr>
            <a:lvl7pPr marL="3560546" indent="0" algn="ctr">
              <a:buNone/>
              <a:defRPr sz="2077"/>
            </a:lvl7pPr>
            <a:lvl8pPr marL="4153972" indent="0" algn="ctr">
              <a:buNone/>
              <a:defRPr sz="2077"/>
            </a:lvl8pPr>
            <a:lvl9pPr marL="4747395" indent="0" algn="ctr">
              <a:buNone/>
              <a:defRPr sz="2077"/>
            </a:lvl9pPr>
          </a:lstStyle>
          <a:p>
            <a:r>
              <a:rPr lang="zh-CN" altLang="en-US" dirty="0"/>
              <a:t>单击此处添加标题</a:t>
            </a:r>
            <a:endParaRPr lang="en-US" dirty="0"/>
          </a:p>
        </p:txBody>
      </p:sp>
      <p:sp>
        <p:nvSpPr>
          <p:cNvPr id="7" name="Content Placeholder 2">
            <a:extLst>
              <a:ext uri="{FF2B5EF4-FFF2-40B4-BE49-F238E27FC236}">
                <a16:creationId xmlns="" xmlns:a16="http://schemas.microsoft.com/office/drawing/2014/main" id="{8A4EAA63-3827-DA40-B921-C01084B9DA87}"/>
              </a:ext>
            </a:extLst>
          </p:cNvPr>
          <p:cNvSpPr>
            <a:spLocks noGrp="1"/>
          </p:cNvSpPr>
          <p:nvPr>
            <p:ph idx="10" hasCustomPrompt="1"/>
          </p:nvPr>
        </p:nvSpPr>
        <p:spPr>
          <a:xfrm>
            <a:off x="736908" y="1501993"/>
            <a:ext cx="10733558" cy="4690459"/>
          </a:xfrm>
          <a:prstGeom prst="rect">
            <a:avLst/>
          </a:prstGeom>
        </p:spPr>
        <p:txBody>
          <a:bodyPr lIns="0" tIns="0" rIns="0" bIns="0"/>
          <a:lstStyle>
            <a:lvl1pPr marL="12363" indent="0">
              <a:lnSpc>
                <a:spcPct val="100000"/>
              </a:lnSpc>
              <a:spcBef>
                <a:spcPts val="0"/>
              </a:spcBef>
              <a:buFontTx/>
              <a:buNone/>
              <a:tabLst>
                <a:tab pos="1207454" algn="ctr"/>
              </a:tabLst>
              <a:defRPr sz="1798" baseline="0">
                <a:solidFill>
                  <a:schemeClr val="tx1"/>
                </a:solidFill>
                <a:latin typeface="Microsoft YaHei" panose="020B0503020204020204" pitchFamily="34" charset="-122"/>
                <a:ea typeface="Microsoft YaHei" panose="020B0503020204020204" pitchFamily="34" charset="-122"/>
                <a:cs typeface="Arial" panose="020B0604020202020204" pitchFamily="34" charset="0"/>
              </a:defRPr>
            </a:lvl1pPr>
            <a:lvl2pPr marL="525429" indent="-171023">
              <a:buFont typeface="Arial" panose="020B0604020202020204" pitchFamily="34" charset="0"/>
              <a:buChar char="•"/>
              <a:tabLst>
                <a:tab pos="1207454" algn="ctr"/>
              </a:tabLst>
              <a:defRPr sz="1298" baseline="0"/>
            </a:lvl2pPr>
            <a:lvl3pPr marL="525429" indent="-171023">
              <a:buFont typeface="Arial" panose="020B0604020202020204" pitchFamily="34" charset="0"/>
              <a:buChar char="•"/>
              <a:tabLst>
                <a:tab pos="1207454" algn="ctr"/>
              </a:tabLst>
              <a:defRPr sz="1298" baseline="0"/>
            </a:lvl3pPr>
            <a:lvl4pPr marL="525429" indent="-171023">
              <a:buFont typeface="Arial" panose="020B0604020202020204" pitchFamily="34" charset="0"/>
              <a:buChar char="•"/>
              <a:tabLst>
                <a:tab pos="1207454" algn="ctr"/>
              </a:tabLst>
              <a:defRPr sz="1298" baseline="0"/>
            </a:lvl4pPr>
            <a:lvl5pPr marL="525429" indent="-171023">
              <a:buFont typeface="Arial" panose="020B0604020202020204" pitchFamily="34" charset="0"/>
              <a:buChar char="•"/>
              <a:tabLst>
                <a:tab pos="1207454" algn="ctr"/>
              </a:tabLst>
              <a:defRPr sz="1298" baseline="0"/>
            </a:lvl5pPr>
          </a:lstStyle>
          <a:p>
            <a:pPr lvl="0"/>
            <a:r>
              <a:rPr lang="zh-CN" altLang="en-US" dirty="0"/>
              <a:t>单击此处添加文本</a:t>
            </a:r>
            <a:endParaRPr lang="en-US" dirty="0"/>
          </a:p>
        </p:txBody>
      </p:sp>
    </p:spTree>
    <p:extLst>
      <p:ext uri="{BB962C8B-B14F-4D97-AF65-F5344CB8AC3E}">
        <p14:creationId xmlns:p14="http://schemas.microsoft.com/office/powerpoint/2010/main" val="4021712508"/>
      </p:ext>
    </p:extLst>
  </p:cSld>
  <p:clrMapOvr>
    <a:masterClrMapping/>
  </p:clrMapOvr>
  <p:extLst>
    <p:ext uri="{DCECCB84-F9BA-43D5-87BE-67443E8EF086}">
      <p15:sldGuideLst xmlns="" xmlns:p15="http://schemas.microsoft.com/office/powerpoint/2012/main">
        <p15:guide id="1" pos="3842">
          <p15:clr>
            <a:srgbClr val="FBAE40"/>
          </p15:clr>
        </p15:guide>
      </p15:sldGuideLst>
    </p:ext>
  </p:extLst>
</p:sldLayout>
</file>

<file path=ppt/slideLayouts/slideLayout95.xml><?xml version="1.0" encoding="utf-8"?>
<p:sldLayout xmlns:a="http://schemas.openxmlformats.org/drawingml/2006/main" xmlns:r="http://schemas.openxmlformats.org/officeDocument/2006/relationships" xmlns:p="http://schemas.openxmlformats.org/presentationml/2006/main" userDrawn="1">
  <p:cSld name="3_Chinese text page">
    <p:spTree>
      <p:nvGrpSpPr>
        <p:cNvPr id="1" name=""/>
        <p:cNvGrpSpPr/>
        <p:nvPr/>
      </p:nvGrpSpPr>
      <p:grpSpPr>
        <a:xfrm>
          <a:off x="0" y="0"/>
          <a:ext cx="0" cy="0"/>
          <a:chOff x="0" y="0"/>
          <a:chExt cx="0" cy="0"/>
        </a:xfrm>
      </p:grpSpPr>
      <p:sp>
        <p:nvSpPr>
          <p:cNvPr id="3" name="Subtitle 2">
            <a:extLst>
              <a:ext uri="{FF2B5EF4-FFF2-40B4-BE49-F238E27FC236}">
                <a16:creationId xmlns="" xmlns:a16="http://schemas.microsoft.com/office/drawing/2014/main" id="{D2A38214-5857-FC4E-B923-056100E16BCA}"/>
              </a:ext>
            </a:extLst>
          </p:cNvPr>
          <p:cNvSpPr>
            <a:spLocks noGrp="1"/>
          </p:cNvSpPr>
          <p:nvPr>
            <p:ph type="subTitle" idx="1" hasCustomPrompt="1"/>
          </p:nvPr>
        </p:nvSpPr>
        <p:spPr>
          <a:xfrm>
            <a:off x="729175" y="456134"/>
            <a:ext cx="10740640" cy="993400"/>
          </a:xfrm>
          <a:prstGeom prst="rect">
            <a:avLst/>
          </a:prstGeom>
        </p:spPr>
        <p:txBody>
          <a:bodyPr lIns="0" tIns="0" rIns="0" bIns="0" anchor="t">
            <a:normAutofit/>
          </a:bodyPr>
          <a:lstStyle>
            <a:lvl1pPr marL="0" indent="0" algn="l">
              <a:lnSpc>
                <a:spcPts val="3427"/>
              </a:lnSpc>
              <a:spcBef>
                <a:spcPts val="0"/>
              </a:spcBef>
              <a:buNone/>
              <a:defRPr sz="2797" baseline="0">
                <a:solidFill>
                  <a:schemeClr val="tx1"/>
                </a:solidFill>
                <a:latin typeface="Microsoft YaHei" panose="020B0503020204020204" pitchFamily="34" charset="-122"/>
                <a:ea typeface="Microsoft YaHei" panose="020B0503020204020204" pitchFamily="34" charset="-122"/>
              </a:defRPr>
            </a:lvl1pPr>
            <a:lvl2pPr marL="593188" indent="0" algn="ctr">
              <a:buNone/>
              <a:defRPr sz="2595"/>
            </a:lvl2pPr>
            <a:lvl3pPr marL="1186372" indent="0" algn="ctr">
              <a:buNone/>
              <a:defRPr sz="2335"/>
            </a:lvl3pPr>
            <a:lvl4pPr marL="1779562" indent="0" algn="ctr">
              <a:buNone/>
              <a:defRPr sz="2076"/>
            </a:lvl4pPr>
            <a:lvl5pPr marL="2372749" indent="0" algn="ctr">
              <a:buNone/>
              <a:defRPr sz="2076"/>
            </a:lvl5pPr>
            <a:lvl6pPr marL="2965934" indent="0" algn="ctr">
              <a:buNone/>
              <a:defRPr sz="2076"/>
            </a:lvl6pPr>
            <a:lvl7pPr marL="3559121" indent="0" algn="ctr">
              <a:buNone/>
              <a:defRPr sz="2076"/>
            </a:lvl7pPr>
            <a:lvl8pPr marL="4152310" indent="0" algn="ctr">
              <a:buNone/>
              <a:defRPr sz="2076"/>
            </a:lvl8pPr>
            <a:lvl9pPr marL="4745495" indent="0" algn="ctr">
              <a:buNone/>
              <a:defRPr sz="2076"/>
            </a:lvl9pPr>
          </a:lstStyle>
          <a:p>
            <a:r>
              <a:rPr lang="zh-CN" altLang="en-US" dirty="0"/>
              <a:t>单击此处添加标题</a:t>
            </a:r>
            <a:endParaRPr lang="en-US" dirty="0"/>
          </a:p>
        </p:txBody>
      </p:sp>
    </p:spTree>
    <p:extLst>
      <p:ext uri="{BB962C8B-B14F-4D97-AF65-F5344CB8AC3E}">
        <p14:creationId xmlns:p14="http://schemas.microsoft.com/office/powerpoint/2010/main" val="1686895866"/>
      </p:ext>
    </p:extLst>
  </p:cSld>
  <p:clrMapOvr>
    <a:masterClrMapping/>
  </p:clrMapOvr>
  <p:extLst>
    <p:ext uri="{DCECCB84-F9BA-43D5-87BE-67443E8EF086}">
      <p15:sldGuideLst xmlns="" xmlns:p15="http://schemas.microsoft.com/office/powerpoint/2012/main">
        <p15:guide id="1" pos="3842">
          <p15:clr>
            <a:srgbClr val="FBAE40"/>
          </p15:clr>
        </p15:guide>
      </p15:sldGuideLst>
    </p:ext>
  </p:extLst>
</p:sldLayout>
</file>

<file path=ppt/slideLayouts/slideLayout96.xml><?xml version="1.0" encoding="utf-8"?>
<p:sldLayout xmlns:a="http://schemas.openxmlformats.org/drawingml/2006/main" xmlns:r="http://schemas.openxmlformats.org/officeDocument/2006/relationships" xmlns:p="http://schemas.openxmlformats.org/presentationml/2006/main" userDrawn="1">
  <p:cSld name="5_Custom Layout">
    <p:spTree>
      <p:nvGrpSpPr>
        <p:cNvPr id="1" name=""/>
        <p:cNvGrpSpPr/>
        <p:nvPr/>
      </p:nvGrpSpPr>
      <p:grpSpPr>
        <a:xfrm>
          <a:off x="0" y="0"/>
          <a:ext cx="0" cy="0"/>
          <a:chOff x="0" y="0"/>
          <a:chExt cx="0" cy="0"/>
        </a:xfrm>
      </p:grpSpPr>
      <p:sp>
        <p:nvSpPr>
          <p:cNvPr id="2" name="Title 1"/>
          <p:cNvSpPr>
            <a:spLocks noGrp="1"/>
          </p:cNvSpPr>
          <p:nvPr>
            <p:ph type="title"/>
          </p:nvPr>
        </p:nvSpPr>
        <p:spPr>
          <a:xfrm>
            <a:off x="1007927" y="368313"/>
            <a:ext cx="10180910" cy="746125"/>
          </a:xfrm>
          <a:prstGeom prst="rect">
            <a:avLst/>
          </a:prstGeom>
        </p:spPr>
        <p:txBody>
          <a:bodyPr/>
          <a:lstStyle/>
          <a:p>
            <a:r>
              <a:rPr lang="en-US"/>
              <a:t>Click to edit Master title style</a:t>
            </a:r>
          </a:p>
        </p:txBody>
      </p:sp>
    </p:spTree>
    <p:extLst>
      <p:ext uri="{BB962C8B-B14F-4D97-AF65-F5344CB8AC3E}">
        <p14:creationId xmlns:p14="http://schemas.microsoft.com/office/powerpoint/2010/main" val="2736309038"/>
      </p:ext>
    </p:extLst>
  </p:cSld>
  <p:clrMapOvr>
    <a:masterClrMapping/>
  </p:clrMapOvr>
  <p:transition/>
</p:sldLayout>
</file>

<file path=ppt/slideLayouts/slideLayout97.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pic>
        <p:nvPicPr>
          <p:cNvPr id="4" name="图片 7"/>
          <p:cNvPicPr>
            <a:picLocks noChangeAspect="1"/>
          </p:cNvPicPr>
          <p:nvPr userDrawn="1"/>
        </p:nvPicPr>
        <p:blipFill>
          <a:blip r:embed="rId2" cstate="print"/>
          <a:srcRect/>
          <a:stretch>
            <a:fillRect/>
          </a:stretch>
        </p:blipFill>
        <p:spPr bwMode="auto">
          <a:xfrm>
            <a:off x="1588" y="1589"/>
            <a:ext cx="12193588" cy="6854825"/>
          </a:xfrm>
          <a:prstGeom prst="rect">
            <a:avLst/>
          </a:prstGeom>
          <a:noFill/>
          <a:ln w="9525">
            <a:noFill/>
            <a:miter lim="800000"/>
            <a:headEnd/>
            <a:tailEnd/>
          </a:ln>
        </p:spPr>
      </p:pic>
      <p:sp>
        <p:nvSpPr>
          <p:cNvPr id="5" name="Rectangle 86"/>
          <p:cNvSpPr>
            <a:spLocks noChangeArrowheads="1"/>
          </p:cNvSpPr>
          <p:nvPr userDrawn="1"/>
        </p:nvSpPr>
        <p:spPr bwMode="auto">
          <a:xfrm>
            <a:off x="11844292" y="6348414"/>
            <a:ext cx="327068" cy="427037"/>
          </a:xfrm>
          <a:prstGeom prst="rect">
            <a:avLst/>
          </a:prstGeom>
          <a:noFill/>
          <a:ln>
            <a:noFill/>
          </a:ln>
        </p:spPr>
        <p:txBody>
          <a:bodyPr lIns="0" tIns="0" rIns="0" bIns="0"/>
          <a:lstStyle/>
          <a:p>
            <a:pPr defTabSz="987425">
              <a:lnSpc>
                <a:spcPct val="85000"/>
              </a:lnSpc>
              <a:defRPr/>
            </a:pPr>
            <a:endParaRPr lang="de-DE" altLang="zh-CN" sz="1300">
              <a:solidFill>
                <a:prstClr val="black"/>
              </a:solidFill>
              <a:latin typeface="Arial" panose="020B0604020202020204" pitchFamily="34" charset="0"/>
              <a:ea typeface="MS PGothic" pitchFamily="34" charset="-128"/>
            </a:endParaRPr>
          </a:p>
          <a:p>
            <a:pPr defTabSz="987425">
              <a:lnSpc>
                <a:spcPct val="85000"/>
              </a:lnSpc>
              <a:defRPr/>
            </a:pPr>
            <a:fld id="{B05DA92D-8E24-46FB-81F8-F3810C568465}" type="slidenum">
              <a:rPr lang="de-DE" altLang="zh-CN" sz="900">
                <a:solidFill>
                  <a:srgbClr val="7F7F7F"/>
                </a:solidFill>
                <a:latin typeface="Arial" pitchFamily="34" charset="0"/>
                <a:ea typeface="MS PGothic" pitchFamily="34" charset="-128"/>
                <a:cs typeface="Arial" pitchFamily="34" charset="0"/>
              </a:rPr>
              <a:pPr defTabSz="987425">
                <a:lnSpc>
                  <a:spcPct val="85000"/>
                </a:lnSpc>
                <a:defRPr/>
              </a:pPr>
              <a:t>‹Nº›</a:t>
            </a:fld>
            <a:endParaRPr lang="en-GB" altLang="zh-CN" sz="900">
              <a:solidFill>
                <a:srgbClr val="7F7F7F"/>
              </a:solidFill>
              <a:latin typeface="Arial" pitchFamily="34" charset="0"/>
              <a:ea typeface="MS PGothic" pitchFamily="34" charset="-128"/>
              <a:cs typeface="Arial" pitchFamily="34" charset="0"/>
            </a:endParaRPr>
          </a:p>
        </p:txBody>
      </p:sp>
      <p:sp>
        <p:nvSpPr>
          <p:cNvPr id="2" name="标题 1"/>
          <p:cNvSpPr>
            <a:spLocks noGrp="1"/>
          </p:cNvSpPr>
          <p:nvPr>
            <p:ph type="ctrTitle"/>
          </p:nvPr>
        </p:nvSpPr>
        <p:spPr>
          <a:xfrm>
            <a:off x="517656" y="165101"/>
            <a:ext cx="11161453" cy="888186"/>
          </a:xfrm>
        </p:spPr>
        <p:txBody>
          <a:bodyPr>
            <a:noAutofit/>
          </a:bodyPr>
          <a:lstStyle>
            <a:lvl1pPr marL="0" marR="0" indent="0" algn="l" defTabSz="1219200" rtl="0" eaLnBrk="1" fontAlgn="auto" latinLnBrk="0" hangingPunct="1">
              <a:lnSpc>
                <a:spcPct val="100000"/>
              </a:lnSpc>
              <a:spcBef>
                <a:spcPct val="0"/>
              </a:spcBef>
              <a:spcAft>
                <a:spcPts val="0"/>
              </a:spcAft>
              <a:buClrTx/>
              <a:buSzTx/>
              <a:buFontTx/>
              <a:buNone/>
              <a:tabLst/>
              <a:defRPr sz="3599" b="0">
                <a:solidFill>
                  <a:schemeClr val="tx1">
                    <a:lumMod val="65000"/>
                    <a:lumOff val="35000"/>
                  </a:schemeClr>
                </a:solidFill>
              </a:defRPr>
            </a:lvl1pPr>
          </a:lstStyle>
          <a:p>
            <a:r>
              <a:rPr lang="zh-CN" altLang="en-US"/>
              <a:t>单击此处编辑母版标题样式</a:t>
            </a:r>
            <a:endParaRPr lang="en-US" altLang="zh-CN" dirty="0"/>
          </a:p>
        </p:txBody>
      </p:sp>
      <p:sp>
        <p:nvSpPr>
          <p:cNvPr id="3" name="副标题 2"/>
          <p:cNvSpPr>
            <a:spLocks noGrp="1"/>
          </p:cNvSpPr>
          <p:nvPr>
            <p:ph type="subTitle" idx="1"/>
          </p:nvPr>
        </p:nvSpPr>
        <p:spPr>
          <a:xfrm>
            <a:off x="517656" y="1269262"/>
            <a:ext cx="11161453" cy="5031593"/>
          </a:xfrm>
        </p:spPr>
        <p:txBody>
          <a:bodyPr/>
          <a:lstStyle>
            <a:lvl1pPr marL="0" marR="0" indent="0" algn="l" defTabSz="1219200" rtl="0" eaLnBrk="1" fontAlgn="auto" latinLnBrk="0" hangingPunct="1">
              <a:lnSpc>
                <a:spcPct val="100000"/>
              </a:lnSpc>
              <a:spcBef>
                <a:spcPct val="20000"/>
              </a:spcBef>
              <a:spcAft>
                <a:spcPts val="0"/>
              </a:spcAft>
              <a:buClrTx/>
              <a:buSzTx/>
              <a:buFont typeface="Arial" pitchFamily="34" charset="0"/>
              <a:buNone/>
              <a:tabLst/>
              <a:defRPr sz="2400" baseline="0">
                <a:solidFill>
                  <a:schemeClr val="tx1">
                    <a:lumMod val="65000"/>
                    <a:lumOff val="35000"/>
                  </a:schemeClr>
                </a:solidFill>
              </a:defRPr>
            </a:lvl1pPr>
            <a:lvl2pPr marL="609600" indent="0" algn="ctr">
              <a:buNone/>
              <a:defRPr>
                <a:solidFill>
                  <a:schemeClr val="tx1">
                    <a:tint val="75000"/>
                  </a:schemeClr>
                </a:solidFill>
              </a:defRPr>
            </a:lvl2pPr>
            <a:lvl3pPr marL="1219200" indent="0" algn="ctr">
              <a:buNone/>
              <a:defRPr>
                <a:solidFill>
                  <a:schemeClr val="tx1">
                    <a:tint val="75000"/>
                  </a:schemeClr>
                </a:solidFill>
              </a:defRPr>
            </a:lvl3pPr>
            <a:lvl4pPr marL="1828800" indent="0" algn="ctr">
              <a:buNone/>
              <a:defRPr>
                <a:solidFill>
                  <a:schemeClr val="tx1">
                    <a:tint val="75000"/>
                  </a:schemeClr>
                </a:solidFill>
              </a:defRPr>
            </a:lvl4pPr>
            <a:lvl5pPr marL="2438400" indent="0" algn="ctr">
              <a:buNone/>
              <a:defRPr>
                <a:solidFill>
                  <a:schemeClr val="tx1">
                    <a:tint val="75000"/>
                  </a:schemeClr>
                </a:solidFill>
              </a:defRPr>
            </a:lvl5pPr>
            <a:lvl6pPr marL="3048000" indent="0" algn="ctr">
              <a:buNone/>
              <a:defRPr>
                <a:solidFill>
                  <a:schemeClr val="tx1">
                    <a:tint val="75000"/>
                  </a:schemeClr>
                </a:solidFill>
              </a:defRPr>
            </a:lvl6pPr>
            <a:lvl7pPr marL="3657600" indent="0" algn="ctr">
              <a:buNone/>
              <a:defRPr>
                <a:solidFill>
                  <a:schemeClr val="tx1">
                    <a:tint val="75000"/>
                  </a:schemeClr>
                </a:solidFill>
              </a:defRPr>
            </a:lvl7pPr>
            <a:lvl8pPr marL="4267199" indent="0" algn="ctr">
              <a:buNone/>
              <a:defRPr>
                <a:solidFill>
                  <a:schemeClr val="tx1">
                    <a:tint val="75000"/>
                  </a:schemeClr>
                </a:solidFill>
              </a:defRPr>
            </a:lvl8pPr>
            <a:lvl9pPr marL="4876799" indent="0" algn="ctr">
              <a:buNone/>
              <a:defRPr>
                <a:solidFill>
                  <a:schemeClr val="tx1">
                    <a:tint val="75000"/>
                  </a:schemeClr>
                </a:solidFill>
              </a:defRPr>
            </a:lvl9pPr>
          </a:lstStyle>
          <a:p>
            <a:r>
              <a:rPr lang="zh-CN" altLang="en-US"/>
              <a:t>单击此处编辑母版副标题样式</a:t>
            </a:r>
            <a:endParaRPr lang="en-US" altLang="zh-CN" dirty="0"/>
          </a:p>
        </p:txBody>
      </p:sp>
    </p:spTree>
    <p:extLst>
      <p:ext uri="{BB962C8B-B14F-4D97-AF65-F5344CB8AC3E}">
        <p14:creationId xmlns:p14="http://schemas.microsoft.com/office/powerpoint/2010/main" val="4166937382"/>
      </p:ext>
    </p:extLst>
  </p:cSld>
  <p:clrMapOvr>
    <a:masterClrMapping/>
  </p:clrMapOvr>
</p:sldLayout>
</file>

<file path=ppt/slideLayouts/slideLayout98.xml><?xml version="1.0" encoding="utf-8"?>
<p:sldLayout xmlns:a="http://schemas.openxmlformats.org/drawingml/2006/main" xmlns:r="http://schemas.openxmlformats.org/officeDocument/2006/relationships" xmlns:p="http://schemas.openxmlformats.org/presentationml/2006/main" type="blank">
  <p:cSld name="空白">
    <p:spTree>
      <p:nvGrpSpPr>
        <p:cNvPr id="1" name=""/>
        <p:cNvGrpSpPr/>
        <p:nvPr/>
      </p:nvGrpSpPr>
      <p:grpSpPr>
        <a:xfrm>
          <a:off x="0" y="0"/>
          <a:ext cx="0" cy="0"/>
          <a:chOff x="0" y="0"/>
          <a:chExt cx="0" cy="0"/>
        </a:xfrm>
      </p:grpSpPr>
      <p:sp>
        <p:nvSpPr>
          <p:cNvPr id="2" name="日期占位符 3"/>
          <p:cNvSpPr>
            <a:spLocks noGrp="1"/>
          </p:cNvSpPr>
          <p:nvPr>
            <p:ph type="dt" sz="half" idx="10"/>
          </p:nvPr>
        </p:nvSpPr>
        <p:spPr/>
        <p:txBody>
          <a:bodyPr/>
          <a:lstStyle>
            <a:lvl1pPr>
              <a:defRPr/>
            </a:lvl1pPr>
          </a:lstStyle>
          <a:p>
            <a:pPr>
              <a:defRPr/>
            </a:pPr>
            <a:endParaRPr lang="zh-CN" altLang="en-US">
              <a:solidFill>
                <a:prstClr val="black"/>
              </a:solidFill>
              <a:latin typeface="Arial" panose="020B0604020202020204" pitchFamily="34" charset="0"/>
            </a:endParaRPr>
          </a:p>
        </p:txBody>
      </p:sp>
      <p:sp>
        <p:nvSpPr>
          <p:cNvPr id="3" name="页脚占位符 4"/>
          <p:cNvSpPr>
            <a:spLocks noGrp="1"/>
          </p:cNvSpPr>
          <p:nvPr>
            <p:ph type="ftr" sz="quarter" idx="11"/>
          </p:nvPr>
        </p:nvSpPr>
        <p:spPr/>
        <p:txBody>
          <a:bodyPr/>
          <a:lstStyle>
            <a:lvl1pPr>
              <a:defRPr/>
            </a:lvl1pPr>
          </a:lstStyle>
          <a:p>
            <a:pPr>
              <a:defRPr/>
            </a:pPr>
            <a:endParaRPr lang="zh-CN" altLang="en-US" dirty="0">
              <a:solidFill>
                <a:prstClr val="black"/>
              </a:solidFill>
              <a:latin typeface="Arial" panose="020B0604020202020204" pitchFamily="34" charset="0"/>
            </a:endParaRPr>
          </a:p>
        </p:txBody>
      </p:sp>
    </p:spTree>
    <p:extLst>
      <p:ext uri="{BB962C8B-B14F-4D97-AF65-F5344CB8AC3E}">
        <p14:creationId xmlns:p14="http://schemas.microsoft.com/office/powerpoint/2010/main" val="3419028045"/>
      </p:ext>
    </p:extLst>
  </p:cSld>
  <p:clrMapOvr>
    <a:masterClrMapping/>
  </p:clrMapOvr>
</p:sldLayout>
</file>

<file path=ppt/slideLayouts/slideLayout99.xml><?xml version="1.0" encoding="utf-8"?>
<p:sldLayout xmlns:a="http://schemas.openxmlformats.org/drawingml/2006/main" xmlns:r="http://schemas.openxmlformats.org/officeDocument/2006/relationships" xmlns:p="http://schemas.openxmlformats.org/presentationml/2006/main" userDrawn="1">
  <p:cSld name="1_Chinese text page">
    <p:spTree>
      <p:nvGrpSpPr>
        <p:cNvPr id="1" name=""/>
        <p:cNvGrpSpPr/>
        <p:nvPr/>
      </p:nvGrpSpPr>
      <p:grpSpPr>
        <a:xfrm>
          <a:off x="0" y="0"/>
          <a:ext cx="0" cy="0"/>
          <a:chOff x="0" y="0"/>
          <a:chExt cx="0" cy="0"/>
        </a:xfrm>
      </p:grpSpPr>
      <p:sp>
        <p:nvSpPr>
          <p:cNvPr id="3" name="Subtitle 2">
            <a:extLst>
              <a:ext uri="{FF2B5EF4-FFF2-40B4-BE49-F238E27FC236}">
                <a16:creationId xmlns="" xmlns:a16="http://schemas.microsoft.com/office/drawing/2014/main" id="{D2A38214-5857-FC4E-B923-056100E16BCA}"/>
              </a:ext>
            </a:extLst>
          </p:cNvPr>
          <p:cNvSpPr>
            <a:spLocks noGrp="1"/>
          </p:cNvSpPr>
          <p:nvPr>
            <p:ph type="subTitle" idx="1" hasCustomPrompt="1"/>
          </p:nvPr>
        </p:nvSpPr>
        <p:spPr>
          <a:xfrm>
            <a:off x="729175" y="456134"/>
            <a:ext cx="10740640" cy="993400"/>
          </a:xfrm>
          <a:prstGeom prst="rect">
            <a:avLst/>
          </a:prstGeom>
        </p:spPr>
        <p:txBody>
          <a:bodyPr lIns="0" tIns="0" rIns="0" bIns="0" anchor="t">
            <a:normAutofit/>
          </a:bodyPr>
          <a:lstStyle>
            <a:lvl1pPr marL="0" indent="0" algn="l">
              <a:lnSpc>
                <a:spcPts val="3430"/>
              </a:lnSpc>
              <a:spcBef>
                <a:spcPts val="0"/>
              </a:spcBef>
              <a:buNone/>
              <a:defRPr sz="2400" baseline="0">
                <a:solidFill>
                  <a:schemeClr val="tx1"/>
                </a:solidFill>
                <a:latin typeface="Arial" panose="020B0604020202020204" pitchFamily="34" charset="0"/>
                <a:ea typeface="Microsoft YaHei" panose="020B0503020204020204" pitchFamily="34" charset="-122"/>
                <a:cs typeface="Arial" panose="020B0604020202020204" pitchFamily="34" charset="0"/>
              </a:defRPr>
            </a:lvl1pPr>
            <a:lvl2pPr marL="593841" indent="0" algn="ctr">
              <a:buNone/>
              <a:defRPr sz="2598"/>
            </a:lvl2pPr>
            <a:lvl3pPr marL="1187679" indent="0" algn="ctr">
              <a:buNone/>
              <a:defRPr sz="2338"/>
            </a:lvl3pPr>
            <a:lvl4pPr marL="1781521" indent="0" algn="ctr">
              <a:buNone/>
              <a:defRPr sz="2079"/>
            </a:lvl4pPr>
            <a:lvl5pPr marL="2375360" indent="0" algn="ctr">
              <a:buNone/>
              <a:defRPr sz="2079"/>
            </a:lvl5pPr>
            <a:lvl6pPr marL="2969200" indent="0" algn="ctr">
              <a:buNone/>
              <a:defRPr sz="2079"/>
            </a:lvl6pPr>
            <a:lvl7pPr marL="3563040" indent="0" algn="ctr">
              <a:buNone/>
              <a:defRPr sz="2079"/>
            </a:lvl7pPr>
            <a:lvl8pPr marL="4156881" indent="0" algn="ctr">
              <a:buNone/>
              <a:defRPr sz="2079"/>
            </a:lvl8pPr>
            <a:lvl9pPr marL="4750720" indent="0" algn="ctr">
              <a:buNone/>
              <a:defRPr sz="2079"/>
            </a:lvl9pPr>
          </a:lstStyle>
          <a:p>
            <a:r>
              <a:rPr lang="en-US" altLang="zh-CN" dirty="0"/>
              <a:t>Ari</a:t>
            </a:r>
            <a:endParaRPr lang="en-US" dirty="0"/>
          </a:p>
        </p:txBody>
      </p:sp>
    </p:spTree>
    <p:extLst>
      <p:ext uri="{BB962C8B-B14F-4D97-AF65-F5344CB8AC3E}">
        <p14:creationId xmlns:p14="http://schemas.microsoft.com/office/powerpoint/2010/main" val="1607563166"/>
      </p:ext>
    </p:extLst>
  </p:cSld>
  <p:clrMapOvr>
    <a:masterClrMapping/>
  </p:clrMapOvr>
  <p:extLst>
    <p:ext uri="{DCECCB84-F9BA-43D5-87BE-67443E8EF086}">
      <p15:sldGuideLst xmlns="" xmlns:p15="http://schemas.microsoft.com/office/powerpoint/2012/main">
        <p15:guide id="1" pos="3842">
          <p15:clr>
            <a:srgbClr val="FBAE40"/>
          </p15:clr>
        </p15:guide>
      </p15:sldGuideLst>
    </p:ext>
  </p:extLst>
</p:sldLayout>
</file>

<file path=ppt/slideLayouts/slideLayout100.xml><?xml version="1.0" encoding="utf-8"?>
<p:sldLayout xmlns:a="http://schemas.openxmlformats.org/drawingml/2006/main" xmlns:r="http://schemas.openxmlformats.org/officeDocument/2006/relationships" xmlns:p="http://schemas.openxmlformats.org/presentationml/2006/main" userDrawn="1">
  <p:cSld name="节标题">
    <p:spTree>
      <p:nvGrpSpPr>
        <p:cNvPr id="1" name=""/>
        <p:cNvGrpSpPr/>
        <p:nvPr/>
      </p:nvGrpSpPr>
      <p:grpSpPr>
        <a:xfrm>
          <a:off x="0" y="0"/>
          <a:ext cx="0" cy="0"/>
          <a:chOff x="0" y="0"/>
          <a:chExt cx="0" cy="0"/>
        </a:xfrm>
      </p:grpSpPr>
      <p:sp>
        <p:nvSpPr>
          <p:cNvPr id="2" name="标题 1"/>
          <p:cNvSpPr>
            <a:spLocks noGrp="1"/>
          </p:cNvSpPr>
          <p:nvPr>
            <p:ph type="title" hasCustomPrompt="1"/>
          </p:nvPr>
        </p:nvSpPr>
        <p:spPr>
          <a:xfrm>
            <a:off x="781302" y="336813"/>
            <a:ext cx="10458983" cy="759668"/>
          </a:xfrm>
          <a:prstGeom prst="rect">
            <a:avLst/>
          </a:prstGeom>
          <a:noFill/>
          <a:ln w="9525" algn="ctr">
            <a:noFill/>
            <a:miter lim="800000"/>
            <a:headEnd/>
            <a:tailEnd/>
          </a:ln>
          <a:effectLst/>
        </p:spPr>
        <p:txBody>
          <a:bodyPr vert="horz" wrap="square" lIns="91440" tIns="45720" rIns="91440" bIns="45720" numCol="1" anchor="ctr" anchorCtr="0" compatLnSpc="1">
            <a:prstTxWarp prst="textNoShape">
              <a:avLst/>
            </a:prstTxWarp>
          </a:bodyPr>
          <a:lstStyle>
            <a:lvl1pPr marL="0" indent="0">
              <a:buFont typeface="Arial" pitchFamily="34" charset="0"/>
              <a:buNone/>
              <a:defRPr lang="zh-CN" altLang="en-US" sz="4000" b="0" dirty="0">
                <a:solidFill>
                  <a:schemeClr val="tx2"/>
                </a:solidFill>
                <a:latin typeface="FrutigerNext LT Light" pitchFamily="34" charset="0"/>
                <a:ea typeface="黑体" pitchFamily="49" charset="-122"/>
              </a:defRPr>
            </a:lvl1pPr>
          </a:lstStyle>
          <a:p>
            <a:pPr lvl="0"/>
            <a:r>
              <a:rPr lang="en-US" altLang="zh-CN" dirty="0"/>
              <a:t>HEADLINE TEXT TO BE PLACED</a:t>
            </a:r>
            <a:endParaRPr lang="zh-CN" altLang="en-US" dirty="0"/>
          </a:p>
        </p:txBody>
      </p:sp>
    </p:spTree>
    <p:extLst>
      <p:ext uri="{BB962C8B-B14F-4D97-AF65-F5344CB8AC3E}">
        <p14:creationId xmlns:p14="http://schemas.microsoft.com/office/powerpoint/2010/main" val="4248205511"/>
      </p:ext>
    </p:extLst>
  </p:cSld>
  <p:clrMapOvr>
    <a:masterClrMapping/>
  </p:clrMapOvr>
</p:sldLayout>
</file>

<file path=ppt/slideLayouts/slideLayout101.xml><?xml version="1.0" encoding="utf-8"?>
<p:sldLayout xmlns:a="http://schemas.openxmlformats.org/drawingml/2006/main" xmlns:r="http://schemas.openxmlformats.org/officeDocument/2006/relationships" xmlns:p="http://schemas.openxmlformats.org/presentationml/2006/main" userDrawn="1">
  <p:cSld name="内页">
    <p:spTree>
      <p:nvGrpSpPr>
        <p:cNvPr id="1" name=""/>
        <p:cNvGrpSpPr/>
        <p:nvPr/>
      </p:nvGrpSpPr>
      <p:grpSpPr>
        <a:xfrm>
          <a:off x="0" y="0"/>
          <a:ext cx="0" cy="0"/>
          <a:chOff x="0" y="0"/>
          <a:chExt cx="0" cy="0"/>
        </a:xfrm>
      </p:grpSpPr>
      <p:sp>
        <p:nvSpPr>
          <p:cNvPr id="12" name="TextBox 11"/>
          <p:cNvSpPr txBox="1"/>
          <p:nvPr userDrawn="1"/>
        </p:nvSpPr>
        <p:spPr>
          <a:xfrm>
            <a:off x="527587" y="1604799"/>
            <a:ext cx="10853444" cy="3648405"/>
          </a:xfrm>
          <a:prstGeom prst="rect">
            <a:avLst/>
          </a:prstGeom>
          <a:noFill/>
        </p:spPr>
        <p:txBody>
          <a:bodyPr wrap="square" rtlCol="0">
            <a:noAutofit/>
          </a:bodyPr>
          <a:lstStyle/>
          <a:p>
            <a:endParaRPr lang="zh-CN" altLang="en-US" sz="1800" dirty="0">
              <a:solidFill>
                <a:prstClr val="black"/>
              </a:solidFill>
              <a:latin typeface="华文细黑" pitchFamily="2" charset="-122"/>
              <a:ea typeface="华文细黑" pitchFamily="2" charset="-122"/>
            </a:endParaRPr>
          </a:p>
        </p:txBody>
      </p:sp>
    </p:spTree>
    <p:extLst>
      <p:ext uri="{BB962C8B-B14F-4D97-AF65-F5344CB8AC3E}">
        <p14:creationId xmlns:p14="http://schemas.microsoft.com/office/powerpoint/2010/main" val="828124509"/>
      </p:ext>
    </p:extLst>
  </p:cSld>
  <p:clrMapOvr>
    <a:masterClrMapping/>
  </p:clrMapOvr>
</p:sldLayout>
</file>

<file path=ppt/slideLayouts/slideLayout102.xml><?xml version="1.0" encoding="utf-8"?>
<p:sldLayout xmlns:a="http://schemas.openxmlformats.org/drawingml/2006/main" xmlns:r="http://schemas.openxmlformats.org/officeDocument/2006/relationships" xmlns:p="http://schemas.openxmlformats.org/presentationml/2006/main" userDrawn="1">
  <p:cSld name="2_Chinese text page">
    <p:spTree>
      <p:nvGrpSpPr>
        <p:cNvPr id="1" name=""/>
        <p:cNvGrpSpPr/>
        <p:nvPr/>
      </p:nvGrpSpPr>
      <p:grpSpPr>
        <a:xfrm>
          <a:off x="0" y="0"/>
          <a:ext cx="0" cy="0"/>
          <a:chOff x="0" y="0"/>
          <a:chExt cx="0" cy="0"/>
        </a:xfrm>
      </p:grpSpPr>
    </p:spTree>
    <p:extLst>
      <p:ext uri="{BB962C8B-B14F-4D97-AF65-F5344CB8AC3E}">
        <p14:creationId xmlns:p14="http://schemas.microsoft.com/office/powerpoint/2010/main" val="350212505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extLst>
    <p:ext uri="{DCECCB84-F9BA-43D5-87BE-67443E8EF086}">
      <p15:sldGuideLst xmlns="" xmlns:p15="http://schemas.microsoft.com/office/powerpoint/2012/main">
        <p15:guide id="1" pos="3842">
          <p15:clr>
            <a:srgbClr val="FBAE40"/>
          </p15:clr>
        </p15:guide>
      </p15:sldGuideLst>
    </p:ext>
  </p:extLst>
</p:sldLayout>
</file>

<file path=ppt/slideLayouts/slideLayout103.xml><?xml version="1.0" encoding="utf-8"?>
<p:sldLayout xmlns:a="http://schemas.openxmlformats.org/drawingml/2006/main" xmlns:r="http://schemas.openxmlformats.org/officeDocument/2006/relationships" xmlns:p="http://schemas.openxmlformats.org/presentationml/2006/main" userDrawn="1">
  <p:cSld name="5_Chinese text page">
    <p:spTree>
      <p:nvGrpSpPr>
        <p:cNvPr id="1" name=""/>
        <p:cNvGrpSpPr/>
        <p:nvPr/>
      </p:nvGrpSpPr>
      <p:grpSpPr>
        <a:xfrm>
          <a:off x="0" y="0"/>
          <a:ext cx="0" cy="0"/>
          <a:chOff x="0" y="0"/>
          <a:chExt cx="0" cy="0"/>
        </a:xfrm>
      </p:grpSpPr>
    </p:spTree>
    <p:extLst>
      <p:ext uri="{BB962C8B-B14F-4D97-AF65-F5344CB8AC3E}">
        <p14:creationId xmlns:p14="http://schemas.microsoft.com/office/powerpoint/2010/main" val="1872449495"/>
      </p:ext>
    </p:extLst>
  </p:cSld>
  <p:clrMapOvr>
    <a:masterClrMapping/>
  </p:clrMapOvr>
  <p:extLst>
    <p:ext uri="{DCECCB84-F9BA-43D5-87BE-67443E8EF086}">
      <p15:sldGuideLst xmlns="" xmlns:p15="http://schemas.microsoft.com/office/powerpoint/2012/main">
        <p15:guide id="1" pos="3842">
          <p15:clr>
            <a:srgbClr val="FBAE40"/>
          </p15:clr>
        </p15:guide>
      </p15:sldGuideLst>
    </p:ext>
  </p:extLst>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3" Type="http://schemas.openxmlformats.org/officeDocument/2006/relationships/theme" Target="../theme/theme2.xml"/><Relationship Id="rId2" Type="http://schemas.openxmlformats.org/officeDocument/2006/relationships/slideLayout" Target="../slideLayouts/slideLayout5.xml"/><Relationship Id="rId1" Type="http://schemas.openxmlformats.org/officeDocument/2006/relationships/slideLayout" Target="../slideLayouts/slideLayout4.xml"/></Relationships>
</file>

<file path=ppt/slideMasters/_rels/slideMaster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theme" Target="../theme/theme3.xml"/><Relationship Id="rId1" Type="http://schemas.openxmlformats.org/officeDocument/2006/relationships/slideLayout" Target="../slideLayouts/slideLayout6.xml"/></Relationships>
</file>

<file path=ppt/slideMasters/_rels/slideMaster4.xml.rels><?xml version="1.0" encoding="UTF-8" standalone="yes"?>
<Relationships xmlns="http://schemas.openxmlformats.org/package/2006/relationships"><Relationship Id="rId3" Type="http://schemas.openxmlformats.org/officeDocument/2006/relationships/slideLayout" Target="../slideLayouts/slideLayout9.xml"/><Relationship Id="rId2" Type="http://schemas.openxmlformats.org/officeDocument/2006/relationships/slideLayout" Target="../slideLayouts/slideLayout8.xml"/><Relationship Id="rId1" Type="http://schemas.openxmlformats.org/officeDocument/2006/relationships/slideLayout" Target="../slideLayouts/slideLayout7.xml"/><Relationship Id="rId4" Type="http://schemas.openxmlformats.org/officeDocument/2006/relationships/theme" Target="../theme/theme4.xml"/></Relationships>
</file>

<file path=ppt/slideMasters/_rels/slideMaster5.xml.rels><?xml version="1.0" encoding="UTF-8" standalone="yes"?>
<Relationships xmlns="http://schemas.openxmlformats.org/package/2006/relationships"><Relationship Id="rId13" Type="http://schemas.openxmlformats.org/officeDocument/2006/relationships/slideLayout" Target="../slideLayouts/slideLayout22.xml"/><Relationship Id="rId18" Type="http://schemas.openxmlformats.org/officeDocument/2006/relationships/slideLayout" Target="../slideLayouts/slideLayout27.xml"/><Relationship Id="rId26" Type="http://schemas.openxmlformats.org/officeDocument/2006/relationships/slideLayout" Target="../slideLayouts/slideLayout35.xml"/><Relationship Id="rId3" Type="http://schemas.openxmlformats.org/officeDocument/2006/relationships/slideLayout" Target="../slideLayouts/slideLayout12.xml"/><Relationship Id="rId21" Type="http://schemas.openxmlformats.org/officeDocument/2006/relationships/slideLayout" Target="../slideLayouts/slideLayout30.xml"/><Relationship Id="rId7" Type="http://schemas.openxmlformats.org/officeDocument/2006/relationships/slideLayout" Target="../slideLayouts/slideLayout16.xml"/><Relationship Id="rId12" Type="http://schemas.openxmlformats.org/officeDocument/2006/relationships/slideLayout" Target="../slideLayouts/slideLayout21.xml"/><Relationship Id="rId17" Type="http://schemas.openxmlformats.org/officeDocument/2006/relationships/slideLayout" Target="../slideLayouts/slideLayout26.xml"/><Relationship Id="rId25" Type="http://schemas.openxmlformats.org/officeDocument/2006/relationships/slideLayout" Target="../slideLayouts/slideLayout34.xml"/><Relationship Id="rId33" Type="http://schemas.openxmlformats.org/officeDocument/2006/relationships/image" Target="../media/image6.tiff"/><Relationship Id="rId2" Type="http://schemas.openxmlformats.org/officeDocument/2006/relationships/slideLayout" Target="../slideLayouts/slideLayout11.xml"/><Relationship Id="rId16" Type="http://schemas.openxmlformats.org/officeDocument/2006/relationships/slideLayout" Target="../slideLayouts/slideLayout25.xml"/><Relationship Id="rId20" Type="http://schemas.openxmlformats.org/officeDocument/2006/relationships/slideLayout" Target="../slideLayouts/slideLayout29.xml"/><Relationship Id="rId29" Type="http://schemas.openxmlformats.org/officeDocument/2006/relationships/slideLayout" Target="../slideLayouts/slideLayout38.xml"/><Relationship Id="rId1" Type="http://schemas.openxmlformats.org/officeDocument/2006/relationships/slideLayout" Target="../slideLayouts/slideLayout10.xml"/><Relationship Id="rId6" Type="http://schemas.openxmlformats.org/officeDocument/2006/relationships/slideLayout" Target="../slideLayouts/slideLayout15.xml"/><Relationship Id="rId11" Type="http://schemas.openxmlformats.org/officeDocument/2006/relationships/slideLayout" Target="../slideLayouts/slideLayout20.xml"/><Relationship Id="rId24" Type="http://schemas.openxmlformats.org/officeDocument/2006/relationships/slideLayout" Target="../slideLayouts/slideLayout33.xml"/><Relationship Id="rId32" Type="http://schemas.openxmlformats.org/officeDocument/2006/relationships/theme" Target="../theme/theme5.xml"/><Relationship Id="rId5" Type="http://schemas.openxmlformats.org/officeDocument/2006/relationships/slideLayout" Target="../slideLayouts/slideLayout14.xml"/><Relationship Id="rId15" Type="http://schemas.openxmlformats.org/officeDocument/2006/relationships/slideLayout" Target="../slideLayouts/slideLayout24.xml"/><Relationship Id="rId23" Type="http://schemas.openxmlformats.org/officeDocument/2006/relationships/slideLayout" Target="../slideLayouts/slideLayout32.xml"/><Relationship Id="rId28" Type="http://schemas.openxmlformats.org/officeDocument/2006/relationships/slideLayout" Target="../slideLayouts/slideLayout37.xml"/><Relationship Id="rId10" Type="http://schemas.openxmlformats.org/officeDocument/2006/relationships/slideLayout" Target="../slideLayouts/slideLayout19.xml"/><Relationship Id="rId19" Type="http://schemas.openxmlformats.org/officeDocument/2006/relationships/slideLayout" Target="../slideLayouts/slideLayout28.xml"/><Relationship Id="rId31" Type="http://schemas.openxmlformats.org/officeDocument/2006/relationships/slideLayout" Target="../slideLayouts/slideLayout40.xml"/><Relationship Id="rId4" Type="http://schemas.openxmlformats.org/officeDocument/2006/relationships/slideLayout" Target="../slideLayouts/slideLayout13.xml"/><Relationship Id="rId9" Type="http://schemas.openxmlformats.org/officeDocument/2006/relationships/slideLayout" Target="../slideLayouts/slideLayout18.xml"/><Relationship Id="rId14" Type="http://schemas.openxmlformats.org/officeDocument/2006/relationships/slideLayout" Target="../slideLayouts/slideLayout23.xml"/><Relationship Id="rId22" Type="http://schemas.openxmlformats.org/officeDocument/2006/relationships/slideLayout" Target="../slideLayouts/slideLayout31.xml"/><Relationship Id="rId27" Type="http://schemas.openxmlformats.org/officeDocument/2006/relationships/slideLayout" Target="../slideLayouts/slideLayout36.xml"/><Relationship Id="rId30" Type="http://schemas.openxmlformats.org/officeDocument/2006/relationships/slideLayout" Target="../slideLayouts/slideLayout39.xml"/><Relationship Id="rId8" Type="http://schemas.openxmlformats.org/officeDocument/2006/relationships/slideLayout" Target="../slideLayouts/slideLayout17.xml"/></Relationships>
</file>

<file path=ppt/slideMasters/_rels/slideMaster6.xml.rels><?xml version="1.0" encoding="UTF-8" standalone="yes"?>
<Relationships xmlns="http://schemas.openxmlformats.org/package/2006/relationships"><Relationship Id="rId3" Type="http://schemas.openxmlformats.org/officeDocument/2006/relationships/slideLayout" Target="../slideLayouts/slideLayout43.xml"/><Relationship Id="rId2" Type="http://schemas.openxmlformats.org/officeDocument/2006/relationships/slideLayout" Target="../slideLayouts/slideLayout42.xml"/><Relationship Id="rId1" Type="http://schemas.openxmlformats.org/officeDocument/2006/relationships/slideLayout" Target="../slideLayouts/slideLayout41.xml"/><Relationship Id="rId6" Type="http://schemas.openxmlformats.org/officeDocument/2006/relationships/image" Target="../media/image4.png"/><Relationship Id="rId5" Type="http://schemas.openxmlformats.org/officeDocument/2006/relationships/theme" Target="../theme/theme6.xml"/><Relationship Id="rId4" Type="http://schemas.openxmlformats.org/officeDocument/2006/relationships/slideLayout" Target="../slideLayouts/slideLayout44.xml"/></Relationships>
</file>

<file path=ppt/slideMasters/_rels/slideMaster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theme" Target="../theme/theme7.xml"/><Relationship Id="rId1" Type="http://schemas.openxmlformats.org/officeDocument/2006/relationships/slideLayout" Target="../slideLayouts/slideLayout45.xml"/></Relationships>
</file>

<file path=ppt/slideMasters/_rels/slideMaster8.xml.rels><?xml version="1.0" encoding="UTF-8" standalone="yes"?>
<Relationships xmlns="http://schemas.openxmlformats.org/package/2006/relationships"><Relationship Id="rId3" Type="http://schemas.openxmlformats.org/officeDocument/2006/relationships/slideLayout" Target="../slideLayouts/slideLayout48.xml"/><Relationship Id="rId2" Type="http://schemas.openxmlformats.org/officeDocument/2006/relationships/slideLayout" Target="../slideLayouts/slideLayout47.xml"/><Relationship Id="rId1" Type="http://schemas.openxmlformats.org/officeDocument/2006/relationships/slideLayout" Target="../slideLayouts/slideLayout46.xml"/><Relationship Id="rId5" Type="http://schemas.openxmlformats.org/officeDocument/2006/relationships/image" Target="../media/image4.png"/><Relationship Id="rId4" Type="http://schemas.openxmlformats.org/officeDocument/2006/relationships/theme" Target="../theme/theme8.xml"/></Relationships>
</file>

<file path=ppt/slideMasters/_rels/slideMaster9.xml.rels><?xml version="1.0" encoding="UTF-8" standalone="yes"?>
<Relationships xmlns="http://schemas.openxmlformats.org/package/2006/relationships"><Relationship Id="rId3" Type="http://schemas.openxmlformats.org/officeDocument/2006/relationships/slideLayout" Target="../slideLayouts/slideLayout51.xml"/><Relationship Id="rId2" Type="http://schemas.openxmlformats.org/officeDocument/2006/relationships/slideLayout" Target="../slideLayouts/slideLayout50.xml"/><Relationship Id="rId1" Type="http://schemas.openxmlformats.org/officeDocument/2006/relationships/slideLayout" Target="../slideLayouts/slideLayout49.xml"/><Relationship Id="rId6" Type="http://schemas.openxmlformats.org/officeDocument/2006/relationships/image" Target="../media/image4.png"/><Relationship Id="rId5" Type="http://schemas.openxmlformats.org/officeDocument/2006/relationships/theme" Target="../theme/theme9.xml"/><Relationship Id="rId4" Type="http://schemas.openxmlformats.org/officeDocument/2006/relationships/slideLayout" Target="../slideLayouts/slideLayout52.xml"/></Relationships>
</file>

<file path=ppt/slideMasters/_rels/slideMaster10.xml.rels><?xml version="1.0" encoding="UTF-8" standalone="yes"?>
<Relationships xmlns="http://schemas.openxmlformats.org/package/2006/relationships"><Relationship Id="rId8" Type="http://schemas.openxmlformats.org/officeDocument/2006/relationships/image" Target="../media/image4.png"/><Relationship Id="rId3" Type="http://schemas.openxmlformats.org/officeDocument/2006/relationships/slideLayout" Target="../slideLayouts/slideLayout55.xml"/><Relationship Id="rId7" Type="http://schemas.openxmlformats.org/officeDocument/2006/relationships/theme" Target="../theme/theme10.xml"/><Relationship Id="rId2" Type="http://schemas.openxmlformats.org/officeDocument/2006/relationships/slideLayout" Target="../slideLayouts/slideLayout54.xml"/><Relationship Id="rId1" Type="http://schemas.openxmlformats.org/officeDocument/2006/relationships/slideLayout" Target="../slideLayouts/slideLayout53.xml"/><Relationship Id="rId6" Type="http://schemas.openxmlformats.org/officeDocument/2006/relationships/slideLayout" Target="../slideLayouts/slideLayout58.xml"/><Relationship Id="rId5" Type="http://schemas.openxmlformats.org/officeDocument/2006/relationships/slideLayout" Target="../slideLayouts/slideLayout57.xml"/><Relationship Id="rId4" Type="http://schemas.openxmlformats.org/officeDocument/2006/relationships/slideLayout" Target="../slideLayouts/slideLayout56.xml"/></Relationships>
</file>

<file path=ppt/slideMasters/_rels/slideMaster11.xml.rels><?xml version="1.0" encoding="UTF-8" standalone="yes"?>
<Relationships xmlns="http://schemas.openxmlformats.org/package/2006/relationships"><Relationship Id="rId8" Type="http://schemas.openxmlformats.org/officeDocument/2006/relationships/image" Target="../media/image4.png"/><Relationship Id="rId3" Type="http://schemas.openxmlformats.org/officeDocument/2006/relationships/slideLayout" Target="../slideLayouts/slideLayout61.xml"/><Relationship Id="rId7" Type="http://schemas.openxmlformats.org/officeDocument/2006/relationships/theme" Target="../theme/theme11.xml"/><Relationship Id="rId2" Type="http://schemas.openxmlformats.org/officeDocument/2006/relationships/slideLayout" Target="../slideLayouts/slideLayout60.xml"/><Relationship Id="rId1" Type="http://schemas.openxmlformats.org/officeDocument/2006/relationships/slideLayout" Target="../slideLayouts/slideLayout59.xml"/><Relationship Id="rId6" Type="http://schemas.openxmlformats.org/officeDocument/2006/relationships/slideLayout" Target="../slideLayouts/slideLayout64.xml"/><Relationship Id="rId5" Type="http://schemas.openxmlformats.org/officeDocument/2006/relationships/slideLayout" Target="../slideLayouts/slideLayout63.xml"/><Relationship Id="rId4" Type="http://schemas.openxmlformats.org/officeDocument/2006/relationships/slideLayout" Target="../slideLayouts/slideLayout62.xml"/></Relationships>
</file>

<file path=ppt/slideMasters/_rels/slideMaster1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theme" Target="../theme/theme12.xml"/></Relationships>
</file>

<file path=ppt/slideMasters/_rels/slideMaster13.xml.rels><?xml version="1.0" encoding="UTF-8" standalone="yes"?>
<Relationships xmlns="http://schemas.openxmlformats.org/package/2006/relationships"><Relationship Id="rId8" Type="http://schemas.openxmlformats.org/officeDocument/2006/relationships/image" Target="../media/image4.png"/><Relationship Id="rId3" Type="http://schemas.openxmlformats.org/officeDocument/2006/relationships/slideLayout" Target="../slideLayouts/slideLayout67.xml"/><Relationship Id="rId7" Type="http://schemas.openxmlformats.org/officeDocument/2006/relationships/theme" Target="../theme/theme13.xml"/><Relationship Id="rId2" Type="http://schemas.openxmlformats.org/officeDocument/2006/relationships/slideLayout" Target="../slideLayouts/slideLayout66.xml"/><Relationship Id="rId1" Type="http://schemas.openxmlformats.org/officeDocument/2006/relationships/slideLayout" Target="../slideLayouts/slideLayout65.xml"/><Relationship Id="rId6" Type="http://schemas.openxmlformats.org/officeDocument/2006/relationships/slideLayout" Target="../slideLayouts/slideLayout70.xml"/><Relationship Id="rId5" Type="http://schemas.openxmlformats.org/officeDocument/2006/relationships/slideLayout" Target="../slideLayouts/slideLayout69.xml"/><Relationship Id="rId4" Type="http://schemas.openxmlformats.org/officeDocument/2006/relationships/slideLayout" Target="../slideLayouts/slideLayout68.xml"/></Relationships>
</file>

<file path=ppt/slideMasters/_rels/slideMaster14.xml.rels><?xml version="1.0" encoding="UTF-8" standalone="yes"?>
<Relationships xmlns="http://schemas.openxmlformats.org/package/2006/relationships"><Relationship Id="rId8" Type="http://schemas.openxmlformats.org/officeDocument/2006/relationships/image" Target="../media/image4.png"/><Relationship Id="rId3" Type="http://schemas.openxmlformats.org/officeDocument/2006/relationships/slideLayout" Target="../slideLayouts/slideLayout73.xml"/><Relationship Id="rId7" Type="http://schemas.openxmlformats.org/officeDocument/2006/relationships/theme" Target="../theme/theme14.xml"/><Relationship Id="rId2" Type="http://schemas.openxmlformats.org/officeDocument/2006/relationships/slideLayout" Target="../slideLayouts/slideLayout72.xml"/><Relationship Id="rId1" Type="http://schemas.openxmlformats.org/officeDocument/2006/relationships/slideLayout" Target="../slideLayouts/slideLayout71.xml"/><Relationship Id="rId6" Type="http://schemas.openxmlformats.org/officeDocument/2006/relationships/slideLayout" Target="../slideLayouts/slideLayout76.xml"/><Relationship Id="rId5" Type="http://schemas.openxmlformats.org/officeDocument/2006/relationships/slideLayout" Target="../slideLayouts/slideLayout75.xml"/><Relationship Id="rId4" Type="http://schemas.openxmlformats.org/officeDocument/2006/relationships/slideLayout" Target="../slideLayouts/slideLayout74.xml"/></Relationships>
</file>

<file path=ppt/slideMasters/_rels/slideMaster15.xml.rels><?xml version="1.0" encoding="UTF-8" standalone="yes"?>
<Relationships xmlns="http://schemas.openxmlformats.org/package/2006/relationships"><Relationship Id="rId8" Type="http://schemas.openxmlformats.org/officeDocument/2006/relationships/image" Target="../media/image4.png"/><Relationship Id="rId3" Type="http://schemas.openxmlformats.org/officeDocument/2006/relationships/slideLayout" Target="../slideLayouts/slideLayout79.xml"/><Relationship Id="rId7" Type="http://schemas.openxmlformats.org/officeDocument/2006/relationships/theme" Target="../theme/theme15.xml"/><Relationship Id="rId2" Type="http://schemas.openxmlformats.org/officeDocument/2006/relationships/slideLayout" Target="../slideLayouts/slideLayout78.xml"/><Relationship Id="rId1" Type="http://schemas.openxmlformats.org/officeDocument/2006/relationships/slideLayout" Target="../slideLayouts/slideLayout77.xml"/><Relationship Id="rId6" Type="http://schemas.openxmlformats.org/officeDocument/2006/relationships/slideLayout" Target="../slideLayouts/slideLayout82.xml"/><Relationship Id="rId5" Type="http://schemas.openxmlformats.org/officeDocument/2006/relationships/slideLayout" Target="../slideLayouts/slideLayout81.xml"/><Relationship Id="rId4" Type="http://schemas.openxmlformats.org/officeDocument/2006/relationships/slideLayout" Target="../slideLayouts/slideLayout80.xml"/></Relationships>
</file>

<file path=ppt/slideMasters/_rels/slideMaster1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theme" Target="../theme/theme16.xml"/><Relationship Id="rId1" Type="http://schemas.openxmlformats.org/officeDocument/2006/relationships/slideLayout" Target="../slideLayouts/slideLayout83.xml"/></Relationships>
</file>

<file path=ppt/slideMasters/_rels/slideMaster17.xml.rels><?xml version="1.0" encoding="UTF-8" standalone="yes"?>
<Relationships xmlns="http://schemas.openxmlformats.org/package/2006/relationships"><Relationship Id="rId2" Type="http://schemas.openxmlformats.org/officeDocument/2006/relationships/image" Target="../media/image7.tiff"/><Relationship Id="rId1" Type="http://schemas.openxmlformats.org/officeDocument/2006/relationships/theme" Target="../theme/theme17.xml"/></Relationships>
</file>

<file path=ppt/slideMasters/_rels/slideMaster18.xml.rels><?xml version="1.0" encoding="UTF-8" standalone="yes"?>
<Relationships xmlns="http://schemas.openxmlformats.org/package/2006/relationships"><Relationship Id="rId3" Type="http://schemas.openxmlformats.org/officeDocument/2006/relationships/slideLayout" Target="../slideLayouts/slideLayout86.xml"/><Relationship Id="rId2" Type="http://schemas.openxmlformats.org/officeDocument/2006/relationships/slideLayout" Target="../slideLayouts/slideLayout85.xml"/><Relationship Id="rId1" Type="http://schemas.openxmlformats.org/officeDocument/2006/relationships/slideLayout" Target="../slideLayouts/slideLayout84.xml"/><Relationship Id="rId6" Type="http://schemas.openxmlformats.org/officeDocument/2006/relationships/image" Target="../media/image7.tiff"/><Relationship Id="rId5" Type="http://schemas.openxmlformats.org/officeDocument/2006/relationships/theme" Target="../theme/theme18.xml"/><Relationship Id="rId4" Type="http://schemas.openxmlformats.org/officeDocument/2006/relationships/slideLayout" Target="../slideLayouts/slideLayout87.xml"/></Relationships>
</file>

<file path=ppt/slideMasters/_rels/slideMaster1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theme" Target="../theme/theme19.xml"/><Relationship Id="rId1" Type="http://schemas.openxmlformats.org/officeDocument/2006/relationships/slideLayout" Target="../slideLayouts/slideLayout88.xml"/></Relationships>
</file>

<file path=ppt/slideMasters/_rels/slideMaster20.xml.rels><?xml version="1.0" encoding="UTF-8" standalone="yes"?>
<Relationships xmlns="http://schemas.openxmlformats.org/package/2006/relationships"><Relationship Id="rId8" Type="http://schemas.openxmlformats.org/officeDocument/2006/relationships/slideLayout" Target="../slideLayouts/slideLayout96.xml"/><Relationship Id="rId3" Type="http://schemas.openxmlformats.org/officeDocument/2006/relationships/slideLayout" Target="../slideLayouts/slideLayout91.xml"/><Relationship Id="rId7" Type="http://schemas.openxmlformats.org/officeDocument/2006/relationships/slideLayout" Target="../slideLayouts/slideLayout95.xml"/><Relationship Id="rId2" Type="http://schemas.openxmlformats.org/officeDocument/2006/relationships/slideLayout" Target="../slideLayouts/slideLayout90.xml"/><Relationship Id="rId1" Type="http://schemas.openxmlformats.org/officeDocument/2006/relationships/slideLayout" Target="../slideLayouts/slideLayout89.xml"/><Relationship Id="rId6" Type="http://schemas.openxmlformats.org/officeDocument/2006/relationships/slideLayout" Target="../slideLayouts/slideLayout94.xml"/><Relationship Id="rId5" Type="http://schemas.openxmlformats.org/officeDocument/2006/relationships/slideLayout" Target="../slideLayouts/slideLayout93.xml"/><Relationship Id="rId10" Type="http://schemas.openxmlformats.org/officeDocument/2006/relationships/image" Target="../media/image7.tiff"/><Relationship Id="rId4" Type="http://schemas.openxmlformats.org/officeDocument/2006/relationships/slideLayout" Target="../slideLayouts/slideLayout92.xml"/><Relationship Id="rId9" Type="http://schemas.openxmlformats.org/officeDocument/2006/relationships/theme" Target="../theme/theme20.xml"/></Relationships>
</file>

<file path=ppt/slideMasters/_rels/slideMaster21.xml.rels><?xml version="1.0" encoding="UTF-8" standalone="yes"?>
<Relationships xmlns="http://schemas.openxmlformats.org/package/2006/relationships"><Relationship Id="rId2" Type="http://schemas.openxmlformats.org/officeDocument/2006/relationships/image" Target="../media/image7.tiff"/><Relationship Id="rId1" Type="http://schemas.openxmlformats.org/officeDocument/2006/relationships/theme" Target="../theme/theme21.xml"/></Relationships>
</file>

<file path=ppt/slideMasters/_rels/slideMaster22.xml.rels><?xml version="1.0" encoding="UTF-8" standalone="yes"?>
<Relationships xmlns="http://schemas.openxmlformats.org/package/2006/relationships"><Relationship Id="rId8" Type="http://schemas.openxmlformats.org/officeDocument/2006/relationships/theme" Target="../theme/theme22.xml"/><Relationship Id="rId3" Type="http://schemas.openxmlformats.org/officeDocument/2006/relationships/slideLayout" Target="../slideLayouts/slideLayout99.xml"/><Relationship Id="rId7" Type="http://schemas.openxmlformats.org/officeDocument/2006/relationships/slideLayout" Target="../slideLayouts/slideLayout103.xml"/><Relationship Id="rId2" Type="http://schemas.openxmlformats.org/officeDocument/2006/relationships/slideLayout" Target="../slideLayouts/slideLayout98.xml"/><Relationship Id="rId1" Type="http://schemas.openxmlformats.org/officeDocument/2006/relationships/slideLayout" Target="../slideLayouts/slideLayout97.xml"/><Relationship Id="rId6" Type="http://schemas.openxmlformats.org/officeDocument/2006/relationships/slideLayout" Target="../slideLayouts/slideLayout102.xml"/><Relationship Id="rId5" Type="http://schemas.openxmlformats.org/officeDocument/2006/relationships/slideLayout" Target="../slideLayouts/slideLayout101.xml"/><Relationship Id="rId10" Type="http://schemas.openxmlformats.org/officeDocument/2006/relationships/image" Target="../media/image11.jpeg"/><Relationship Id="rId4" Type="http://schemas.openxmlformats.org/officeDocument/2006/relationships/slideLayout" Target="../slideLayouts/slideLayout100.xml"/><Relationship Id="rId9" Type="http://schemas.openxmlformats.org/officeDocument/2006/relationships/image" Target="../media/image10.jpe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3" name="CuadroTexto 2">
            <a:extLst>
              <a:ext uri="{FF2B5EF4-FFF2-40B4-BE49-F238E27FC236}">
                <a16:creationId xmlns="" xmlns:a16="http://schemas.microsoft.com/office/drawing/2014/main" id="{1E3F7C60-F8F0-1EBB-F071-254B507464F7}"/>
              </a:ext>
            </a:extLst>
          </p:cNvPr>
          <p:cNvSpPr txBox="1"/>
          <p:nvPr userDrawn="1">
            <p:extLst>
              <p:ext uri="{1162E1C5-73C7-4A58-AE30-91384D911F3F}">
                <p184:classification xmlns="" xmlns:p184="http://schemas.microsoft.com/office/powerpoint/2018/4/main" val="hdr"/>
              </p:ext>
            </p:extLst>
          </p:nvPr>
        </p:nvSpPr>
        <p:spPr>
          <a:xfrm>
            <a:off x="11083925" y="0"/>
            <a:ext cx="1141413" cy="152400"/>
          </a:xfrm>
          <a:prstGeom prst="rect">
            <a:avLst/>
          </a:prstGeom>
        </p:spPr>
        <p:txBody>
          <a:bodyPr horzOverflow="overflow" lIns="0" tIns="0" rIns="0" bIns="0">
            <a:spAutoFit/>
          </a:bodyPr>
          <a:lstStyle/>
          <a:p>
            <a:pPr algn="l"/>
            <a:r>
              <a:rPr lang="es-AR" sz="1000">
                <a:solidFill>
                  <a:srgbClr val="000000"/>
                </a:solidFill>
                <a:latin typeface="Calibri" panose="020F0502020204030204" pitchFamily="34" charset="0"/>
                <a:cs typeface="Calibri" panose="020F0502020204030204" pitchFamily="34" charset="0"/>
              </a:rPr>
              <a:t>Documento: Personal</a:t>
            </a:r>
          </a:p>
        </p:txBody>
      </p:sp>
    </p:spTree>
    <p:extLst>
      <p:ext uri="{BB962C8B-B14F-4D97-AF65-F5344CB8AC3E}">
        <p14:creationId xmlns:p14="http://schemas.microsoft.com/office/powerpoint/2010/main" val="2997671619"/>
      </p:ext>
    </p:extLst>
  </p:cSld>
  <p:clrMap bg1="lt1" tx1="dk1" bg2="lt2" tx2="dk2" accent1="accent1" accent2="accent2" accent3="accent3" accent4="accent4" accent5="accent5" accent6="accent6" hlink="hlink" folHlink="folHlink"/>
  <p:sldLayoutIdLst>
    <p:sldLayoutId id="2147483897" r:id="rId1"/>
    <p:sldLayoutId id="2147483898" r:id="rId2"/>
    <p:sldLayoutId id="2147483899" r:id="rId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rgbClr val="FFFFFF"/>
        </a:solidFill>
        <a:effectLst/>
      </p:bgPr>
    </p:bg>
    <p:spTree>
      <p:nvGrpSpPr>
        <p:cNvPr id="1" name=""/>
        <p:cNvGrpSpPr/>
        <p:nvPr/>
      </p:nvGrpSpPr>
      <p:grpSpPr>
        <a:xfrm>
          <a:off x="0" y="0"/>
          <a:ext cx="0" cy="0"/>
          <a:chOff x="0" y="0"/>
          <a:chExt cx="0" cy="0"/>
        </a:xfrm>
      </p:grpSpPr>
      <p:sp>
        <p:nvSpPr>
          <p:cNvPr id="3" name="CuadroTexto 2">
            <a:extLst>
              <a:ext uri="{FF2B5EF4-FFF2-40B4-BE49-F238E27FC236}">
                <a16:creationId xmlns="" xmlns:a16="http://schemas.microsoft.com/office/drawing/2014/main" id="{EDA1749A-D060-B1D0-FDC4-7A3A83CED949}"/>
              </a:ext>
            </a:extLst>
          </p:cNvPr>
          <p:cNvSpPr txBox="1"/>
          <p:nvPr userDrawn="1">
            <p:extLst>
              <p:ext uri="{1162E1C5-73C7-4A58-AE30-91384D911F3F}">
                <p184:classification xmlns="" xmlns:p184="http://schemas.microsoft.com/office/powerpoint/2018/4/main" val="hdr"/>
              </p:ext>
            </p:extLst>
          </p:nvPr>
        </p:nvSpPr>
        <p:spPr>
          <a:xfrm>
            <a:off x="11083925" y="0"/>
            <a:ext cx="1141413" cy="152400"/>
          </a:xfrm>
          <a:prstGeom prst="rect">
            <a:avLst/>
          </a:prstGeom>
        </p:spPr>
        <p:txBody>
          <a:bodyPr horzOverflow="overflow" lIns="0" tIns="0" rIns="0" bIns="0">
            <a:spAutoFit/>
          </a:bodyPr>
          <a:lstStyle/>
          <a:p>
            <a:pPr algn="l"/>
            <a:r>
              <a:rPr lang="es-AR" sz="1000">
                <a:solidFill>
                  <a:srgbClr val="000000"/>
                </a:solidFill>
                <a:latin typeface="Calibri" panose="020F0502020204030204" pitchFamily="34" charset="0"/>
                <a:cs typeface="Calibri" panose="020F0502020204030204" pitchFamily="34" charset="0"/>
              </a:rPr>
              <a:t>Documento: Personal</a:t>
            </a:r>
          </a:p>
        </p:txBody>
      </p:sp>
    </p:spTree>
    <p:extLst>
      <p:ext uri="{BB962C8B-B14F-4D97-AF65-F5344CB8AC3E}">
        <p14:creationId xmlns:p14="http://schemas.microsoft.com/office/powerpoint/2010/main" val="861239436"/>
      </p:ext>
    </p:extLst>
  </p:cSld>
  <p:clrMap bg1="lt1" tx1="dk1" bg2="lt2" tx2="dk2" accent1="accent1" accent2="accent2" accent3="accent3" accent4="accent4" accent5="accent5" accent6="accent6" hlink="hlink" folHlink="folHlink"/>
  <p:sldLayoutIdLst>
    <p:sldLayoutId id="2147483903" r:id="rId1"/>
    <p:sldLayoutId id="2147483913" r:id="rId2"/>
  </p:sldLayoutIdLst>
  <p:hf hdr="0" ftr="0" dt="0"/>
  <p:txStyles>
    <p:titleStyle>
      <a:lvl1pPr algn="l" defTabSz="1187798" rtl="0" eaLnBrk="1" latinLnBrk="0" hangingPunct="1">
        <a:lnSpc>
          <a:spcPct val="90000"/>
        </a:lnSpc>
        <a:spcBef>
          <a:spcPct val="0"/>
        </a:spcBef>
        <a:buNone/>
        <a:defRPr sz="5716" kern="1200">
          <a:solidFill>
            <a:schemeClr val="tx1"/>
          </a:solidFill>
          <a:latin typeface="+mj-lt"/>
          <a:ea typeface="+mj-ea"/>
          <a:cs typeface="+mj-cs"/>
        </a:defRPr>
      </a:lvl1pPr>
    </p:titleStyle>
    <p:bodyStyle>
      <a:lvl1pPr marL="296950" indent="-296950" algn="l" defTabSz="1187798" rtl="0" eaLnBrk="1" latinLnBrk="0" hangingPunct="1">
        <a:lnSpc>
          <a:spcPct val="90000"/>
        </a:lnSpc>
        <a:spcBef>
          <a:spcPts val="1299"/>
        </a:spcBef>
        <a:buFont typeface="Arial" panose="020B0604020202020204" pitchFamily="34" charset="0"/>
        <a:buChar char="•"/>
        <a:defRPr sz="3636" kern="1200">
          <a:solidFill>
            <a:schemeClr val="tx1"/>
          </a:solidFill>
          <a:latin typeface="+mn-lt"/>
          <a:ea typeface="+mn-ea"/>
          <a:cs typeface="+mn-cs"/>
        </a:defRPr>
      </a:lvl1pPr>
      <a:lvl2pPr marL="890849" indent="-296950" algn="l" defTabSz="1187798" rtl="0" eaLnBrk="1" latinLnBrk="0" hangingPunct="1">
        <a:lnSpc>
          <a:spcPct val="90000"/>
        </a:lnSpc>
        <a:spcBef>
          <a:spcPts val="650"/>
        </a:spcBef>
        <a:buFont typeface="Arial" panose="020B0604020202020204" pitchFamily="34" charset="0"/>
        <a:buChar char="•"/>
        <a:defRPr sz="3118" kern="1200">
          <a:solidFill>
            <a:schemeClr val="tx1"/>
          </a:solidFill>
          <a:latin typeface="+mn-lt"/>
          <a:ea typeface="+mn-ea"/>
          <a:cs typeface="+mn-cs"/>
        </a:defRPr>
      </a:lvl2pPr>
      <a:lvl3pPr marL="1484748" indent="-296950" algn="l" defTabSz="1187798" rtl="0" eaLnBrk="1" latinLnBrk="0" hangingPunct="1">
        <a:lnSpc>
          <a:spcPct val="90000"/>
        </a:lnSpc>
        <a:spcBef>
          <a:spcPts val="650"/>
        </a:spcBef>
        <a:buFont typeface="Arial" panose="020B0604020202020204" pitchFamily="34" charset="0"/>
        <a:buChar char="•"/>
        <a:defRPr sz="2598" kern="1200">
          <a:solidFill>
            <a:schemeClr val="tx1"/>
          </a:solidFill>
          <a:latin typeface="+mn-lt"/>
          <a:ea typeface="+mn-ea"/>
          <a:cs typeface="+mn-cs"/>
        </a:defRPr>
      </a:lvl3pPr>
      <a:lvl4pPr marL="2078648" indent="-296950" algn="l" defTabSz="1187798" rtl="0" eaLnBrk="1" latinLnBrk="0" hangingPunct="1">
        <a:lnSpc>
          <a:spcPct val="90000"/>
        </a:lnSpc>
        <a:spcBef>
          <a:spcPts val="650"/>
        </a:spcBef>
        <a:buFont typeface="Arial" panose="020B0604020202020204" pitchFamily="34" charset="0"/>
        <a:buChar char="•"/>
        <a:defRPr sz="2338" kern="1200">
          <a:solidFill>
            <a:schemeClr val="tx1"/>
          </a:solidFill>
          <a:latin typeface="+mn-lt"/>
          <a:ea typeface="+mn-ea"/>
          <a:cs typeface="+mn-cs"/>
        </a:defRPr>
      </a:lvl4pPr>
      <a:lvl5pPr marL="2672547" indent="-296950" algn="l" defTabSz="1187798" rtl="0" eaLnBrk="1" latinLnBrk="0" hangingPunct="1">
        <a:lnSpc>
          <a:spcPct val="90000"/>
        </a:lnSpc>
        <a:spcBef>
          <a:spcPts val="650"/>
        </a:spcBef>
        <a:buFont typeface="Arial" panose="020B0604020202020204" pitchFamily="34" charset="0"/>
        <a:buChar char="•"/>
        <a:defRPr sz="2338" kern="1200">
          <a:solidFill>
            <a:schemeClr val="tx1"/>
          </a:solidFill>
          <a:latin typeface="+mn-lt"/>
          <a:ea typeface="+mn-ea"/>
          <a:cs typeface="+mn-cs"/>
        </a:defRPr>
      </a:lvl5pPr>
      <a:lvl6pPr marL="3266447" indent="-296950" algn="l" defTabSz="1187798" rtl="0" eaLnBrk="1" latinLnBrk="0" hangingPunct="1">
        <a:lnSpc>
          <a:spcPct val="90000"/>
        </a:lnSpc>
        <a:spcBef>
          <a:spcPts val="650"/>
        </a:spcBef>
        <a:buFont typeface="Arial" panose="020B0604020202020204" pitchFamily="34" charset="0"/>
        <a:buChar char="•"/>
        <a:defRPr sz="2338" kern="1200">
          <a:solidFill>
            <a:schemeClr val="tx1"/>
          </a:solidFill>
          <a:latin typeface="+mn-lt"/>
          <a:ea typeface="+mn-ea"/>
          <a:cs typeface="+mn-cs"/>
        </a:defRPr>
      </a:lvl6pPr>
      <a:lvl7pPr marL="3860346" indent="-296950" algn="l" defTabSz="1187798" rtl="0" eaLnBrk="1" latinLnBrk="0" hangingPunct="1">
        <a:lnSpc>
          <a:spcPct val="90000"/>
        </a:lnSpc>
        <a:spcBef>
          <a:spcPts val="650"/>
        </a:spcBef>
        <a:buFont typeface="Arial" panose="020B0604020202020204" pitchFamily="34" charset="0"/>
        <a:buChar char="•"/>
        <a:defRPr sz="2338" kern="1200">
          <a:solidFill>
            <a:schemeClr val="tx1"/>
          </a:solidFill>
          <a:latin typeface="+mn-lt"/>
          <a:ea typeface="+mn-ea"/>
          <a:cs typeface="+mn-cs"/>
        </a:defRPr>
      </a:lvl7pPr>
      <a:lvl8pPr marL="4454245" indent="-296950" algn="l" defTabSz="1187798" rtl="0" eaLnBrk="1" latinLnBrk="0" hangingPunct="1">
        <a:lnSpc>
          <a:spcPct val="90000"/>
        </a:lnSpc>
        <a:spcBef>
          <a:spcPts val="650"/>
        </a:spcBef>
        <a:buFont typeface="Arial" panose="020B0604020202020204" pitchFamily="34" charset="0"/>
        <a:buChar char="•"/>
        <a:defRPr sz="2338" kern="1200">
          <a:solidFill>
            <a:schemeClr val="tx1"/>
          </a:solidFill>
          <a:latin typeface="+mn-lt"/>
          <a:ea typeface="+mn-ea"/>
          <a:cs typeface="+mn-cs"/>
        </a:defRPr>
      </a:lvl8pPr>
      <a:lvl9pPr marL="5048144" indent="-296950" algn="l" defTabSz="1187798" rtl="0" eaLnBrk="1" latinLnBrk="0" hangingPunct="1">
        <a:lnSpc>
          <a:spcPct val="90000"/>
        </a:lnSpc>
        <a:spcBef>
          <a:spcPts val="650"/>
        </a:spcBef>
        <a:buFont typeface="Arial" panose="020B0604020202020204" pitchFamily="34" charset="0"/>
        <a:buChar char="•"/>
        <a:defRPr sz="2338" kern="1200">
          <a:solidFill>
            <a:schemeClr val="tx1"/>
          </a:solidFill>
          <a:latin typeface="+mn-lt"/>
          <a:ea typeface="+mn-ea"/>
          <a:cs typeface="+mn-cs"/>
        </a:defRPr>
      </a:lvl9pPr>
    </p:bodyStyle>
    <p:otherStyle>
      <a:defPPr>
        <a:defRPr lang="en-US"/>
      </a:defPPr>
      <a:lvl1pPr marL="0" algn="l" defTabSz="1187798" rtl="0" eaLnBrk="1" latinLnBrk="0" hangingPunct="1">
        <a:defRPr sz="2338" kern="1200">
          <a:solidFill>
            <a:schemeClr val="tx1"/>
          </a:solidFill>
          <a:latin typeface="+mn-lt"/>
          <a:ea typeface="+mn-ea"/>
          <a:cs typeface="+mn-cs"/>
        </a:defRPr>
      </a:lvl1pPr>
      <a:lvl2pPr marL="593900" algn="l" defTabSz="1187798" rtl="0" eaLnBrk="1" latinLnBrk="0" hangingPunct="1">
        <a:defRPr sz="2338" kern="1200">
          <a:solidFill>
            <a:schemeClr val="tx1"/>
          </a:solidFill>
          <a:latin typeface="+mn-lt"/>
          <a:ea typeface="+mn-ea"/>
          <a:cs typeface="+mn-cs"/>
        </a:defRPr>
      </a:lvl2pPr>
      <a:lvl3pPr marL="1187798" algn="l" defTabSz="1187798" rtl="0" eaLnBrk="1" latinLnBrk="0" hangingPunct="1">
        <a:defRPr sz="2338" kern="1200">
          <a:solidFill>
            <a:schemeClr val="tx1"/>
          </a:solidFill>
          <a:latin typeface="+mn-lt"/>
          <a:ea typeface="+mn-ea"/>
          <a:cs typeface="+mn-cs"/>
        </a:defRPr>
      </a:lvl3pPr>
      <a:lvl4pPr marL="1781699" algn="l" defTabSz="1187798" rtl="0" eaLnBrk="1" latinLnBrk="0" hangingPunct="1">
        <a:defRPr sz="2338" kern="1200">
          <a:solidFill>
            <a:schemeClr val="tx1"/>
          </a:solidFill>
          <a:latin typeface="+mn-lt"/>
          <a:ea typeface="+mn-ea"/>
          <a:cs typeface="+mn-cs"/>
        </a:defRPr>
      </a:lvl4pPr>
      <a:lvl5pPr marL="2375598" algn="l" defTabSz="1187798" rtl="0" eaLnBrk="1" latinLnBrk="0" hangingPunct="1">
        <a:defRPr sz="2338" kern="1200">
          <a:solidFill>
            <a:schemeClr val="tx1"/>
          </a:solidFill>
          <a:latin typeface="+mn-lt"/>
          <a:ea typeface="+mn-ea"/>
          <a:cs typeface="+mn-cs"/>
        </a:defRPr>
      </a:lvl5pPr>
      <a:lvl6pPr marL="2969497" algn="l" defTabSz="1187798" rtl="0" eaLnBrk="1" latinLnBrk="0" hangingPunct="1">
        <a:defRPr sz="2338" kern="1200">
          <a:solidFill>
            <a:schemeClr val="tx1"/>
          </a:solidFill>
          <a:latin typeface="+mn-lt"/>
          <a:ea typeface="+mn-ea"/>
          <a:cs typeface="+mn-cs"/>
        </a:defRPr>
      </a:lvl6pPr>
      <a:lvl7pPr marL="3563396" algn="l" defTabSz="1187798" rtl="0" eaLnBrk="1" latinLnBrk="0" hangingPunct="1">
        <a:defRPr sz="2338" kern="1200">
          <a:solidFill>
            <a:schemeClr val="tx1"/>
          </a:solidFill>
          <a:latin typeface="+mn-lt"/>
          <a:ea typeface="+mn-ea"/>
          <a:cs typeface="+mn-cs"/>
        </a:defRPr>
      </a:lvl7pPr>
      <a:lvl8pPr marL="4157297" algn="l" defTabSz="1187798" rtl="0" eaLnBrk="1" latinLnBrk="0" hangingPunct="1">
        <a:defRPr sz="2338" kern="1200">
          <a:solidFill>
            <a:schemeClr val="tx1"/>
          </a:solidFill>
          <a:latin typeface="+mn-lt"/>
          <a:ea typeface="+mn-ea"/>
          <a:cs typeface="+mn-cs"/>
        </a:defRPr>
      </a:lvl8pPr>
      <a:lvl9pPr marL="4751195" algn="l" defTabSz="1187798" rtl="0" eaLnBrk="1" latinLnBrk="0" hangingPunct="1">
        <a:defRPr sz="2338" kern="1200">
          <a:solidFill>
            <a:schemeClr val="tx1"/>
          </a:solidFill>
          <a:latin typeface="+mn-lt"/>
          <a:ea typeface="+mn-ea"/>
          <a:cs typeface="+mn-cs"/>
        </a:defRPr>
      </a:lvl9pPr>
    </p:otherStyle>
  </p:txStyles>
  <p:extLst>
    <p:ext uri="{27BBF7A9-308A-43DC-89C8-2F10F3537804}">
      <p15:sldGuideLst xmlns="" xmlns:p15="http://schemas.microsoft.com/office/powerpoint/2012/main">
        <p15:guide id="1" orient="horz" pos="2161">
          <p15:clr>
            <a:srgbClr val="F26B43"/>
          </p15:clr>
        </p15:guide>
        <p15:guide id="2" pos="3842">
          <p15:clr>
            <a:srgbClr val="F26B43"/>
          </p15:clr>
        </p15:guide>
        <p15:guide id="3" pos="458">
          <p15:clr>
            <a:srgbClr val="F26B43"/>
          </p15:clr>
        </p15:guide>
        <p15:guide id="4" pos="7225">
          <p15:clr>
            <a:srgbClr val="F26B43"/>
          </p15:clr>
        </p15:guide>
        <p15:guide id="5" orient="horz" pos="4100">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rgbClr val="FFFFFF"/>
        </a:solidFill>
        <a:effectLst/>
      </p:bgPr>
    </p:bg>
    <p:spTree>
      <p:nvGrpSpPr>
        <p:cNvPr id="1" name=""/>
        <p:cNvGrpSpPr/>
        <p:nvPr/>
      </p:nvGrpSpPr>
      <p:grpSpPr>
        <a:xfrm>
          <a:off x="0" y="0"/>
          <a:ext cx="0" cy="0"/>
          <a:chOff x="0" y="0"/>
          <a:chExt cx="0" cy="0"/>
        </a:xfrm>
      </p:grpSpPr>
      <p:sp>
        <p:nvSpPr>
          <p:cNvPr id="3" name="TextBox 2">
            <a:extLst>
              <a:ext uri="{FF2B5EF4-FFF2-40B4-BE49-F238E27FC236}">
                <a16:creationId xmlns="" xmlns:a16="http://schemas.microsoft.com/office/drawing/2014/main" id="{6785A3D6-1271-D247-9E96-1B376F4BE7BE}"/>
              </a:ext>
            </a:extLst>
          </p:cNvPr>
          <p:cNvSpPr txBox="1"/>
          <p:nvPr userDrawn="1"/>
        </p:nvSpPr>
        <p:spPr>
          <a:xfrm>
            <a:off x="1095467" y="6356939"/>
            <a:ext cx="1463467" cy="242864"/>
          </a:xfrm>
          <a:prstGeom prst="rect">
            <a:avLst/>
          </a:prstGeom>
          <a:noFill/>
        </p:spPr>
        <p:txBody>
          <a:bodyPr wrap="square" rtlCol="0">
            <a:spAutoFit/>
          </a:bodyPr>
          <a:lstStyle/>
          <a:p>
            <a:r>
              <a:rPr lang="en-US" sz="974" b="0" baseline="0" dirty="0">
                <a:solidFill>
                  <a:srgbClr val="1D1D1B"/>
                </a:solidFill>
                <a:latin typeface="Arial" panose="020B0604020202020204" pitchFamily="34" charset="0"/>
                <a:cs typeface="Arial" panose="020B0604020202020204" pitchFamily="34" charset="0"/>
              </a:rPr>
              <a:t>Huawei Confidential</a:t>
            </a:r>
          </a:p>
        </p:txBody>
      </p:sp>
      <p:sp>
        <p:nvSpPr>
          <p:cNvPr id="4" name="TextBox 3">
            <a:extLst>
              <a:ext uri="{FF2B5EF4-FFF2-40B4-BE49-F238E27FC236}">
                <a16:creationId xmlns="" xmlns:a16="http://schemas.microsoft.com/office/drawing/2014/main" id="{EABEE2EE-BF4D-7A4A-B3C6-9E47668CCD98}"/>
              </a:ext>
            </a:extLst>
          </p:cNvPr>
          <p:cNvSpPr txBox="1"/>
          <p:nvPr userDrawn="1"/>
        </p:nvSpPr>
        <p:spPr>
          <a:xfrm>
            <a:off x="734131" y="6402806"/>
            <a:ext cx="499729" cy="150296"/>
          </a:xfrm>
          <a:prstGeom prst="rect">
            <a:avLst/>
          </a:prstGeom>
          <a:noFill/>
        </p:spPr>
        <p:txBody>
          <a:bodyPr wrap="square" lIns="0" tIns="0" rIns="0" bIns="0" rtlCol="0">
            <a:spAutoFit/>
          </a:bodyPr>
          <a:lstStyle/>
          <a:p>
            <a:pPr marL="0" marR="0" lvl="0" indent="0" algn="l" defTabSz="890849" rtl="0" eaLnBrk="1" fontAlgn="auto" latinLnBrk="0" hangingPunct="1">
              <a:lnSpc>
                <a:spcPct val="100000"/>
              </a:lnSpc>
              <a:spcBef>
                <a:spcPts val="0"/>
              </a:spcBef>
              <a:spcAft>
                <a:spcPts val="0"/>
              </a:spcAft>
              <a:buClrTx/>
              <a:buSzTx/>
              <a:buFontTx/>
              <a:buNone/>
              <a:tabLst/>
              <a:defRPr/>
            </a:pPr>
            <a:fld id="{C3837181-38C6-AD4F-B8BA-B444770388BB}" type="slidenum">
              <a:rPr lang="en-US" sz="974" smtClean="0">
                <a:solidFill>
                  <a:srgbClr val="1D1D1B"/>
                </a:solidFill>
                <a:latin typeface="Arial" panose="020B0604020202020204" pitchFamily="34" charset="0"/>
                <a:cs typeface="Arial" panose="020B0604020202020204" pitchFamily="34" charset="0"/>
              </a:rPr>
              <a:pPr marL="0" marR="0" lvl="0" indent="0" algn="l" defTabSz="890849" rtl="0" eaLnBrk="1" fontAlgn="auto" latinLnBrk="0" hangingPunct="1">
                <a:lnSpc>
                  <a:spcPct val="100000"/>
                </a:lnSpc>
                <a:spcBef>
                  <a:spcPts val="0"/>
                </a:spcBef>
                <a:spcAft>
                  <a:spcPts val="0"/>
                </a:spcAft>
                <a:buClrTx/>
                <a:buSzTx/>
                <a:buFontTx/>
                <a:buNone/>
                <a:tabLst/>
                <a:defRPr/>
              </a:pPr>
              <a:t>‹Nº›</a:t>
            </a:fld>
            <a:endParaRPr lang="en-US" sz="974" dirty="0">
              <a:solidFill>
                <a:srgbClr val="1D1D1B"/>
              </a:solidFill>
              <a:latin typeface="Arial" panose="020B0604020202020204" pitchFamily="34" charset="0"/>
              <a:cs typeface="Arial" panose="020B0604020202020204" pitchFamily="34" charset="0"/>
            </a:endParaRPr>
          </a:p>
        </p:txBody>
      </p:sp>
      <p:pic>
        <p:nvPicPr>
          <p:cNvPr id="41" name="图片 40"/>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0195999" y="6319870"/>
            <a:ext cx="1269075" cy="271153"/>
          </a:xfrm>
          <a:prstGeom prst="rect">
            <a:avLst/>
          </a:prstGeom>
        </p:spPr>
      </p:pic>
      <p:grpSp>
        <p:nvGrpSpPr>
          <p:cNvPr id="25" name="组合 24"/>
          <p:cNvGrpSpPr/>
          <p:nvPr userDrawn="1"/>
        </p:nvGrpSpPr>
        <p:grpSpPr>
          <a:xfrm>
            <a:off x="12216278" y="2931937"/>
            <a:ext cx="1982916" cy="3934682"/>
            <a:chOff x="12216278" y="2262477"/>
            <a:chExt cx="1982916" cy="4604143"/>
          </a:xfrm>
        </p:grpSpPr>
        <p:grpSp>
          <p:nvGrpSpPr>
            <p:cNvPr id="26" name="组合 25"/>
            <p:cNvGrpSpPr/>
            <p:nvPr userDrawn="1"/>
          </p:nvGrpSpPr>
          <p:grpSpPr>
            <a:xfrm>
              <a:off x="12315635" y="2262477"/>
              <a:ext cx="1883559" cy="692624"/>
              <a:chOff x="12315635" y="2207613"/>
              <a:chExt cx="1883559" cy="692624"/>
            </a:xfrm>
          </p:grpSpPr>
          <p:sp>
            <p:nvSpPr>
              <p:cNvPr id="44" name="矩形 5">
                <a:extLst>
                  <a:ext uri="{FF2B5EF4-FFF2-40B4-BE49-F238E27FC236}">
                    <a16:creationId xmlns="" xmlns:a16="http://schemas.microsoft.com/office/drawing/2014/main" id="{3B0B5EC2-EA55-CC45-A9D0-D5EA5D768C99}"/>
                  </a:ext>
                </a:extLst>
              </p:cNvPr>
              <p:cNvSpPr/>
              <p:nvPr userDrawn="1"/>
            </p:nvSpPr>
            <p:spPr>
              <a:xfrm>
                <a:off x="12315635" y="2401808"/>
                <a:ext cx="911019" cy="498429"/>
              </a:xfrm>
              <a:prstGeom prst="rect">
                <a:avLst/>
              </a:prstGeom>
              <a:solidFill>
                <a:srgbClr val="C8102E"/>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ct val="100000"/>
                  </a:lnSpc>
                </a:pPr>
                <a:r>
                  <a:rPr kumimoji="1" lang="en-US" altLang="zh-CN" sz="700" b="1" dirty="0">
                    <a:solidFill>
                      <a:schemeClr val="tx2"/>
                    </a:solidFill>
                    <a:latin typeface="Arial" panose="020B0604020202020204" pitchFamily="34" charset="0"/>
                    <a:ea typeface="Arial" charset="0"/>
                    <a:cs typeface="Arial" charset="0"/>
                  </a:rPr>
                  <a:t>P</a:t>
                </a:r>
                <a:r>
                  <a:rPr kumimoji="1" lang="en-US" altLang="zh-Hant" sz="700" b="1" dirty="0">
                    <a:solidFill>
                      <a:schemeClr val="tx2"/>
                    </a:solidFill>
                    <a:latin typeface="Arial" panose="020B0604020202020204" pitchFamily="34" charset="0"/>
                    <a:ea typeface="Arial" charset="0"/>
                    <a:cs typeface="Arial" charset="0"/>
                  </a:rPr>
                  <a:t>ANTONE</a:t>
                </a:r>
                <a:r>
                  <a:rPr kumimoji="1" lang="en-US" altLang="zh-CN" sz="700" b="1" dirty="0">
                    <a:solidFill>
                      <a:schemeClr val="tx2"/>
                    </a:solidFill>
                    <a:latin typeface="Arial" panose="020B0604020202020204" pitchFamily="34" charset="0"/>
                    <a:ea typeface="Arial" charset="0"/>
                    <a:cs typeface="Arial" charset="0"/>
                  </a:rPr>
                  <a:t> 186C</a:t>
                </a:r>
              </a:p>
              <a:p>
                <a:pPr algn="ctr">
                  <a:lnSpc>
                    <a:spcPct val="100000"/>
                  </a:lnSpc>
                </a:pPr>
                <a:r>
                  <a:rPr kumimoji="1" lang="en-US" altLang="zh-CN" sz="700" b="1" dirty="0">
                    <a:solidFill>
                      <a:schemeClr val="tx2"/>
                    </a:solidFill>
                    <a:latin typeface="Arial" panose="020B0604020202020204" pitchFamily="34" charset="0"/>
                    <a:ea typeface="Arial" charset="0"/>
                    <a:cs typeface="Arial" charset="0"/>
                  </a:rPr>
                  <a:t>RGB 200/16/46</a:t>
                </a:r>
              </a:p>
            </p:txBody>
          </p:sp>
          <p:sp>
            <p:nvSpPr>
              <p:cNvPr id="45" name="矩形 9">
                <a:extLst>
                  <a:ext uri="{FF2B5EF4-FFF2-40B4-BE49-F238E27FC236}">
                    <a16:creationId xmlns="" xmlns:a16="http://schemas.microsoft.com/office/drawing/2014/main" id="{992224C5-04A6-C041-B257-13137945DBB8}"/>
                  </a:ext>
                </a:extLst>
              </p:cNvPr>
              <p:cNvSpPr/>
              <p:nvPr userDrawn="1"/>
            </p:nvSpPr>
            <p:spPr>
              <a:xfrm>
                <a:off x="13288175" y="2401808"/>
                <a:ext cx="911019" cy="498429"/>
              </a:xfrm>
              <a:prstGeom prst="rect">
                <a:avLst/>
              </a:prstGeom>
              <a:solidFill>
                <a:srgbClr val="C7000B"/>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ct val="100000"/>
                  </a:lnSpc>
                </a:pPr>
                <a:r>
                  <a:rPr kumimoji="1" lang="en-US" altLang="zh-CN" sz="700" b="1" dirty="0">
                    <a:solidFill>
                      <a:schemeClr val="tx2"/>
                    </a:solidFill>
                    <a:latin typeface="Arial" panose="020B0604020202020204" pitchFamily="34" charset="0"/>
                    <a:ea typeface="Arial" charset="0"/>
                    <a:cs typeface="Arial" charset="0"/>
                  </a:rPr>
                  <a:t>P</a:t>
                </a:r>
                <a:r>
                  <a:rPr kumimoji="1" lang="en-US" altLang="zh-Hant" sz="700" b="1" dirty="0">
                    <a:solidFill>
                      <a:schemeClr val="tx2"/>
                    </a:solidFill>
                    <a:latin typeface="Arial" panose="020B0604020202020204" pitchFamily="34" charset="0"/>
                    <a:ea typeface="Arial" charset="0"/>
                    <a:cs typeface="Arial" charset="0"/>
                  </a:rPr>
                  <a:t>ANTONE</a:t>
                </a:r>
                <a:r>
                  <a:rPr kumimoji="1" lang="en-US" altLang="zh-CN" sz="700" b="1" dirty="0">
                    <a:solidFill>
                      <a:schemeClr val="tx2"/>
                    </a:solidFill>
                    <a:latin typeface="Arial" panose="020B0604020202020204" pitchFamily="34" charset="0"/>
                    <a:ea typeface="Arial" charset="0"/>
                    <a:cs typeface="Arial" charset="0"/>
                  </a:rPr>
                  <a:t> 185C</a:t>
                </a:r>
              </a:p>
              <a:p>
                <a:pPr algn="ctr">
                  <a:lnSpc>
                    <a:spcPct val="100000"/>
                  </a:lnSpc>
                </a:pPr>
                <a:r>
                  <a:rPr kumimoji="1" lang="en-US" altLang="zh-CN" sz="700" b="1" dirty="0">
                    <a:solidFill>
                      <a:schemeClr val="tx2"/>
                    </a:solidFill>
                    <a:latin typeface="Arial" panose="020B0604020202020204" pitchFamily="34" charset="0"/>
                    <a:ea typeface="Arial" charset="0"/>
                    <a:cs typeface="Arial" charset="0"/>
                  </a:rPr>
                  <a:t>RGB 199/0/11</a:t>
                </a:r>
              </a:p>
            </p:txBody>
          </p:sp>
          <p:sp>
            <p:nvSpPr>
              <p:cNvPr id="46" name="文本框 31">
                <a:extLst>
                  <a:ext uri="{FF2B5EF4-FFF2-40B4-BE49-F238E27FC236}">
                    <a16:creationId xmlns="" xmlns:a16="http://schemas.microsoft.com/office/drawing/2014/main" id="{58918196-0639-EE4B-AFC2-315BE04587B9}"/>
                  </a:ext>
                </a:extLst>
              </p:cNvPr>
              <p:cNvSpPr txBox="1"/>
              <p:nvPr userDrawn="1"/>
            </p:nvSpPr>
            <p:spPr>
              <a:xfrm>
                <a:off x="12326898" y="2207613"/>
                <a:ext cx="384721" cy="153888"/>
              </a:xfrm>
              <a:prstGeom prst="rect">
                <a:avLst/>
              </a:prstGeom>
              <a:noFill/>
            </p:spPr>
            <p:txBody>
              <a:bodyPr wrap="none" lIns="0" tIns="0" rIns="0" bIns="0" rtlCol="0">
                <a:spAutoFit/>
              </a:bodyPr>
              <a:lstStyle/>
              <a:p>
                <a:pPr algn="ctr">
                  <a:lnSpc>
                    <a:spcPct val="100000"/>
                  </a:lnSpc>
                </a:pPr>
                <a:r>
                  <a:rPr kumimoji="1" lang="zh-CN" altLang="en-US" sz="1000" dirty="0">
                    <a:solidFill>
                      <a:schemeClr val="tx1"/>
                    </a:solidFill>
                    <a:latin typeface="Arial" panose="020B0604020202020204" pitchFamily="34" charset="0"/>
                    <a:ea typeface="Microsoft YaHei" panose="020B0503020204020204" pitchFamily="34" charset="-122"/>
                  </a:rPr>
                  <a:t>品牌色</a:t>
                </a:r>
              </a:p>
            </p:txBody>
          </p:sp>
        </p:grpSp>
        <p:grpSp>
          <p:nvGrpSpPr>
            <p:cNvPr id="27" name="组合 26"/>
            <p:cNvGrpSpPr/>
            <p:nvPr userDrawn="1"/>
          </p:nvGrpSpPr>
          <p:grpSpPr>
            <a:xfrm>
              <a:off x="12216278" y="3080825"/>
              <a:ext cx="1982912" cy="3785795"/>
              <a:chOff x="12216278" y="3080825"/>
              <a:chExt cx="1982912" cy="3785795"/>
            </a:xfrm>
          </p:grpSpPr>
          <p:sp>
            <p:nvSpPr>
              <p:cNvPr id="28" name="矩形 12">
                <a:extLst>
                  <a:ext uri="{FF2B5EF4-FFF2-40B4-BE49-F238E27FC236}">
                    <a16:creationId xmlns="" xmlns:a16="http://schemas.microsoft.com/office/drawing/2014/main" id="{DCA8B73C-0B87-284F-805F-752EBF20B768}"/>
                  </a:ext>
                </a:extLst>
              </p:cNvPr>
              <p:cNvSpPr/>
              <p:nvPr userDrawn="1"/>
            </p:nvSpPr>
            <p:spPr>
              <a:xfrm>
                <a:off x="12315640" y="3785971"/>
                <a:ext cx="885201" cy="462672"/>
              </a:xfrm>
              <a:prstGeom prst="rect">
                <a:avLst/>
              </a:prstGeom>
              <a:solidFill>
                <a:srgbClr val="EA5A4F"/>
              </a:solidFill>
              <a:ln>
                <a:solidFill>
                  <a:srgbClr val="EA5A4F"/>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ct val="100000"/>
                  </a:lnSpc>
                </a:pPr>
                <a:r>
                  <a:rPr kumimoji="1" lang="mr-IN" altLang="zh-CN" sz="700" b="1" dirty="0">
                    <a:solidFill>
                      <a:schemeClr val="tx2"/>
                    </a:solidFill>
                    <a:latin typeface="Arial" panose="020B0604020202020204" pitchFamily="34" charset="0"/>
                    <a:ea typeface="Arial" charset="0"/>
                    <a:cs typeface="Arial" charset="0"/>
                  </a:rPr>
                  <a:t>RGB</a:t>
                </a:r>
                <a:r>
                  <a:rPr kumimoji="1" lang="en-US" altLang="zh-CN" sz="700" b="1" dirty="0">
                    <a:solidFill>
                      <a:schemeClr val="tx2"/>
                    </a:solidFill>
                    <a:latin typeface="Arial" panose="020B0604020202020204" pitchFamily="34" charset="0"/>
                    <a:ea typeface="Arial" charset="0"/>
                    <a:cs typeface="Arial" charset="0"/>
                  </a:rPr>
                  <a:t> 234</a:t>
                </a:r>
                <a:r>
                  <a:rPr kumimoji="1" lang="mr-IN" altLang="zh-CN" sz="700" b="1" dirty="0">
                    <a:solidFill>
                      <a:schemeClr val="tx2"/>
                    </a:solidFill>
                    <a:latin typeface="Arial" panose="020B0604020202020204" pitchFamily="34" charset="0"/>
                    <a:ea typeface="Arial" charset="0"/>
                    <a:cs typeface="Arial" charset="0"/>
                  </a:rPr>
                  <a:t>/</a:t>
                </a:r>
                <a:r>
                  <a:rPr kumimoji="1" lang="en-US" altLang="zh-CN" sz="700" b="1" dirty="0">
                    <a:solidFill>
                      <a:schemeClr val="tx2"/>
                    </a:solidFill>
                    <a:latin typeface="Arial" panose="020B0604020202020204" pitchFamily="34" charset="0"/>
                    <a:ea typeface="Arial" charset="0"/>
                    <a:cs typeface="Arial" charset="0"/>
                  </a:rPr>
                  <a:t>90/79</a:t>
                </a:r>
                <a:endParaRPr kumimoji="1" lang="mr-IN" altLang="zh-CN" sz="700" b="1" dirty="0">
                  <a:solidFill>
                    <a:schemeClr val="tx2"/>
                  </a:solidFill>
                  <a:latin typeface="Arial" panose="020B0604020202020204" pitchFamily="34" charset="0"/>
                  <a:ea typeface="Arial" charset="0"/>
                  <a:cs typeface="Arial" charset="0"/>
                </a:endParaRPr>
              </a:p>
            </p:txBody>
          </p:sp>
          <p:sp>
            <p:nvSpPr>
              <p:cNvPr id="29" name="矩形 13">
                <a:extLst>
                  <a:ext uri="{FF2B5EF4-FFF2-40B4-BE49-F238E27FC236}">
                    <a16:creationId xmlns="" xmlns:a16="http://schemas.microsoft.com/office/drawing/2014/main" id="{138A39A8-BB4E-CD4E-9201-F1785C874F92}"/>
                  </a:ext>
                </a:extLst>
              </p:cNvPr>
              <p:cNvSpPr/>
              <p:nvPr userDrawn="1"/>
            </p:nvSpPr>
            <p:spPr>
              <a:xfrm>
                <a:off x="12315640" y="3259312"/>
                <a:ext cx="885201" cy="462672"/>
              </a:xfrm>
              <a:prstGeom prst="rect">
                <a:avLst/>
              </a:prstGeom>
              <a:solidFill>
                <a:srgbClr val="78000F"/>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ct val="100000"/>
                  </a:lnSpc>
                </a:pPr>
                <a:r>
                  <a:rPr kumimoji="1" lang="mr-IN" altLang="zh-CN" sz="700" b="1" dirty="0">
                    <a:solidFill>
                      <a:schemeClr val="tx2"/>
                    </a:solidFill>
                    <a:latin typeface="Arial" panose="020B0604020202020204" pitchFamily="34" charset="0"/>
                    <a:ea typeface="Arial" charset="0"/>
                    <a:cs typeface="Arial" charset="0"/>
                  </a:rPr>
                  <a:t>RGB</a:t>
                </a:r>
                <a:r>
                  <a:rPr kumimoji="1" lang="en-US" altLang="zh-CN" sz="700" b="1" dirty="0">
                    <a:solidFill>
                      <a:schemeClr val="tx2"/>
                    </a:solidFill>
                    <a:latin typeface="Arial" panose="020B0604020202020204" pitchFamily="34" charset="0"/>
                    <a:ea typeface="Arial" charset="0"/>
                    <a:cs typeface="Arial" charset="0"/>
                  </a:rPr>
                  <a:t> 120</a:t>
                </a:r>
                <a:r>
                  <a:rPr kumimoji="1" lang="mr-IN" altLang="zh-CN" sz="700" b="1" dirty="0">
                    <a:solidFill>
                      <a:schemeClr val="tx2"/>
                    </a:solidFill>
                    <a:latin typeface="Arial" panose="020B0604020202020204" pitchFamily="34" charset="0"/>
                    <a:ea typeface="Arial" charset="0"/>
                    <a:cs typeface="Arial" charset="0"/>
                  </a:rPr>
                  <a:t>/</a:t>
                </a:r>
                <a:r>
                  <a:rPr kumimoji="1" lang="en-US" altLang="zh-CN" sz="700" b="1" dirty="0">
                    <a:solidFill>
                      <a:schemeClr val="tx2"/>
                    </a:solidFill>
                    <a:latin typeface="Arial" panose="020B0604020202020204" pitchFamily="34" charset="0"/>
                    <a:ea typeface="Arial" charset="0"/>
                    <a:cs typeface="Arial" charset="0"/>
                  </a:rPr>
                  <a:t>0/15</a:t>
                </a:r>
                <a:endParaRPr kumimoji="1" lang="mr-IN" altLang="zh-CN" sz="700" b="1" dirty="0">
                  <a:solidFill>
                    <a:schemeClr val="tx2"/>
                  </a:solidFill>
                  <a:latin typeface="Arial" panose="020B0604020202020204" pitchFamily="34" charset="0"/>
                  <a:ea typeface="Arial" charset="0"/>
                  <a:cs typeface="Arial" charset="0"/>
                </a:endParaRPr>
              </a:p>
            </p:txBody>
          </p:sp>
          <p:sp>
            <p:nvSpPr>
              <p:cNvPr id="30" name="文本框 15">
                <a:extLst>
                  <a:ext uri="{FF2B5EF4-FFF2-40B4-BE49-F238E27FC236}">
                    <a16:creationId xmlns="" xmlns:a16="http://schemas.microsoft.com/office/drawing/2014/main" id="{8F53C07A-1022-C740-8F8D-97538E174D38}"/>
                  </a:ext>
                </a:extLst>
              </p:cNvPr>
              <p:cNvSpPr txBox="1"/>
              <p:nvPr userDrawn="1"/>
            </p:nvSpPr>
            <p:spPr>
              <a:xfrm>
                <a:off x="12216278" y="3080825"/>
                <a:ext cx="569387" cy="153888"/>
              </a:xfrm>
              <a:prstGeom prst="rect">
                <a:avLst/>
              </a:prstGeom>
              <a:noFill/>
            </p:spPr>
            <p:txBody>
              <a:bodyPr wrap="square" lIns="0" tIns="0" rIns="0" bIns="0" rtlCol="0" anchor="b" anchorCtr="0">
                <a:spAutoFit/>
              </a:bodyPr>
              <a:lstStyle/>
              <a:p>
                <a:pPr algn="ctr">
                  <a:lnSpc>
                    <a:spcPct val="100000"/>
                  </a:lnSpc>
                </a:pPr>
                <a:r>
                  <a:rPr kumimoji="1" lang="zh-CN" altLang="en-US" sz="1000" dirty="0">
                    <a:solidFill>
                      <a:schemeClr val="tx1"/>
                    </a:solidFill>
                    <a:latin typeface="Arial" panose="020B0604020202020204" pitchFamily="34" charset="0"/>
                    <a:ea typeface="Microsoft YaHei" panose="020B0503020204020204" pitchFamily="34" charset="-122"/>
                  </a:rPr>
                  <a:t>辅助色</a:t>
                </a:r>
              </a:p>
            </p:txBody>
          </p:sp>
          <p:sp>
            <p:nvSpPr>
              <p:cNvPr id="31" name="矩形 16">
                <a:extLst>
                  <a:ext uri="{FF2B5EF4-FFF2-40B4-BE49-F238E27FC236}">
                    <a16:creationId xmlns="" xmlns:a16="http://schemas.microsoft.com/office/drawing/2014/main" id="{306A7598-C00D-994F-82DA-B39F3C2E0AAD}"/>
                  </a:ext>
                </a:extLst>
              </p:cNvPr>
              <p:cNvSpPr/>
              <p:nvPr userDrawn="1"/>
            </p:nvSpPr>
            <p:spPr>
              <a:xfrm>
                <a:off x="12315640" y="4836793"/>
                <a:ext cx="885201" cy="462672"/>
              </a:xfrm>
              <a:prstGeom prst="rect">
                <a:avLst/>
              </a:prstGeom>
              <a:solidFill>
                <a:srgbClr val="F8B53C"/>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ct val="100000"/>
                  </a:lnSpc>
                </a:pPr>
                <a:r>
                  <a:rPr kumimoji="1" lang="mr-IN" altLang="zh-CN" sz="700" b="1" dirty="0">
                    <a:solidFill>
                      <a:schemeClr val="tx2"/>
                    </a:solidFill>
                    <a:latin typeface="Arial" panose="020B0604020202020204" pitchFamily="34" charset="0"/>
                    <a:ea typeface="Arial" charset="0"/>
                    <a:cs typeface="Arial" charset="0"/>
                  </a:rPr>
                  <a:t>RGB</a:t>
                </a:r>
                <a:r>
                  <a:rPr kumimoji="1" lang="en-US" altLang="zh-CN" sz="700" b="1" dirty="0">
                    <a:solidFill>
                      <a:schemeClr val="tx2"/>
                    </a:solidFill>
                    <a:latin typeface="Arial" panose="020B0604020202020204" pitchFamily="34" charset="0"/>
                    <a:ea typeface="Arial" charset="0"/>
                    <a:cs typeface="Arial" charset="0"/>
                  </a:rPr>
                  <a:t> 248</a:t>
                </a:r>
                <a:r>
                  <a:rPr kumimoji="1" lang="mr-IN" altLang="zh-CN" sz="700" b="1" dirty="0">
                    <a:solidFill>
                      <a:schemeClr val="tx2"/>
                    </a:solidFill>
                    <a:latin typeface="Arial" panose="020B0604020202020204" pitchFamily="34" charset="0"/>
                    <a:ea typeface="Arial" charset="0"/>
                    <a:cs typeface="Arial" charset="0"/>
                  </a:rPr>
                  <a:t>/</a:t>
                </a:r>
                <a:r>
                  <a:rPr kumimoji="1" lang="en-US" altLang="zh-CN" sz="700" b="1" dirty="0">
                    <a:solidFill>
                      <a:schemeClr val="tx2"/>
                    </a:solidFill>
                    <a:latin typeface="Arial" panose="020B0604020202020204" pitchFamily="34" charset="0"/>
                    <a:ea typeface="Arial" charset="0"/>
                    <a:cs typeface="Arial" charset="0"/>
                  </a:rPr>
                  <a:t>181/60</a:t>
                </a:r>
                <a:endParaRPr kumimoji="1" lang="mr-IN" altLang="zh-CN" sz="700" b="1" dirty="0">
                  <a:solidFill>
                    <a:schemeClr val="tx2"/>
                  </a:solidFill>
                  <a:latin typeface="Arial" panose="020B0604020202020204" pitchFamily="34" charset="0"/>
                  <a:ea typeface="Arial" charset="0"/>
                  <a:cs typeface="Arial" charset="0"/>
                </a:endParaRPr>
              </a:p>
            </p:txBody>
          </p:sp>
          <p:sp>
            <p:nvSpPr>
              <p:cNvPr id="32" name="矩形 17">
                <a:extLst>
                  <a:ext uri="{FF2B5EF4-FFF2-40B4-BE49-F238E27FC236}">
                    <a16:creationId xmlns="" xmlns:a16="http://schemas.microsoft.com/office/drawing/2014/main" id="{C1423292-FF2F-A74C-943E-1C3C47534098}"/>
                  </a:ext>
                </a:extLst>
              </p:cNvPr>
              <p:cNvSpPr/>
              <p:nvPr userDrawn="1"/>
            </p:nvSpPr>
            <p:spPr>
              <a:xfrm>
                <a:off x="12315640" y="4319278"/>
                <a:ext cx="885201" cy="462672"/>
              </a:xfrm>
              <a:prstGeom prst="rect">
                <a:avLst/>
              </a:prstGeom>
              <a:solidFill>
                <a:srgbClr val="EB5C0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ct val="100000"/>
                  </a:lnSpc>
                </a:pPr>
                <a:r>
                  <a:rPr kumimoji="1" lang="mr-IN" altLang="zh-CN" sz="700" b="1" dirty="0">
                    <a:solidFill>
                      <a:schemeClr val="tx2"/>
                    </a:solidFill>
                    <a:latin typeface="Arial" panose="020B0604020202020204" pitchFamily="34" charset="0"/>
                    <a:ea typeface="Arial" charset="0"/>
                    <a:cs typeface="Arial" charset="0"/>
                  </a:rPr>
                  <a:t>RGB</a:t>
                </a:r>
                <a:r>
                  <a:rPr kumimoji="1" lang="en-US" altLang="zh-CN" sz="700" b="1" dirty="0">
                    <a:solidFill>
                      <a:schemeClr val="tx2"/>
                    </a:solidFill>
                    <a:latin typeface="Arial" panose="020B0604020202020204" pitchFamily="34" charset="0"/>
                    <a:ea typeface="Arial" charset="0"/>
                    <a:cs typeface="Arial" charset="0"/>
                  </a:rPr>
                  <a:t> 235</a:t>
                </a:r>
                <a:r>
                  <a:rPr kumimoji="1" lang="mr-IN" altLang="zh-CN" sz="700" b="1" dirty="0">
                    <a:solidFill>
                      <a:schemeClr val="tx2"/>
                    </a:solidFill>
                    <a:latin typeface="Arial" panose="020B0604020202020204" pitchFamily="34" charset="0"/>
                    <a:ea typeface="Arial" charset="0"/>
                    <a:cs typeface="Arial" charset="0"/>
                  </a:rPr>
                  <a:t>/</a:t>
                </a:r>
                <a:r>
                  <a:rPr kumimoji="1" lang="en-US" altLang="zh-CN" sz="700" b="1" dirty="0">
                    <a:solidFill>
                      <a:schemeClr val="tx2"/>
                    </a:solidFill>
                    <a:latin typeface="Arial" panose="020B0604020202020204" pitchFamily="34" charset="0"/>
                    <a:ea typeface="Arial" charset="0"/>
                    <a:cs typeface="Arial" charset="0"/>
                  </a:rPr>
                  <a:t>92/1</a:t>
                </a:r>
                <a:endParaRPr kumimoji="1" lang="mr-IN" altLang="zh-CN" sz="700" b="1" dirty="0">
                  <a:solidFill>
                    <a:schemeClr val="tx2"/>
                  </a:solidFill>
                  <a:latin typeface="Arial" panose="020B0604020202020204" pitchFamily="34" charset="0"/>
                  <a:ea typeface="Arial" charset="0"/>
                  <a:cs typeface="Arial" charset="0"/>
                </a:endParaRPr>
              </a:p>
            </p:txBody>
          </p:sp>
          <p:sp>
            <p:nvSpPr>
              <p:cNvPr id="33" name="矩形 18">
                <a:extLst>
                  <a:ext uri="{FF2B5EF4-FFF2-40B4-BE49-F238E27FC236}">
                    <a16:creationId xmlns="" xmlns:a16="http://schemas.microsoft.com/office/drawing/2014/main" id="{2A29AF15-F5C4-A842-A63B-5DBA549CB92F}"/>
                  </a:ext>
                </a:extLst>
              </p:cNvPr>
              <p:cNvSpPr/>
              <p:nvPr userDrawn="1"/>
            </p:nvSpPr>
            <p:spPr>
              <a:xfrm>
                <a:off x="12315636" y="5880294"/>
                <a:ext cx="911019" cy="462672"/>
              </a:xfrm>
              <a:prstGeom prst="rect">
                <a:avLst/>
              </a:prstGeom>
              <a:solidFill>
                <a:srgbClr val="898989"/>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ct val="100000"/>
                  </a:lnSpc>
                </a:pPr>
                <a:r>
                  <a:rPr kumimoji="1" lang="mr-IN" altLang="zh-CN" sz="700" b="1" dirty="0">
                    <a:solidFill>
                      <a:schemeClr val="tx2"/>
                    </a:solidFill>
                    <a:latin typeface="Arial" panose="020B0604020202020204" pitchFamily="34" charset="0"/>
                    <a:ea typeface="Arial" charset="0"/>
                    <a:cs typeface="Arial" charset="0"/>
                  </a:rPr>
                  <a:t>RGB</a:t>
                </a:r>
                <a:r>
                  <a:rPr kumimoji="1" lang="en-US" altLang="zh-CN" sz="700" b="1" dirty="0">
                    <a:solidFill>
                      <a:schemeClr val="tx2"/>
                    </a:solidFill>
                    <a:latin typeface="Arial" panose="020B0604020202020204" pitchFamily="34" charset="0"/>
                    <a:ea typeface="Arial" charset="0"/>
                    <a:cs typeface="Arial" charset="0"/>
                  </a:rPr>
                  <a:t> 137/137/137</a:t>
                </a:r>
                <a:endParaRPr kumimoji="1" lang="mr-IN" altLang="zh-CN" sz="700" b="1" dirty="0">
                  <a:solidFill>
                    <a:schemeClr val="tx2"/>
                  </a:solidFill>
                  <a:latin typeface="Arial" panose="020B0604020202020204" pitchFamily="34" charset="0"/>
                  <a:ea typeface="Arial" charset="0"/>
                  <a:cs typeface="Arial" charset="0"/>
                </a:endParaRPr>
              </a:p>
            </p:txBody>
          </p:sp>
          <p:sp>
            <p:nvSpPr>
              <p:cNvPr id="34" name="矩形 19">
                <a:extLst>
                  <a:ext uri="{FF2B5EF4-FFF2-40B4-BE49-F238E27FC236}">
                    <a16:creationId xmlns="" xmlns:a16="http://schemas.microsoft.com/office/drawing/2014/main" id="{E9EA970A-4D36-BC41-B8BE-40DF553320E7}"/>
                  </a:ext>
                </a:extLst>
              </p:cNvPr>
              <p:cNvSpPr/>
              <p:nvPr userDrawn="1"/>
            </p:nvSpPr>
            <p:spPr>
              <a:xfrm>
                <a:off x="12315636" y="5362779"/>
                <a:ext cx="911019" cy="462672"/>
              </a:xfrm>
              <a:prstGeom prst="rect">
                <a:avLst/>
              </a:prstGeom>
              <a:solidFill>
                <a:srgbClr val="231815"/>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ct val="100000"/>
                  </a:lnSpc>
                </a:pPr>
                <a:r>
                  <a:rPr kumimoji="1" lang="mr-IN" altLang="zh-CN" sz="700" b="1" dirty="0">
                    <a:solidFill>
                      <a:schemeClr val="tx2"/>
                    </a:solidFill>
                    <a:latin typeface="Arial" panose="020B0604020202020204" pitchFamily="34" charset="0"/>
                    <a:ea typeface="Arial" charset="0"/>
                    <a:cs typeface="Arial" charset="0"/>
                  </a:rPr>
                  <a:t>RGB</a:t>
                </a:r>
                <a:r>
                  <a:rPr kumimoji="1" lang="en-US" altLang="zh-CN" sz="700" b="1" dirty="0">
                    <a:solidFill>
                      <a:schemeClr val="tx2"/>
                    </a:solidFill>
                    <a:latin typeface="Arial" panose="020B0604020202020204" pitchFamily="34" charset="0"/>
                    <a:ea typeface="Arial" charset="0"/>
                    <a:cs typeface="Arial" charset="0"/>
                  </a:rPr>
                  <a:t> 35/24/21</a:t>
                </a:r>
                <a:endParaRPr kumimoji="1" lang="mr-IN" altLang="zh-CN" sz="700" b="1" dirty="0">
                  <a:solidFill>
                    <a:schemeClr val="tx2"/>
                  </a:solidFill>
                  <a:latin typeface="Arial" panose="020B0604020202020204" pitchFamily="34" charset="0"/>
                  <a:ea typeface="Arial" charset="0"/>
                  <a:cs typeface="Arial" charset="0"/>
                </a:endParaRPr>
              </a:p>
            </p:txBody>
          </p:sp>
          <p:sp>
            <p:nvSpPr>
              <p:cNvPr id="35" name="矩形 22">
                <a:extLst>
                  <a:ext uri="{FF2B5EF4-FFF2-40B4-BE49-F238E27FC236}">
                    <a16:creationId xmlns="" xmlns:a16="http://schemas.microsoft.com/office/drawing/2014/main" id="{14EE21FB-1D92-0241-ABA5-5E9A6AEE0DC8}"/>
                  </a:ext>
                </a:extLst>
              </p:cNvPr>
              <p:cNvSpPr/>
              <p:nvPr userDrawn="1"/>
            </p:nvSpPr>
            <p:spPr>
              <a:xfrm>
                <a:off x="12315636" y="6403948"/>
                <a:ext cx="911019" cy="462672"/>
              </a:xfrm>
              <a:prstGeom prst="rect">
                <a:avLst/>
              </a:prstGeom>
              <a:solidFill>
                <a:srgbClr val="DDDDDD"/>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ct val="100000"/>
                  </a:lnSpc>
                </a:pPr>
                <a:r>
                  <a:rPr kumimoji="1" lang="mr-IN" altLang="zh-CN" sz="700" b="1" dirty="0">
                    <a:solidFill>
                      <a:schemeClr val="bg1"/>
                    </a:solidFill>
                    <a:latin typeface="Arial" panose="020B0604020202020204" pitchFamily="34" charset="0"/>
                    <a:ea typeface="Arial" charset="0"/>
                    <a:cs typeface="Arial" charset="0"/>
                  </a:rPr>
                  <a:t>RGB</a:t>
                </a:r>
                <a:r>
                  <a:rPr kumimoji="1" lang="en-US" altLang="zh-CN" sz="700" b="1" dirty="0">
                    <a:solidFill>
                      <a:schemeClr val="bg1"/>
                    </a:solidFill>
                    <a:latin typeface="Arial" panose="020B0604020202020204" pitchFamily="34" charset="0"/>
                    <a:ea typeface="Arial" charset="0"/>
                    <a:cs typeface="Arial" charset="0"/>
                  </a:rPr>
                  <a:t> 221</a:t>
                </a:r>
                <a:r>
                  <a:rPr kumimoji="1" lang="mr-IN" altLang="zh-CN" sz="700" b="1" dirty="0">
                    <a:solidFill>
                      <a:schemeClr val="bg1"/>
                    </a:solidFill>
                    <a:latin typeface="Arial" panose="020B0604020202020204" pitchFamily="34" charset="0"/>
                    <a:ea typeface="Arial" charset="0"/>
                    <a:cs typeface="Arial" charset="0"/>
                  </a:rPr>
                  <a:t>/</a:t>
                </a:r>
                <a:r>
                  <a:rPr kumimoji="1" lang="en-US" altLang="zh-CN" sz="700" b="1" dirty="0">
                    <a:solidFill>
                      <a:schemeClr val="bg1"/>
                    </a:solidFill>
                    <a:latin typeface="Arial" panose="020B0604020202020204" pitchFamily="34" charset="0"/>
                    <a:ea typeface="Arial" charset="0"/>
                    <a:cs typeface="Arial" charset="0"/>
                  </a:rPr>
                  <a:t>221/221</a:t>
                </a:r>
                <a:endParaRPr kumimoji="1" lang="mr-IN" altLang="zh-CN" sz="700" b="1" dirty="0">
                  <a:solidFill>
                    <a:schemeClr val="bg1"/>
                  </a:solidFill>
                  <a:latin typeface="Arial" panose="020B0604020202020204" pitchFamily="34" charset="0"/>
                  <a:ea typeface="Arial" charset="0"/>
                  <a:cs typeface="Arial" charset="0"/>
                </a:endParaRPr>
              </a:p>
            </p:txBody>
          </p:sp>
          <p:sp>
            <p:nvSpPr>
              <p:cNvPr id="36" name="矩形 12">
                <a:extLst>
                  <a:ext uri="{FF2B5EF4-FFF2-40B4-BE49-F238E27FC236}">
                    <a16:creationId xmlns="" xmlns:a16="http://schemas.microsoft.com/office/drawing/2014/main" id="{883734A3-2645-434A-9DCC-1416B6C687CC}"/>
                  </a:ext>
                </a:extLst>
              </p:cNvPr>
              <p:cNvSpPr/>
              <p:nvPr userDrawn="1"/>
            </p:nvSpPr>
            <p:spPr>
              <a:xfrm>
                <a:off x="13288175" y="3785971"/>
                <a:ext cx="885201" cy="462672"/>
              </a:xfrm>
              <a:prstGeom prst="rect">
                <a:avLst/>
              </a:prstGeom>
              <a:solidFill>
                <a:srgbClr val="E98C8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ct val="100000"/>
                  </a:lnSpc>
                </a:pPr>
                <a:r>
                  <a:rPr kumimoji="1" lang="mr-IN" altLang="zh-CN" sz="700" b="1" dirty="0">
                    <a:solidFill>
                      <a:schemeClr val="tx2"/>
                    </a:solidFill>
                    <a:latin typeface="Arial" panose="020B0604020202020204" pitchFamily="34" charset="0"/>
                    <a:ea typeface="Arial" charset="0"/>
                    <a:cs typeface="Arial" charset="0"/>
                  </a:rPr>
                  <a:t>RGB</a:t>
                </a:r>
                <a:r>
                  <a:rPr kumimoji="1" lang="en-US" altLang="zh-CN" sz="700" b="1" dirty="0">
                    <a:solidFill>
                      <a:schemeClr val="tx2"/>
                    </a:solidFill>
                    <a:latin typeface="Arial" panose="020B0604020202020204" pitchFamily="34" charset="0"/>
                    <a:ea typeface="Arial" charset="0"/>
                    <a:cs typeface="Arial" charset="0"/>
                  </a:rPr>
                  <a:t> 233</a:t>
                </a:r>
                <a:r>
                  <a:rPr kumimoji="1" lang="mr-IN" altLang="zh-CN" sz="700" b="1" dirty="0">
                    <a:solidFill>
                      <a:schemeClr val="tx2"/>
                    </a:solidFill>
                    <a:latin typeface="Arial" panose="020B0604020202020204" pitchFamily="34" charset="0"/>
                    <a:ea typeface="Arial" charset="0"/>
                    <a:cs typeface="Arial" charset="0"/>
                  </a:rPr>
                  <a:t>/</a:t>
                </a:r>
                <a:r>
                  <a:rPr kumimoji="1" lang="en-US" altLang="zh-CN" sz="700" b="1" dirty="0">
                    <a:solidFill>
                      <a:schemeClr val="tx2"/>
                    </a:solidFill>
                    <a:latin typeface="Arial" panose="020B0604020202020204" pitchFamily="34" charset="0"/>
                    <a:ea typeface="Arial" charset="0"/>
                    <a:cs typeface="Arial" charset="0"/>
                  </a:rPr>
                  <a:t>140/128</a:t>
                </a:r>
                <a:endParaRPr kumimoji="1" lang="mr-IN" altLang="zh-CN" sz="700" b="1" dirty="0">
                  <a:solidFill>
                    <a:schemeClr val="tx2"/>
                  </a:solidFill>
                  <a:latin typeface="Arial" panose="020B0604020202020204" pitchFamily="34" charset="0"/>
                  <a:ea typeface="Arial" charset="0"/>
                  <a:cs typeface="Arial" charset="0"/>
                </a:endParaRPr>
              </a:p>
            </p:txBody>
          </p:sp>
          <p:sp>
            <p:nvSpPr>
              <p:cNvPr id="37" name="矩形 13">
                <a:extLst>
                  <a:ext uri="{FF2B5EF4-FFF2-40B4-BE49-F238E27FC236}">
                    <a16:creationId xmlns="" xmlns:a16="http://schemas.microsoft.com/office/drawing/2014/main" id="{1FF13552-FB3D-134A-A80A-6CFB35DFE1A1}"/>
                  </a:ext>
                </a:extLst>
              </p:cNvPr>
              <p:cNvSpPr/>
              <p:nvPr userDrawn="1"/>
            </p:nvSpPr>
            <p:spPr>
              <a:xfrm>
                <a:off x="13288175" y="3259312"/>
                <a:ext cx="885201" cy="462672"/>
              </a:xfrm>
              <a:prstGeom prst="rect">
                <a:avLst/>
              </a:prstGeom>
              <a:solidFill>
                <a:srgbClr val="A72126"/>
              </a:solidFill>
              <a:ln>
                <a:solidFill>
                  <a:srgbClr val="9F000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ct val="100000"/>
                  </a:lnSpc>
                </a:pPr>
                <a:r>
                  <a:rPr kumimoji="1" lang="mr-IN" altLang="zh-CN" sz="700" b="1" dirty="0">
                    <a:solidFill>
                      <a:schemeClr val="tx2"/>
                    </a:solidFill>
                    <a:latin typeface="Arial" panose="020B0604020202020204" pitchFamily="34" charset="0"/>
                    <a:ea typeface="Arial" charset="0"/>
                    <a:cs typeface="Arial" charset="0"/>
                  </a:rPr>
                  <a:t>RGB</a:t>
                </a:r>
                <a:r>
                  <a:rPr kumimoji="1" lang="en-US" altLang="zh-CN" sz="700" b="1" dirty="0">
                    <a:solidFill>
                      <a:schemeClr val="tx2"/>
                    </a:solidFill>
                    <a:latin typeface="Arial" panose="020B0604020202020204" pitchFamily="34" charset="0"/>
                    <a:ea typeface="Arial" charset="0"/>
                    <a:cs typeface="Arial" charset="0"/>
                  </a:rPr>
                  <a:t> 159</a:t>
                </a:r>
                <a:r>
                  <a:rPr kumimoji="1" lang="mr-IN" altLang="zh-CN" sz="700" b="1" dirty="0">
                    <a:solidFill>
                      <a:schemeClr val="tx2"/>
                    </a:solidFill>
                    <a:latin typeface="Arial" panose="020B0604020202020204" pitchFamily="34" charset="0"/>
                    <a:ea typeface="Arial" charset="0"/>
                    <a:cs typeface="Arial" charset="0"/>
                  </a:rPr>
                  <a:t>/</a:t>
                </a:r>
                <a:r>
                  <a:rPr kumimoji="1" lang="en-US" altLang="zh-CN" sz="700" b="1" dirty="0">
                    <a:solidFill>
                      <a:schemeClr val="tx2"/>
                    </a:solidFill>
                    <a:latin typeface="Arial" panose="020B0604020202020204" pitchFamily="34" charset="0"/>
                    <a:ea typeface="Arial" charset="0"/>
                    <a:cs typeface="Arial" charset="0"/>
                  </a:rPr>
                  <a:t>0/1</a:t>
                </a:r>
                <a:endParaRPr kumimoji="1" lang="mr-IN" altLang="zh-CN" sz="700" b="1" dirty="0">
                  <a:solidFill>
                    <a:schemeClr val="tx2"/>
                  </a:solidFill>
                  <a:latin typeface="Arial" panose="020B0604020202020204" pitchFamily="34" charset="0"/>
                  <a:ea typeface="Arial" charset="0"/>
                  <a:cs typeface="Arial" charset="0"/>
                </a:endParaRPr>
              </a:p>
            </p:txBody>
          </p:sp>
          <p:sp>
            <p:nvSpPr>
              <p:cNvPr id="38" name="矩形 16">
                <a:extLst>
                  <a:ext uri="{FF2B5EF4-FFF2-40B4-BE49-F238E27FC236}">
                    <a16:creationId xmlns="" xmlns:a16="http://schemas.microsoft.com/office/drawing/2014/main" id="{0A96471B-CB12-1443-B01F-C14C9112C149}"/>
                  </a:ext>
                </a:extLst>
              </p:cNvPr>
              <p:cNvSpPr/>
              <p:nvPr userDrawn="1"/>
            </p:nvSpPr>
            <p:spPr>
              <a:xfrm>
                <a:off x="13288175" y="4836793"/>
                <a:ext cx="885201" cy="462672"/>
              </a:xfrm>
              <a:prstGeom prst="rect">
                <a:avLst/>
              </a:prstGeom>
              <a:solidFill>
                <a:srgbClr val="F5DC57"/>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ct val="100000"/>
                  </a:lnSpc>
                </a:pPr>
                <a:r>
                  <a:rPr kumimoji="1" lang="mr-IN" altLang="zh-CN" sz="700" b="1" dirty="0">
                    <a:solidFill>
                      <a:schemeClr val="bg1"/>
                    </a:solidFill>
                    <a:latin typeface="Arial" panose="020B0604020202020204" pitchFamily="34" charset="0"/>
                    <a:ea typeface="Arial" charset="0"/>
                    <a:cs typeface="Arial" charset="0"/>
                  </a:rPr>
                  <a:t>RGB</a:t>
                </a:r>
                <a:r>
                  <a:rPr kumimoji="1" lang="en-US" altLang="zh-CN" sz="700" b="1" dirty="0">
                    <a:solidFill>
                      <a:schemeClr val="bg1"/>
                    </a:solidFill>
                    <a:latin typeface="Arial" panose="020B0604020202020204" pitchFamily="34" charset="0"/>
                    <a:ea typeface="Arial" charset="0"/>
                    <a:cs typeface="Arial" charset="0"/>
                  </a:rPr>
                  <a:t> 245</a:t>
                </a:r>
                <a:r>
                  <a:rPr kumimoji="1" lang="mr-IN" altLang="zh-CN" sz="700" b="1" dirty="0">
                    <a:solidFill>
                      <a:schemeClr val="bg1"/>
                    </a:solidFill>
                    <a:latin typeface="Arial" panose="020B0604020202020204" pitchFamily="34" charset="0"/>
                    <a:ea typeface="Arial" charset="0"/>
                    <a:cs typeface="Arial" charset="0"/>
                  </a:rPr>
                  <a:t>/</a:t>
                </a:r>
                <a:r>
                  <a:rPr kumimoji="1" lang="en-US" altLang="zh-CN" sz="700" b="1" dirty="0">
                    <a:solidFill>
                      <a:schemeClr val="bg1"/>
                    </a:solidFill>
                    <a:latin typeface="Arial" panose="020B0604020202020204" pitchFamily="34" charset="0"/>
                    <a:ea typeface="Arial" charset="0"/>
                    <a:cs typeface="Arial" charset="0"/>
                  </a:rPr>
                  <a:t>220/87</a:t>
                </a:r>
                <a:endParaRPr kumimoji="1" lang="mr-IN" altLang="zh-CN" sz="700" b="1" dirty="0">
                  <a:solidFill>
                    <a:schemeClr val="bg1"/>
                  </a:solidFill>
                  <a:latin typeface="Arial" panose="020B0604020202020204" pitchFamily="34" charset="0"/>
                  <a:ea typeface="Arial" charset="0"/>
                  <a:cs typeface="Arial" charset="0"/>
                </a:endParaRPr>
              </a:p>
            </p:txBody>
          </p:sp>
          <p:sp>
            <p:nvSpPr>
              <p:cNvPr id="39" name="矩形 17">
                <a:extLst>
                  <a:ext uri="{FF2B5EF4-FFF2-40B4-BE49-F238E27FC236}">
                    <a16:creationId xmlns="" xmlns:a16="http://schemas.microsoft.com/office/drawing/2014/main" id="{61890D59-CF8B-1449-A836-3A304EC9A907}"/>
                  </a:ext>
                </a:extLst>
              </p:cNvPr>
              <p:cNvSpPr/>
              <p:nvPr userDrawn="1"/>
            </p:nvSpPr>
            <p:spPr>
              <a:xfrm>
                <a:off x="13288175" y="4319278"/>
                <a:ext cx="885201" cy="462672"/>
              </a:xfrm>
              <a:prstGeom prst="rect">
                <a:avLst/>
              </a:prstGeom>
              <a:solidFill>
                <a:srgbClr val="F085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ct val="100000"/>
                  </a:lnSpc>
                </a:pPr>
                <a:r>
                  <a:rPr kumimoji="1" lang="mr-IN" altLang="zh-CN" sz="700" b="1" dirty="0">
                    <a:solidFill>
                      <a:schemeClr val="tx2"/>
                    </a:solidFill>
                    <a:latin typeface="Arial" panose="020B0604020202020204" pitchFamily="34" charset="0"/>
                    <a:ea typeface="Arial" charset="0"/>
                    <a:cs typeface="Arial" charset="0"/>
                  </a:rPr>
                  <a:t>RGB</a:t>
                </a:r>
                <a:r>
                  <a:rPr kumimoji="1" lang="en-US" altLang="zh-CN" sz="700" b="1" dirty="0">
                    <a:solidFill>
                      <a:schemeClr val="tx2"/>
                    </a:solidFill>
                    <a:latin typeface="Arial" panose="020B0604020202020204" pitchFamily="34" charset="0"/>
                    <a:ea typeface="Arial" charset="0"/>
                    <a:cs typeface="Arial" charset="0"/>
                  </a:rPr>
                  <a:t> 240</a:t>
                </a:r>
                <a:r>
                  <a:rPr kumimoji="1" lang="mr-IN" altLang="zh-CN" sz="700" b="1" dirty="0">
                    <a:solidFill>
                      <a:schemeClr val="tx2"/>
                    </a:solidFill>
                    <a:latin typeface="Arial" panose="020B0604020202020204" pitchFamily="34" charset="0"/>
                    <a:ea typeface="Arial" charset="0"/>
                    <a:cs typeface="Arial" charset="0"/>
                  </a:rPr>
                  <a:t>/</a:t>
                </a:r>
                <a:r>
                  <a:rPr kumimoji="1" lang="en-US" altLang="zh-CN" sz="700" b="1" dirty="0">
                    <a:solidFill>
                      <a:schemeClr val="tx2"/>
                    </a:solidFill>
                    <a:latin typeface="Arial" panose="020B0604020202020204" pitchFamily="34" charset="0"/>
                    <a:ea typeface="Arial" charset="0"/>
                    <a:cs typeface="Arial" charset="0"/>
                  </a:rPr>
                  <a:t>133/0</a:t>
                </a:r>
                <a:endParaRPr kumimoji="1" lang="mr-IN" altLang="zh-CN" sz="700" b="1" dirty="0">
                  <a:solidFill>
                    <a:schemeClr val="tx2"/>
                  </a:solidFill>
                  <a:latin typeface="Arial" panose="020B0604020202020204" pitchFamily="34" charset="0"/>
                  <a:ea typeface="Arial" charset="0"/>
                  <a:cs typeface="Arial" charset="0"/>
                </a:endParaRPr>
              </a:p>
            </p:txBody>
          </p:sp>
          <p:sp>
            <p:nvSpPr>
              <p:cNvPr id="40" name="矩形 18">
                <a:extLst>
                  <a:ext uri="{FF2B5EF4-FFF2-40B4-BE49-F238E27FC236}">
                    <a16:creationId xmlns="" xmlns:a16="http://schemas.microsoft.com/office/drawing/2014/main" id="{0466A1E1-E7C7-FD49-9880-9E44BED19FF5}"/>
                  </a:ext>
                </a:extLst>
              </p:cNvPr>
              <p:cNvSpPr/>
              <p:nvPr userDrawn="1"/>
            </p:nvSpPr>
            <p:spPr>
              <a:xfrm>
                <a:off x="13288171" y="5880294"/>
                <a:ext cx="911019" cy="462672"/>
              </a:xfrm>
              <a:prstGeom prst="rect">
                <a:avLst/>
              </a:prstGeom>
              <a:solidFill>
                <a:srgbClr val="B5B5B5"/>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ct val="100000"/>
                  </a:lnSpc>
                </a:pPr>
                <a:r>
                  <a:rPr kumimoji="1" lang="mr-IN" altLang="zh-CN" sz="700" b="1" dirty="0">
                    <a:solidFill>
                      <a:schemeClr val="tx2"/>
                    </a:solidFill>
                    <a:latin typeface="Arial" panose="020B0604020202020204" pitchFamily="34" charset="0"/>
                    <a:ea typeface="Arial" charset="0"/>
                    <a:cs typeface="Arial" charset="0"/>
                  </a:rPr>
                  <a:t>RGB</a:t>
                </a:r>
                <a:r>
                  <a:rPr kumimoji="1" lang="en-US" altLang="zh-CN" sz="700" b="1" dirty="0">
                    <a:solidFill>
                      <a:schemeClr val="tx2"/>
                    </a:solidFill>
                    <a:latin typeface="Arial" panose="020B0604020202020204" pitchFamily="34" charset="0"/>
                    <a:ea typeface="Arial" charset="0"/>
                    <a:cs typeface="Arial" charset="0"/>
                  </a:rPr>
                  <a:t> 181</a:t>
                </a:r>
                <a:r>
                  <a:rPr kumimoji="1" lang="mr-IN" altLang="zh-CN" sz="700" b="1" dirty="0">
                    <a:solidFill>
                      <a:schemeClr val="tx2"/>
                    </a:solidFill>
                    <a:latin typeface="Arial" panose="020B0604020202020204" pitchFamily="34" charset="0"/>
                    <a:ea typeface="Arial" charset="0"/>
                    <a:cs typeface="Arial" charset="0"/>
                  </a:rPr>
                  <a:t>/</a:t>
                </a:r>
                <a:r>
                  <a:rPr kumimoji="1" lang="en-US" altLang="zh-CN" sz="700" b="1" dirty="0">
                    <a:solidFill>
                      <a:schemeClr val="tx2"/>
                    </a:solidFill>
                    <a:latin typeface="Arial" panose="020B0604020202020204" pitchFamily="34" charset="0"/>
                    <a:ea typeface="Arial" charset="0"/>
                    <a:cs typeface="Arial" charset="0"/>
                  </a:rPr>
                  <a:t>181/181</a:t>
                </a:r>
                <a:endParaRPr kumimoji="1" lang="mr-IN" altLang="zh-CN" sz="700" b="1" dirty="0">
                  <a:solidFill>
                    <a:schemeClr val="tx2"/>
                  </a:solidFill>
                  <a:latin typeface="Arial" panose="020B0604020202020204" pitchFamily="34" charset="0"/>
                  <a:ea typeface="Arial" charset="0"/>
                  <a:cs typeface="Arial" charset="0"/>
                </a:endParaRPr>
              </a:p>
            </p:txBody>
          </p:sp>
          <p:sp>
            <p:nvSpPr>
              <p:cNvPr id="42" name="矩形 19">
                <a:extLst>
                  <a:ext uri="{FF2B5EF4-FFF2-40B4-BE49-F238E27FC236}">
                    <a16:creationId xmlns="" xmlns:a16="http://schemas.microsoft.com/office/drawing/2014/main" id="{B21AD6AC-1275-0142-A9EA-D77B26CB40EF}"/>
                  </a:ext>
                </a:extLst>
              </p:cNvPr>
              <p:cNvSpPr/>
              <p:nvPr userDrawn="1"/>
            </p:nvSpPr>
            <p:spPr>
              <a:xfrm>
                <a:off x="13288171" y="5362779"/>
                <a:ext cx="911019" cy="462672"/>
              </a:xfrm>
              <a:prstGeom prst="rect">
                <a:avLst/>
              </a:prstGeom>
              <a:solidFill>
                <a:srgbClr val="595757"/>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ct val="100000"/>
                  </a:lnSpc>
                </a:pPr>
                <a:r>
                  <a:rPr kumimoji="1" lang="mr-IN" altLang="zh-CN" sz="700" b="1" dirty="0">
                    <a:solidFill>
                      <a:schemeClr val="tx2"/>
                    </a:solidFill>
                    <a:latin typeface="Arial" panose="020B0604020202020204" pitchFamily="34" charset="0"/>
                    <a:ea typeface="Arial" charset="0"/>
                    <a:cs typeface="Arial" charset="0"/>
                  </a:rPr>
                  <a:t>RGB</a:t>
                </a:r>
                <a:r>
                  <a:rPr kumimoji="1" lang="en-US" altLang="zh-CN" sz="700" b="1" dirty="0">
                    <a:solidFill>
                      <a:schemeClr val="tx2"/>
                    </a:solidFill>
                    <a:latin typeface="Arial" panose="020B0604020202020204" pitchFamily="34" charset="0"/>
                    <a:ea typeface="Arial" charset="0"/>
                    <a:cs typeface="Arial" charset="0"/>
                  </a:rPr>
                  <a:t> 89</a:t>
                </a:r>
                <a:r>
                  <a:rPr kumimoji="1" lang="mr-IN" altLang="zh-CN" sz="700" b="1" dirty="0">
                    <a:solidFill>
                      <a:schemeClr val="tx2"/>
                    </a:solidFill>
                    <a:latin typeface="Arial" panose="020B0604020202020204" pitchFamily="34" charset="0"/>
                    <a:ea typeface="Arial" charset="0"/>
                    <a:cs typeface="Arial" charset="0"/>
                  </a:rPr>
                  <a:t>/</a:t>
                </a:r>
                <a:r>
                  <a:rPr kumimoji="1" lang="en-US" altLang="zh-CN" sz="700" b="1" dirty="0">
                    <a:solidFill>
                      <a:schemeClr val="tx2"/>
                    </a:solidFill>
                    <a:latin typeface="Arial" panose="020B0604020202020204" pitchFamily="34" charset="0"/>
                    <a:ea typeface="Arial" charset="0"/>
                    <a:cs typeface="Arial" charset="0"/>
                  </a:rPr>
                  <a:t>87/87</a:t>
                </a:r>
                <a:endParaRPr kumimoji="1" lang="mr-IN" altLang="zh-CN" sz="700" b="1" dirty="0">
                  <a:solidFill>
                    <a:schemeClr val="tx2"/>
                  </a:solidFill>
                  <a:latin typeface="Arial" panose="020B0604020202020204" pitchFamily="34" charset="0"/>
                  <a:ea typeface="Arial" charset="0"/>
                  <a:cs typeface="Arial" charset="0"/>
                </a:endParaRPr>
              </a:p>
            </p:txBody>
          </p:sp>
          <p:sp>
            <p:nvSpPr>
              <p:cNvPr id="43" name="矩形 22">
                <a:extLst>
                  <a:ext uri="{FF2B5EF4-FFF2-40B4-BE49-F238E27FC236}">
                    <a16:creationId xmlns="" xmlns:a16="http://schemas.microsoft.com/office/drawing/2014/main" id="{238BAC2A-AE09-A84D-875D-8472236D6610}"/>
                  </a:ext>
                </a:extLst>
              </p:cNvPr>
              <p:cNvSpPr/>
              <p:nvPr userDrawn="1"/>
            </p:nvSpPr>
            <p:spPr>
              <a:xfrm>
                <a:off x="13288171" y="6403948"/>
                <a:ext cx="911019" cy="462672"/>
              </a:xfrm>
              <a:prstGeom prst="rect">
                <a:avLst/>
              </a:prstGeom>
              <a:solidFill>
                <a:srgbClr val="FFFFFF"/>
              </a:solidFill>
              <a:ln w="6350">
                <a:solidFill>
                  <a:schemeClr val="bg1">
                    <a:lumMod val="10000"/>
                    <a:lumOff val="9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ct val="100000"/>
                  </a:lnSpc>
                </a:pPr>
                <a:r>
                  <a:rPr kumimoji="1" lang="mr-IN" altLang="zh-CN" sz="700" b="1" dirty="0">
                    <a:solidFill>
                      <a:schemeClr val="bg1"/>
                    </a:solidFill>
                    <a:latin typeface="Arial" panose="020B0604020202020204" pitchFamily="34" charset="0"/>
                    <a:ea typeface="Arial" charset="0"/>
                    <a:cs typeface="Arial" charset="0"/>
                  </a:rPr>
                  <a:t>RGB</a:t>
                </a:r>
                <a:r>
                  <a:rPr kumimoji="1" lang="en-US" altLang="zh-CN" sz="700" b="1" dirty="0">
                    <a:solidFill>
                      <a:schemeClr val="bg1"/>
                    </a:solidFill>
                    <a:latin typeface="Arial" panose="020B0604020202020204" pitchFamily="34" charset="0"/>
                    <a:ea typeface="Arial" charset="0"/>
                    <a:cs typeface="Arial" charset="0"/>
                  </a:rPr>
                  <a:t> 255</a:t>
                </a:r>
                <a:r>
                  <a:rPr kumimoji="1" lang="mr-IN" altLang="zh-CN" sz="700" b="1" dirty="0">
                    <a:solidFill>
                      <a:schemeClr val="bg1"/>
                    </a:solidFill>
                    <a:latin typeface="Arial" panose="020B0604020202020204" pitchFamily="34" charset="0"/>
                    <a:ea typeface="Arial" charset="0"/>
                    <a:cs typeface="Arial" charset="0"/>
                  </a:rPr>
                  <a:t>/</a:t>
                </a:r>
                <a:r>
                  <a:rPr kumimoji="1" lang="en-US" altLang="zh-CN" sz="700" b="1" dirty="0">
                    <a:solidFill>
                      <a:schemeClr val="bg1"/>
                    </a:solidFill>
                    <a:latin typeface="Arial" panose="020B0604020202020204" pitchFamily="34" charset="0"/>
                    <a:ea typeface="Arial" charset="0"/>
                    <a:cs typeface="Arial" charset="0"/>
                  </a:rPr>
                  <a:t>255/255</a:t>
                </a:r>
                <a:endParaRPr kumimoji="1" lang="mr-IN" altLang="zh-CN" sz="700" b="1" dirty="0">
                  <a:solidFill>
                    <a:schemeClr val="bg1"/>
                  </a:solidFill>
                  <a:latin typeface="Arial" panose="020B0604020202020204" pitchFamily="34" charset="0"/>
                  <a:ea typeface="Arial" charset="0"/>
                  <a:cs typeface="Arial" charset="0"/>
                </a:endParaRPr>
              </a:p>
            </p:txBody>
          </p:sp>
        </p:grpSp>
      </p:grpSp>
      <p:sp>
        <p:nvSpPr>
          <p:cNvPr id="5" name="CuadroTexto 4">
            <a:extLst>
              <a:ext uri="{FF2B5EF4-FFF2-40B4-BE49-F238E27FC236}">
                <a16:creationId xmlns="" xmlns:a16="http://schemas.microsoft.com/office/drawing/2014/main" id="{3B7791B1-D684-7367-A6BE-FE8B047BF7A9}"/>
              </a:ext>
            </a:extLst>
          </p:cNvPr>
          <p:cNvSpPr txBox="1"/>
          <p:nvPr userDrawn="1">
            <p:extLst>
              <p:ext uri="{1162E1C5-73C7-4A58-AE30-91384D911F3F}">
                <p184:classification xmlns="" xmlns:p184="http://schemas.microsoft.com/office/powerpoint/2018/4/main" val="hdr"/>
              </p:ext>
            </p:extLst>
          </p:nvPr>
        </p:nvSpPr>
        <p:spPr>
          <a:xfrm>
            <a:off x="11083925" y="0"/>
            <a:ext cx="1141413" cy="152400"/>
          </a:xfrm>
          <a:prstGeom prst="rect">
            <a:avLst/>
          </a:prstGeom>
        </p:spPr>
        <p:txBody>
          <a:bodyPr horzOverflow="overflow" lIns="0" tIns="0" rIns="0" bIns="0">
            <a:spAutoFit/>
          </a:bodyPr>
          <a:lstStyle/>
          <a:p>
            <a:pPr algn="l"/>
            <a:r>
              <a:rPr lang="es-AR" sz="1000">
                <a:solidFill>
                  <a:srgbClr val="000000"/>
                </a:solidFill>
                <a:latin typeface="Calibri" panose="020F0502020204030204" pitchFamily="34" charset="0"/>
                <a:cs typeface="Calibri" panose="020F0502020204030204" pitchFamily="34" charset="0"/>
              </a:rPr>
              <a:t>Documento: Personal</a:t>
            </a:r>
          </a:p>
        </p:txBody>
      </p:sp>
    </p:spTree>
    <p:extLst>
      <p:ext uri="{BB962C8B-B14F-4D97-AF65-F5344CB8AC3E}">
        <p14:creationId xmlns:p14="http://schemas.microsoft.com/office/powerpoint/2010/main" val="99056531"/>
      </p:ext>
    </p:extLst>
  </p:cSld>
  <p:clrMap bg1="lt1" tx1="dk1" bg2="lt2" tx2="dk2" accent1="accent1" accent2="accent2" accent3="accent3" accent4="accent4" accent5="accent5" accent6="accent6" hlink="hlink" folHlink="folHlink"/>
  <p:sldLayoutIdLst>
    <p:sldLayoutId id="2147483901" r:id="rId1"/>
  </p:sldLayoutIdLst>
  <p:hf hdr="0" ftr="0" dt="0"/>
  <p:txStyles>
    <p:titleStyle>
      <a:lvl1pPr algn="l" defTabSz="1187798" rtl="0" eaLnBrk="1" latinLnBrk="0" hangingPunct="1">
        <a:lnSpc>
          <a:spcPct val="90000"/>
        </a:lnSpc>
        <a:spcBef>
          <a:spcPct val="0"/>
        </a:spcBef>
        <a:buNone/>
        <a:defRPr sz="5716" kern="1200">
          <a:solidFill>
            <a:schemeClr val="tx1"/>
          </a:solidFill>
          <a:latin typeface="+mj-lt"/>
          <a:ea typeface="+mj-ea"/>
          <a:cs typeface="+mj-cs"/>
        </a:defRPr>
      </a:lvl1pPr>
    </p:titleStyle>
    <p:bodyStyle>
      <a:lvl1pPr marL="296950" indent="-296950" algn="l" defTabSz="1187798" rtl="0" eaLnBrk="1" latinLnBrk="0" hangingPunct="1">
        <a:lnSpc>
          <a:spcPct val="90000"/>
        </a:lnSpc>
        <a:spcBef>
          <a:spcPts val="1299"/>
        </a:spcBef>
        <a:buFont typeface="Arial" panose="020B0604020202020204" pitchFamily="34" charset="0"/>
        <a:buChar char="•"/>
        <a:defRPr sz="3636" kern="1200">
          <a:solidFill>
            <a:schemeClr val="tx1"/>
          </a:solidFill>
          <a:latin typeface="+mn-lt"/>
          <a:ea typeface="+mn-ea"/>
          <a:cs typeface="+mn-cs"/>
        </a:defRPr>
      </a:lvl1pPr>
      <a:lvl2pPr marL="890849" indent="-296950" algn="l" defTabSz="1187798" rtl="0" eaLnBrk="1" latinLnBrk="0" hangingPunct="1">
        <a:lnSpc>
          <a:spcPct val="90000"/>
        </a:lnSpc>
        <a:spcBef>
          <a:spcPts val="650"/>
        </a:spcBef>
        <a:buFont typeface="Arial" panose="020B0604020202020204" pitchFamily="34" charset="0"/>
        <a:buChar char="•"/>
        <a:defRPr sz="3118" kern="1200">
          <a:solidFill>
            <a:schemeClr val="tx1"/>
          </a:solidFill>
          <a:latin typeface="+mn-lt"/>
          <a:ea typeface="+mn-ea"/>
          <a:cs typeface="+mn-cs"/>
        </a:defRPr>
      </a:lvl2pPr>
      <a:lvl3pPr marL="1484748" indent="-296950" algn="l" defTabSz="1187798" rtl="0" eaLnBrk="1" latinLnBrk="0" hangingPunct="1">
        <a:lnSpc>
          <a:spcPct val="90000"/>
        </a:lnSpc>
        <a:spcBef>
          <a:spcPts val="650"/>
        </a:spcBef>
        <a:buFont typeface="Arial" panose="020B0604020202020204" pitchFamily="34" charset="0"/>
        <a:buChar char="•"/>
        <a:defRPr sz="2598" kern="1200">
          <a:solidFill>
            <a:schemeClr val="tx1"/>
          </a:solidFill>
          <a:latin typeface="+mn-lt"/>
          <a:ea typeface="+mn-ea"/>
          <a:cs typeface="+mn-cs"/>
        </a:defRPr>
      </a:lvl3pPr>
      <a:lvl4pPr marL="2078648" indent="-296950" algn="l" defTabSz="1187798" rtl="0" eaLnBrk="1" latinLnBrk="0" hangingPunct="1">
        <a:lnSpc>
          <a:spcPct val="90000"/>
        </a:lnSpc>
        <a:spcBef>
          <a:spcPts val="650"/>
        </a:spcBef>
        <a:buFont typeface="Arial" panose="020B0604020202020204" pitchFamily="34" charset="0"/>
        <a:buChar char="•"/>
        <a:defRPr sz="2338" kern="1200">
          <a:solidFill>
            <a:schemeClr val="tx1"/>
          </a:solidFill>
          <a:latin typeface="+mn-lt"/>
          <a:ea typeface="+mn-ea"/>
          <a:cs typeface="+mn-cs"/>
        </a:defRPr>
      </a:lvl4pPr>
      <a:lvl5pPr marL="2672547" indent="-296950" algn="l" defTabSz="1187798" rtl="0" eaLnBrk="1" latinLnBrk="0" hangingPunct="1">
        <a:lnSpc>
          <a:spcPct val="90000"/>
        </a:lnSpc>
        <a:spcBef>
          <a:spcPts val="650"/>
        </a:spcBef>
        <a:buFont typeface="Arial" panose="020B0604020202020204" pitchFamily="34" charset="0"/>
        <a:buChar char="•"/>
        <a:defRPr sz="2338" kern="1200">
          <a:solidFill>
            <a:schemeClr val="tx1"/>
          </a:solidFill>
          <a:latin typeface="+mn-lt"/>
          <a:ea typeface="+mn-ea"/>
          <a:cs typeface="+mn-cs"/>
        </a:defRPr>
      </a:lvl5pPr>
      <a:lvl6pPr marL="3266447" indent="-296950" algn="l" defTabSz="1187798" rtl="0" eaLnBrk="1" latinLnBrk="0" hangingPunct="1">
        <a:lnSpc>
          <a:spcPct val="90000"/>
        </a:lnSpc>
        <a:spcBef>
          <a:spcPts val="650"/>
        </a:spcBef>
        <a:buFont typeface="Arial" panose="020B0604020202020204" pitchFamily="34" charset="0"/>
        <a:buChar char="•"/>
        <a:defRPr sz="2338" kern="1200">
          <a:solidFill>
            <a:schemeClr val="tx1"/>
          </a:solidFill>
          <a:latin typeface="+mn-lt"/>
          <a:ea typeface="+mn-ea"/>
          <a:cs typeface="+mn-cs"/>
        </a:defRPr>
      </a:lvl6pPr>
      <a:lvl7pPr marL="3860346" indent="-296950" algn="l" defTabSz="1187798" rtl="0" eaLnBrk="1" latinLnBrk="0" hangingPunct="1">
        <a:lnSpc>
          <a:spcPct val="90000"/>
        </a:lnSpc>
        <a:spcBef>
          <a:spcPts val="650"/>
        </a:spcBef>
        <a:buFont typeface="Arial" panose="020B0604020202020204" pitchFamily="34" charset="0"/>
        <a:buChar char="•"/>
        <a:defRPr sz="2338" kern="1200">
          <a:solidFill>
            <a:schemeClr val="tx1"/>
          </a:solidFill>
          <a:latin typeface="+mn-lt"/>
          <a:ea typeface="+mn-ea"/>
          <a:cs typeface="+mn-cs"/>
        </a:defRPr>
      </a:lvl7pPr>
      <a:lvl8pPr marL="4454245" indent="-296950" algn="l" defTabSz="1187798" rtl="0" eaLnBrk="1" latinLnBrk="0" hangingPunct="1">
        <a:lnSpc>
          <a:spcPct val="90000"/>
        </a:lnSpc>
        <a:spcBef>
          <a:spcPts val="650"/>
        </a:spcBef>
        <a:buFont typeface="Arial" panose="020B0604020202020204" pitchFamily="34" charset="0"/>
        <a:buChar char="•"/>
        <a:defRPr sz="2338" kern="1200">
          <a:solidFill>
            <a:schemeClr val="tx1"/>
          </a:solidFill>
          <a:latin typeface="+mn-lt"/>
          <a:ea typeface="+mn-ea"/>
          <a:cs typeface="+mn-cs"/>
        </a:defRPr>
      </a:lvl8pPr>
      <a:lvl9pPr marL="5048144" indent="-296950" algn="l" defTabSz="1187798" rtl="0" eaLnBrk="1" latinLnBrk="0" hangingPunct="1">
        <a:lnSpc>
          <a:spcPct val="90000"/>
        </a:lnSpc>
        <a:spcBef>
          <a:spcPts val="650"/>
        </a:spcBef>
        <a:buFont typeface="Arial" panose="020B0604020202020204" pitchFamily="34" charset="0"/>
        <a:buChar char="•"/>
        <a:defRPr sz="2338" kern="1200">
          <a:solidFill>
            <a:schemeClr val="tx1"/>
          </a:solidFill>
          <a:latin typeface="+mn-lt"/>
          <a:ea typeface="+mn-ea"/>
          <a:cs typeface="+mn-cs"/>
        </a:defRPr>
      </a:lvl9pPr>
    </p:bodyStyle>
    <p:otherStyle>
      <a:defPPr>
        <a:defRPr lang="en-US"/>
      </a:defPPr>
      <a:lvl1pPr marL="0" algn="l" defTabSz="1187798" rtl="0" eaLnBrk="1" latinLnBrk="0" hangingPunct="1">
        <a:defRPr sz="2338" kern="1200">
          <a:solidFill>
            <a:schemeClr val="tx1"/>
          </a:solidFill>
          <a:latin typeface="+mn-lt"/>
          <a:ea typeface="+mn-ea"/>
          <a:cs typeface="+mn-cs"/>
        </a:defRPr>
      </a:lvl1pPr>
      <a:lvl2pPr marL="593900" algn="l" defTabSz="1187798" rtl="0" eaLnBrk="1" latinLnBrk="0" hangingPunct="1">
        <a:defRPr sz="2338" kern="1200">
          <a:solidFill>
            <a:schemeClr val="tx1"/>
          </a:solidFill>
          <a:latin typeface="+mn-lt"/>
          <a:ea typeface="+mn-ea"/>
          <a:cs typeface="+mn-cs"/>
        </a:defRPr>
      </a:lvl2pPr>
      <a:lvl3pPr marL="1187798" algn="l" defTabSz="1187798" rtl="0" eaLnBrk="1" latinLnBrk="0" hangingPunct="1">
        <a:defRPr sz="2338" kern="1200">
          <a:solidFill>
            <a:schemeClr val="tx1"/>
          </a:solidFill>
          <a:latin typeface="+mn-lt"/>
          <a:ea typeface="+mn-ea"/>
          <a:cs typeface="+mn-cs"/>
        </a:defRPr>
      </a:lvl3pPr>
      <a:lvl4pPr marL="1781699" algn="l" defTabSz="1187798" rtl="0" eaLnBrk="1" latinLnBrk="0" hangingPunct="1">
        <a:defRPr sz="2338" kern="1200">
          <a:solidFill>
            <a:schemeClr val="tx1"/>
          </a:solidFill>
          <a:latin typeface="+mn-lt"/>
          <a:ea typeface="+mn-ea"/>
          <a:cs typeface="+mn-cs"/>
        </a:defRPr>
      </a:lvl4pPr>
      <a:lvl5pPr marL="2375598" algn="l" defTabSz="1187798" rtl="0" eaLnBrk="1" latinLnBrk="0" hangingPunct="1">
        <a:defRPr sz="2338" kern="1200">
          <a:solidFill>
            <a:schemeClr val="tx1"/>
          </a:solidFill>
          <a:latin typeface="+mn-lt"/>
          <a:ea typeface="+mn-ea"/>
          <a:cs typeface="+mn-cs"/>
        </a:defRPr>
      </a:lvl5pPr>
      <a:lvl6pPr marL="2969497" algn="l" defTabSz="1187798" rtl="0" eaLnBrk="1" latinLnBrk="0" hangingPunct="1">
        <a:defRPr sz="2338" kern="1200">
          <a:solidFill>
            <a:schemeClr val="tx1"/>
          </a:solidFill>
          <a:latin typeface="+mn-lt"/>
          <a:ea typeface="+mn-ea"/>
          <a:cs typeface="+mn-cs"/>
        </a:defRPr>
      </a:lvl6pPr>
      <a:lvl7pPr marL="3563396" algn="l" defTabSz="1187798" rtl="0" eaLnBrk="1" latinLnBrk="0" hangingPunct="1">
        <a:defRPr sz="2338" kern="1200">
          <a:solidFill>
            <a:schemeClr val="tx1"/>
          </a:solidFill>
          <a:latin typeface="+mn-lt"/>
          <a:ea typeface="+mn-ea"/>
          <a:cs typeface="+mn-cs"/>
        </a:defRPr>
      </a:lvl7pPr>
      <a:lvl8pPr marL="4157297" algn="l" defTabSz="1187798" rtl="0" eaLnBrk="1" latinLnBrk="0" hangingPunct="1">
        <a:defRPr sz="2338" kern="1200">
          <a:solidFill>
            <a:schemeClr val="tx1"/>
          </a:solidFill>
          <a:latin typeface="+mn-lt"/>
          <a:ea typeface="+mn-ea"/>
          <a:cs typeface="+mn-cs"/>
        </a:defRPr>
      </a:lvl8pPr>
      <a:lvl9pPr marL="4751195" algn="l" defTabSz="1187798" rtl="0" eaLnBrk="1" latinLnBrk="0" hangingPunct="1">
        <a:defRPr sz="2338" kern="1200">
          <a:solidFill>
            <a:schemeClr val="tx1"/>
          </a:solidFill>
          <a:latin typeface="+mn-lt"/>
          <a:ea typeface="+mn-ea"/>
          <a:cs typeface="+mn-cs"/>
        </a:defRPr>
      </a:lvl9pPr>
    </p:otherStyle>
  </p:txStyles>
  <p:extLst>
    <p:ext uri="{27BBF7A9-308A-43DC-89C8-2F10F3537804}">
      <p15:sldGuideLst xmlns="" xmlns:p15="http://schemas.microsoft.com/office/powerpoint/2012/main">
        <p15:guide id="1" orient="horz" pos="2161" userDrawn="1">
          <p15:clr>
            <a:srgbClr val="F26B43"/>
          </p15:clr>
        </p15:guide>
        <p15:guide id="2" pos="3842" userDrawn="1">
          <p15:clr>
            <a:srgbClr val="F26B43"/>
          </p15:clr>
        </p15:guide>
        <p15:guide id="3" pos="458" userDrawn="1">
          <p15:clr>
            <a:srgbClr val="F26B43"/>
          </p15:clr>
        </p15:guide>
        <p15:guide id="4" pos="7225" userDrawn="1">
          <p15:clr>
            <a:srgbClr val="F26B43"/>
          </p15:clr>
        </p15:guide>
        <p15:guide id="5" orient="horz" pos="4100" userDrawn="1">
          <p15:clr>
            <a:srgbClr val="F26B43"/>
          </p15:clr>
        </p15:guide>
      </p15:sldGuideLst>
    </p:ext>
  </p:extLst>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solidFill>
          <a:srgbClr val="FFFFFF"/>
        </a:solidFill>
        <a:effectLst/>
      </p:bgPr>
    </p:bg>
    <p:spTree>
      <p:nvGrpSpPr>
        <p:cNvPr id="1" name=""/>
        <p:cNvGrpSpPr/>
        <p:nvPr/>
      </p:nvGrpSpPr>
      <p:grpSpPr>
        <a:xfrm>
          <a:off x="0" y="0"/>
          <a:ext cx="0" cy="0"/>
          <a:chOff x="0" y="0"/>
          <a:chExt cx="0" cy="0"/>
        </a:xfrm>
      </p:grpSpPr>
      <p:sp>
        <p:nvSpPr>
          <p:cNvPr id="3" name="CuadroTexto 2">
            <a:extLst>
              <a:ext uri="{FF2B5EF4-FFF2-40B4-BE49-F238E27FC236}">
                <a16:creationId xmlns="" xmlns:a16="http://schemas.microsoft.com/office/drawing/2014/main" id="{650C5F5F-5B24-C9E9-FA3D-5390D2B8C087}"/>
              </a:ext>
            </a:extLst>
          </p:cNvPr>
          <p:cNvSpPr txBox="1"/>
          <p:nvPr userDrawn="1">
            <p:extLst>
              <p:ext uri="{1162E1C5-73C7-4A58-AE30-91384D911F3F}">
                <p184:classification xmlns="" xmlns:p184="http://schemas.microsoft.com/office/powerpoint/2018/4/main" val="hdr"/>
              </p:ext>
            </p:extLst>
          </p:nvPr>
        </p:nvSpPr>
        <p:spPr>
          <a:xfrm>
            <a:off x="11083925" y="0"/>
            <a:ext cx="1141413" cy="152400"/>
          </a:xfrm>
          <a:prstGeom prst="rect">
            <a:avLst/>
          </a:prstGeom>
        </p:spPr>
        <p:txBody>
          <a:bodyPr horzOverflow="overflow" lIns="0" tIns="0" rIns="0" bIns="0">
            <a:spAutoFit/>
          </a:bodyPr>
          <a:lstStyle/>
          <a:p>
            <a:pPr algn="l"/>
            <a:r>
              <a:rPr lang="es-AR" sz="1000">
                <a:solidFill>
                  <a:srgbClr val="000000"/>
                </a:solidFill>
                <a:latin typeface="Calibri" panose="020F0502020204030204" pitchFamily="34" charset="0"/>
                <a:cs typeface="Calibri" panose="020F0502020204030204" pitchFamily="34" charset="0"/>
              </a:rPr>
              <a:t>Documento: Personal</a:t>
            </a:r>
          </a:p>
        </p:txBody>
      </p:sp>
    </p:spTree>
    <p:extLst>
      <p:ext uri="{BB962C8B-B14F-4D97-AF65-F5344CB8AC3E}">
        <p14:creationId xmlns:p14="http://schemas.microsoft.com/office/powerpoint/2010/main" val="2848406896"/>
      </p:ext>
    </p:extLst>
  </p:cSld>
  <p:clrMap bg1="lt1" tx1="dk1" bg2="lt2" tx2="dk2" accent1="accent1" accent2="accent2" accent3="accent3" accent4="accent4" accent5="accent5" accent6="accent6" hlink="hlink" folHlink="folHlink"/>
  <p:sldLayoutIdLst>
    <p:sldLayoutId id="2147483900" r:id="rId1"/>
    <p:sldLayoutId id="2147483686" r:id="rId2"/>
    <p:sldLayoutId id="2147484228" r:id="rId3"/>
  </p:sldLayoutIdLst>
  <p:hf hdr="0" ftr="0" dt="0"/>
  <p:txStyles>
    <p:titleStyle>
      <a:lvl1pPr algn="l" defTabSz="1187798" rtl="0" eaLnBrk="1" latinLnBrk="0" hangingPunct="1">
        <a:lnSpc>
          <a:spcPct val="90000"/>
        </a:lnSpc>
        <a:spcBef>
          <a:spcPct val="0"/>
        </a:spcBef>
        <a:buNone/>
        <a:defRPr sz="5000" b="0" kern="1200">
          <a:solidFill>
            <a:schemeClr val="tx1"/>
          </a:solidFill>
          <a:latin typeface="Arial" panose="020B0604020202020204" pitchFamily="34" charset="0"/>
          <a:ea typeface="Microsoft YaHei" panose="020B0503020204020204" pitchFamily="34" charset="-122"/>
          <a:cs typeface="Arial" panose="020B0604020202020204" pitchFamily="34" charset="0"/>
        </a:defRPr>
      </a:lvl1pPr>
    </p:titleStyle>
    <p:bodyStyle>
      <a:lvl1pPr marL="0" indent="0" algn="l" defTabSz="1187798" rtl="0" eaLnBrk="1" latinLnBrk="0" hangingPunct="1">
        <a:lnSpc>
          <a:spcPct val="90000"/>
        </a:lnSpc>
        <a:spcBef>
          <a:spcPts val="1299"/>
        </a:spcBef>
        <a:buFont typeface="Arial" panose="020B0604020202020204" pitchFamily="34" charset="0"/>
        <a:buNone/>
        <a:defRPr sz="1819" kern="1200">
          <a:solidFill>
            <a:srgbClr val="FFFFFF"/>
          </a:solidFill>
          <a:latin typeface="Microsoft YaHei" panose="020B0503020204020204" pitchFamily="34" charset="-122"/>
          <a:ea typeface="Microsoft YaHei" panose="020B0503020204020204" pitchFamily="34" charset="-122"/>
          <a:cs typeface="+mn-cs"/>
        </a:defRPr>
      </a:lvl1pPr>
      <a:lvl2pPr marL="593900" indent="0" algn="l" defTabSz="1187798" rtl="0" eaLnBrk="1" latinLnBrk="0" hangingPunct="1">
        <a:lnSpc>
          <a:spcPct val="90000"/>
        </a:lnSpc>
        <a:spcBef>
          <a:spcPts val="650"/>
        </a:spcBef>
        <a:buFont typeface="Arial" panose="020B0604020202020204" pitchFamily="34" charset="0"/>
        <a:buNone/>
        <a:defRPr sz="3118" kern="1200">
          <a:solidFill>
            <a:schemeClr val="tx1"/>
          </a:solidFill>
          <a:latin typeface="+mn-lt"/>
          <a:ea typeface="+mn-ea"/>
          <a:cs typeface="+mn-cs"/>
        </a:defRPr>
      </a:lvl2pPr>
      <a:lvl3pPr marL="1187798" indent="0" algn="l" defTabSz="1187798" rtl="0" eaLnBrk="1" latinLnBrk="0" hangingPunct="1">
        <a:lnSpc>
          <a:spcPct val="90000"/>
        </a:lnSpc>
        <a:spcBef>
          <a:spcPts val="650"/>
        </a:spcBef>
        <a:buFont typeface="Arial" panose="020B0604020202020204" pitchFamily="34" charset="0"/>
        <a:buNone/>
        <a:defRPr sz="2598" kern="1200">
          <a:solidFill>
            <a:schemeClr val="tx1"/>
          </a:solidFill>
          <a:latin typeface="+mn-lt"/>
          <a:ea typeface="+mn-ea"/>
          <a:cs typeface="+mn-cs"/>
        </a:defRPr>
      </a:lvl3pPr>
      <a:lvl4pPr marL="1781699" indent="0" algn="l" defTabSz="1187798" rtl="0" eaLnBrk="1" latinLnBrk="0" hangingPunct="1">
        <a:lnSpc>
          <a:spcPct val="90000"/>
        </a:lnSpc>
        <a:spcBef>
          <a:spcPts val="650"/>
        </a:spcBef>
        <a:buFont typeface="Arial" panose="020B0604020202020204" pitchFamily="34" charset="0"/>
        <a:buNone/>
        <a:defRPr sz="2338" kern="1200">
          <a:solidFill>
            <a:schemeClr val="tx1"/>
          </a:solidFill>
          <a:latin typeface="+mn-lt"/>
          <a:ea typeface="+mn-ea"/>
          <a:cs typeface="+mn-cs"/>
        </a:defRPr>
      </a:lvl4pPr>
      <a:lvl5pPr marL="2375598" indent="0" algn="l" defTabSz="1187798" rtl="0" eaLnBrk="1" latinLnBrk="0" hangingPunct="1">
        <a:lnSpc>
          <a:spcPct val="90000"/>
        </a:lnSpc>
        <a:spcBef>
          <a:spcPts val="650"/>
        </a:spcBef>
        <a:buFont typeface="Arial" panose="020B0604020202020204" pitchFamily="34" charset="0"/>
        <a:buNone/>
        <a:defRPr sz="2338" kern="1200">
          <a:solidFill>
            <a:schemeClr val="tx1"/>
          </a:solidFill>
          <a:latin typeface="+mn-lt"/>
          <a:ea typeface="+mn-ea"/>
          <a:cs typeface="+mn-cs"/>
        </a:defRPr>
      </a:lvl5pPr>
      <a:lvl6pPr marL="3266447" indent="-296950" algn="l" defTabSz="1187798" rtl="0" eaLnBrk="1" latinLnBrk="0" hangingPunct="1">
        <a:lnSpc>
          <a:spcPct val="90000"/>
        </a:lnSpc>
        <a:spcBef>
          <a:spcPts val="650"/>
        </a:spcBef>
        <a:buFont typeface="Arial" panose="020B0604020202020204" pitchFamily="34" charset="0"/>
        <a:buChar char="•"/>
        <a:defRPr sz="2338" kern="1200">
          <a:solidFill>
            <a:schemeClr val="tx1"/>
          </a:solidFill>
          <a:latin typeface="+mn-lt"/>
          <a:ea typeface="+mn-ea"/>
          <a:cs typeface="+mn-cs"/>
        </a:defRPr>
      </a:lvl6pPr>
      <a:lvl7pPr marL="3860346" indent="-296950" algn="l" defTabSz="1187798" rtl="0" eaLnBrk="1" latinLnBrk="0" hangingPunct="1">
        <a:lnSpc>
          <a:spcPct val="90000"/>
        </a:lnSpc>
        <a:spcBef>
          <a:spcPts val="650"/>
        </a:spcBef>
        <a:buFont typeface="Arial" panose="020B0604020202020204" pitchFamily="34" charset="0"/>
        <a:buChar char="•"/>
        <a:defRPr sz="2338" kern="1200">
          <a:solidFill>
            <a:schemeClr val="tx1"/>
          </a:solidFill>
          <a:latin typeface="+mn-lt"/>
          <a:ea typeface="+mn-ea"/>
          <a:cs typeface="+mn-cs"/>
        </a:defRPr>
      </a:lvl7pPr>
      <a:lvl8pPr marL="4454245" indent="-296950" algn="l" defTabSz="1187798" rtl="0" eaLnBrk="1" latinLnBrk="0" hangingPunct="1">
        <a:lnSpc>
          <a:spcPct val="90000"/>
        </a:lnSpc>
        <a:spcBef>
          <a:spcPts val="650"/>
        </a:spcBef>
        <a:buFont typeface="Arial" panose="020B0604020202020204" pitchFamily="34" charset="0"/>
        <a:buChar char="•"/>
        <a:defRPr sz="2338" kern="1200">
          <a:solidFill>
            <a:schemeClr val="tx1"/>
          </a:solidFill>
          <a:latin typeface="+mn-lt"/>
          <a:ea typeface="+mn-ea"/>
          <a:cs typeface="+mn-cs"/>
        </a:defRPr>
      </a:lvl8pPr>
      <a:lvl9pPr marL="5048144" indent="-296950" algn="l" defTabSz="1187798" rtl="0" eaLnBrk="1" latinLnBrk="0" hangingPunct="1">
        <a:lnSpc>
          <a:spcPct val="90000"/>
        </a:lnSpc>
        <a:spcBef>
          <a:spcPts val="650"/>
        </a:spcBef>
        <a:buFont typeface="Arial" panose="020B0604020202020204" pitchFamily="34" charset="0"/>
        <a:buChar char="•"/>
        <a:defRPr sz="2338" kern="1200">
          <a:solidFill>
            <a:schemeClr val="tx1"/>
          </a:solidFill>
          <a:latin typeface="+mn-lt"/>
          <a:ea typeface="+mn-ea"/>
          <a:cs typeface="+mn-cs"/>
        </a:defRPr>
      </a:lvl9pPr>
    </p:bodyStyle>
    <p:otherStyle>
      <a:defPPr>
        <a:defRPr lang="en-US"/>
      </a:defPPr>
      <a:lvl1pPr marL="0" algn="l" defTabSz="1187798" rtl="0" eaLnBrk="1" latinLnBrk="0" hangingPunct="1">
        <a:defRPr sz="2338" kern="1200">
          <a:solidFill>
            <a:schemeClr val="tx1"/>
          </a:solidFill>
          <a:latin typeface="+mn-lt"/>
          <a:ea typeface="+mn-ea"/>
          <a:cs typeface="+mn-cs"/>
        </a:defRPr>
      </a:lvl1pPr>
      <a:lvl2pPr marL="593900" algn="l" defTabSz="1187798" rtl="0" eaLnBrk="1" latinLnBrk="0" hangingPunct="1">
        <a:defRPr sz="2338" kern="1200">
          <a:solidFill>
            <a:schemeClr val="tx1"/>
          </a:solidFill>
          <a:latin typeface="+mn-lt"/>
          <a:ea typeface="+mn-ea"/>
          <a:cs typeface="+mn-cs"/>
        </a:defRPr>
      </a:lvl2pPr>
      <a:lvl3pPr marL="1187798" algn="l" defTabSz="1187798" rtl="0" eaLnBrk="1" latinLnBrk="0" hangingPunct="1">
        <a:defRPr sz="2338" kern="1200">
          <a:solidFill>
            <a:schemeClr val="tx1"/>
          </a:solidFill>
          <a:latin typeface="+mn-lt"/>
          <a:ea typeface="+mn-ea"/>
          <a:cs typeface="+mn-cs"/>
        </a:defRPr>
      </a:lvl3pPr>
      <a:lvl4pPr marL="1781699" algn="l" defTabSz="1187798" rtl="0" eaLnBrk="1" latinLnBrk="0" hangingPunct="1">
        <a:defRPr sz="2338" kern="1200">
          <a:solidFill>
            <a:schemeClr val="tx1"/>
          </a:solidFill>
          <a:latin typeface="+mn-lt"/>
          <a:ea typeface="+mn-ea"/>
          <a:cs typeface="+mn-cs"/>
        </a:defRPr>
      </a:lvl4pPr>
      <a:lvl5pPr marL="2375598" algn="l" defTabSz="1187798" rtl="0" eaLnBrk="1" latinLnBrk="0" hangingPunct="1">
        <a:defRPr sz="2338" kern="1200">
          <a:solidFill>
            <a:schemeClr val="tx1"/>
          </a:solidFill>
          <a:latin typeface="+mn-lt"/>
          <a:ea typeface="+mn-ea"/>
          <a:cs typeface="+mn-cs"/>
        </a:defRPr>
      </a:lvl5pPr>
      <a:lvl6pPr marL="2969497" algn="l" defTabSz="1187798" rtl="0" eaLnBrk="1" latinLnBrk="0" hangingPunct="1">
        <a:defRPr sz="2338" kern="1200">
          <a:solidFill>
            <a:schemeClr val="tx1"/>
          </a:solidFill>
          <a:latin typeface="+mn-lt"/>
          <a:ea typeface="+mn-ea"/>
          <a:cs typeface="+mn-cs"/>
        </a:defRPr>
      </a:lvl6pPr>
      <a:lvl7pPr marL="3563396" algn="l" defTabSz="1187798" rtl="0" eaLnBrk="1" latinLnBrk="0" hangingPunct="1">
        <a:defRPr sz="2338" kern="1200">
          <a:solidFill>
            <a:schemeClr val="tx1"/>
          </a:solidFill>
          <a:latin typeface="+mn-lt"/>
          <a:ea typeface="+mn-ea"/>
          <a:cs typeface="+mn-cs"/>
        </a:defRPr>
      </a:lvl7pPr>
      <a:lvl8pPr marL="4157297" algn="l" defTabSz="1187798" rtl="0" eaLnBrk="1" latinLnBrk="0" hangingPunct="1">
        <a:defRPr sz="2338" kern="1200">
          <a:solidFill>
            <a:schemeClr val="tx1"/>
          </a:solidFill>
          <a:latin typeface="+mn-lt"/>
          <a:ea typeface="+mn-ea"/>
          <a:cs typeface="+mn-cs"/>
        </a:defRPr>
      </a:lvl8pPr>
      <a:lvl9pPr marL="4751195" algn="l" defTabSz="1187798" rtl="0" eaLnBrk="1" latinLnBrk="0" hangingPunct="1">
        <a:defRPr sz="2338" kern="1200">
          <a:solidFill>
            <a:schemeClr val="tx1"/>
          </a:solidFill>
          <a:latin typeface="+mn-lt"/>
          <a:ea typeface="+mn-ea"/>
          <a:cs typeface="+mn-cs"/>
        </a:defRPr>
      </a:lvl9pPr>
    </p:otherStyle>
  </p:txStyles>
  <p:extLst>
    <p:ext uri="{27BBF7A9-308A-43DC-89C8-2F10F3537804}">
      <p15:sldGuideLst xmlns="" xmlns:p15="http://schemas.microsoft.com/office/powerpoint/2012/main">
        <p15:guide id="1" orient="horz" pos="2161" userDrawn="1">
          <p15:clr>
            <a:srgbClr val="F26B43"/>
          </p15:clr>
        </p15:guide>
        <p15:guide id="2" pos="3842" userDrawn="1">
          <p15:clr>
            <a:srgbClr val="F26B43"/>
          </p15:clr>
        </p15:guide>
        <p15:guide id="3" pos="458" userDrawn="1">
          <p15:clr>
            <a:srgbClr val="F26B43"/>
          </p15:clr>
        </p15:guide>
        <p15:guide id="4" pos="7216" userDrawn="1">
          <p15:clr>
            <a:srgbClr val="F26B43"/>
          </p15:clr>
        </p15:guide>
      </p15:sldGuideLst>
    </p:ext>
  </p:extLst>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Pr>
        <a:solidFill>
          <a:srgbClr val="FFFFFF"/>
        </a:solidFill>
        <a:effectLst/>
      </p:bgPr>
    </p:bg>
    <p:spTree>
      <p:nvGrpSpPr>
        <p:cNvPr id="1" name=""/>
        <p:cNvGrpSpPr/>
        <p:nvPr/>
      </p:nvGrpSpPr>
      <p:grpSpPr>
        <a:xfrm>
          <a:off x="0" y="0"/>
          <a:ext cx="0" cy="0"/>
          <a:chOff x="0" y="0"/>
          <a:chExt cx="0" cy="0"/>
        </a:xfrm>
      </p:grpSpPr>
      <p:sp>
        <p:nvSpPr>
          <p:cNvPr id="3" name="TextBox 2">
            <a:extLst>
              <a:ext uri="{FF2B5EF4-FFF2-40B4-BE49-F238E27FC236}">
                <a16:creationId xmlns="" xmlns:a16="http://schemas.microsoft.com/office/drawing/2014/main" id="{6785A3D6-1271-D247-9E96-1B376F4BE7BE}"/>
              </a:ext>
            </a:extLst>
          </p:cNvPr>
          <p:cNvSpPr txBox="1"/>
          <p:nvPr userDrawn="1"/>
        </p:nvSpPr>
        <p:spPr>
          <a:xfrm>
            <a:off x="1095467" y="6356939"/>
            <a:ext cx="2854364" cy="230832"/>
          </a:xfrm>
          <a:prstGeom prst="rect">
            <a:avLst/>
          </a:prstGeom>
          <a:noFill/>
        </p:spPr>
        <p:txBody>
          <a:bodyPr wrap="square" rtlCol="0">
            <a:spAutoFit/>
          </a:bodyPr>
          <a:lstStyle/>
          <a:p>
            <a:r>
              <a:rPr lang="en-US" sz="900" b="0" baseline="0" dirty="0">
                <a:solidFill>
                  <a:srgbClr val="1D1D1B"/>
                </a:solidFill>
                <a:latin typeface="Arial" panose="020B0604020202020204" pitchFamily="34" charset="0"/>
                <a:cs typeface="Arial" panose="020B0604020202020204" pitchFamily="34" charset="0"/>
              </a:rPr>
              <a:t>Huawei Proprietary – Restricted Distribution</a:t>
            </a:r>
          </a:p>
        </p:txBody>
      </p:sp>
      <p:sp>
        <p:nvSpPr>
          <p:cNvPr id="4" name="TextBox 3">
            <a:extLst>
              <a:ext uri="{FF2B5EF4-FFF2-40B4-BE49-F238E27FC236}">
                <a16:creationId xmlns="" xmlns:a16="http://schemas.microsoft.com/office/drawing/2014/main" id="{EABEE2EE-BF4D-7A4A-B3C6-9E47668CCD98}"/>
              </a:ext>
            </a:extLst>
          </p:cNvPr>
          <p:cNvSpPr txBox="1"/>
          <p:nvPr userDrawn="1"/>
        </p:nvSpPr>
        <p:spPr>
          <a:xfrm>
            <a:off x="734131" y="6402806"/>
            <a:ext cx="499729" cy="138499"/>
          </a:xfrm>
          <a:prstGeom prst="rect">
            <a:avLst/>
          </a:prstGeom>
          <a:noFill/>
        </p:spPr>
        <p:txBody>
          <a:bodyPr wrap="square" lIns="0" tIns="0" rIns="0" bIns="0" rtlCol="0">
            <a:spAutoFit/>
          </a:bodyPr>
          <a:lstStyle/>
          <a:p>
            <a:pPr marL="0" marR="0" lvl="0" indent="0" algn="l" defTabSz="890849" rtl="0" eaLnBrk="1" fontAlgn="auto" latinLnBrk="0" hangingPunct="1">
              <a:lnSpc>
                <a:spcPct val="100000"/>
              </a:lnSpc>
              <a:spcBef>
                <a:spcPts val="0"/>
              </a:spcBef>
              <a:spcAft>
                <a:spcPts val="0"/>
              </a:spcAft>
              <a:buClrTx/>
              <a:buSzTx/>
              <a:buFontTx/>
              <a:buNone/>
              <a:tabLst/>
              <a:defRPr/>
            </a:pPr>
            <a:fld id="{C3837181-38C6-AD4F-B8BA-B444770388BB}" type="slidenum">
              <a:rPr lang="en-US" sz="900" smtClean="0">
                <a:solidFill>
                  <a:srgbClr val="1D1D1B"/>
                </a:solidFill>
                <a:latin typeface="Arial" panose="020B0604020202020204" pitchFamily="34" charset="0"/>
                <a:cs typeface="Arial" panose="020B0604020202020204" pitchFamily="34" charset="0"/>
              </a:rPr>
              <a:pPr marL="0" marR="0" lvl="0" indent="0" algn="l" defTabSz="890849" rtl="0" eaLnBrk="1" fontAlgn="auto" latinLnBrk="0" hangingPunct="1">
                <a:lnSpc>
                  <a:spcPct val="100000"/>
                </a:lnSpc>
                <a:spcBef>
                  <a:spcPts val="0"/>
                </a:spcBef>
                <a:spcAft>
                  <a:spcPts val="0"/>
                </a:spcAft>
                <a:buClrTx/>
                <a:buSzTx/>
                <a:buFontTx/>
                <a:buNone/>
                <a:tabLst/>
                <a:defRPr/>
              </a:pPr>
              <a:t>‹Nº›</a:t>
            </a:fld>
            <a:endParaRPr lang="en-US" sz="900" dirty="0">
              <a:solidFill>
                <a:srgbClr val="1D1D1B"/>
              </a:solidFill>
              <a:latin typeface="Arial" panose="020B0604020202020204" pitchFamily="34" charset="0"/>
              <a:cs typeface="Arial" panose="020B0604020202020204" pitchFamily="34" charset="0"/>
            </a:endParaRPr>
          </a:p>
        </p:txBody>
      </p:sp>
      <p:pic>
        <p:nvPicPr>
          <p:cNvPr id="47" name="Picture 46">
            <a:extLst>
              <a:ext uri="{FF2B5EF4-FFF2-40B4-BE49-F238E27FC236}">
                <a16:creationId xmlns="" xmlns:a16="http://schemas.microsoft.com/office/drawing/2014/main" id="{92D9040A-3082-2F49-987E-B51574332EF5}"/>
              </a:ext>
            </a:extLst>
          </p:cNvPr>
          <p:cNvPicPr>
            <a:picLocks noChangeAspect="1"/>
          </p:cNvPicPr>
          <p:nvPr userDrawn="1"/>
        </p:nvPicPr>
        <p:blipFill>
          <a:blip r:embed="rId33" cstate="screen">
            <a:extLst>
              <a:ext uri="{28A0092B-C50C-407E-A947-70E740481C1C}">
                <a14:useLocalDpi xmlns:a14="http://schemas.microsoft.com/office/drawing/2010/main"/>
              </a:ext>
            </a:extLst>
          </a:blip>
          <a:stretch>
            <a:fillRect/>
          </a:stretch>
        </p:blipFill>
        <p:spPr>
          <a:xfrm>
            <a:off x="10196176" y="6323416"/>
            <a:ext cx="1270800" cy="275024"/>
          </a:xfrm>
          <a:prstGeom prst="rect">
            <a:avLst/>
          </a:prstGeom>
        </p:spPr>
      </p:pic>
      <p:grpSp>
        <p:nvGrpSpPr>
          <p:cNvPr id="5" name="Group 87">
            <a:extLst>
              <a:ext uri="{FF2B5EF4-FFF2-40B4-BE49-F238E27FC236}">
                <a16:creationId xmlns="" xmlns:a16="http://schemas.microsoft.com/office/drawing/2014/main" id="{CBB91E99-E194-4FBA-98E8-C8C541AFAD74}"/>
              </a:ext>
            </a:extLst>
          </p:cNvPr>
          <p:cNvGrpSpPr>
            <a:grpSpLocks noChangeAspect="1"/>
          </p:cNvGrpSpPr>
          <p:nvPr userDrawn="1"/>
        </p:nvGrpSpPr>
        <p:grpSpPr>
          <a:xfrm>
            <a:off x="12290470" y="2625389"/>
            <a:ext cx="1967973" cy="4233515"/>
            <a:chOff x="5343885" y="-48857"/>
            <a:chExt cx="3271316" cy="7037279"/>
          </a:xfrm>
        </p:grpSpPr>
        <p:sp>
          <p:nvSpPr>
            <p:cNvPr id="6" name="矩形 13">
              <a:extLst>
                <a:ext uri="{FF2B5EF4-FFF2-40B4-BE49-F238E27FC236}">
                  <a16:creationId xmlns="" xmlns:a16="http://schemas.microsoft.com/office/drawing/2014/main" id="{87062D29-4B3D-43C6-B2F4-87266745F218}"/>
                </a:ext>
              </a:extLst>
            </p:cNvPr>
            <p:cNvSpPr/>
            <p:nvPr userDrawn="1"/>
          </p:nvSpPr>
          <p:spPr>
            <a:xfrm>
              <a:off x="5356401" y="1934171"/>
              <a:ext cx="791510" cy="664397"/>
            </a:xfrm>
            <a:prstGeom prst="rect">
              <a:avLst/>
            </a:prstGeom>
            <a:solidFill>
              <a:srgbClr val="C40054"/>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chemeClr val="tx2"/>
                  </a:solidFill>
                  <a:latin typeface="Arial" panose="020B0604020202020204" pitchFamily="34" charset="0"/>
                  <a:ea typeface="Arial" charset="0"/>
                  <a:cs typeface="Arial" charset="0"/>
                </a:rPr>
                <a:t>RGB</a:t>
              </a:r>
              <a:br>
                <a:rPr kumimoji="1" lang="en-US" altLang="zh-CN" sz="500" b="1" dirty="0">
                  <a:solidFill>
                    <a:schemeClr val="tx2"/>
                  </a:solidFill>
                  <a:latin typeface="Arial" panose="020B0604020202020204" pitchFamily="34" charset="0"/>
                  <a:ea typeface="Arial" charset="0"/>
                  <a:cs typeface="Arial" charset="0"/>
                </a:rPr>
              </a:br>
              <a:r>
                <a:rPr kumimoji="1" lang="en-US" altLang="zh-CN" sz="500" b="1" dirty="0">
                  <a:solidFill>
                    <a:schemeClr val="tx2"/>
                  </a:solidFill>
                  <a:latin typeface="Arial" panose="020B0604020202020204" pitchFamily="34" charset="0"/>
                  <a:ea typeface="Arial" charset="0"/>
                  <a:cs typeface="Arial" charset="0"/>
                </a:rPr>
                <a:t>196/0/84</a:t>
              </a:r>
            </a:p>
          </p:txBody>
        </p:sp>
        <p:sp>
          <p:nvSpPr>
            <p:cNvPr id="7" name="文本框 15">
              <a:extLst>
                <a:ext uri="{FF2B5EF4-FFF2-40B4-BE49-F238E27FC236}">
                  <a16:creationId xmlns="" xmlns:a16="http://schemas.microsoft.com/office/drawing/2014/main" id="{CF04794B-0451-4AF0-8B15-8E5F7B62486B}"/>
                </a:ext>
              </a:extLst>
            </p:cNvPr>
            <p:cNvSpPr txBox="1"/>
            <p:nvPr userDrawn="1"/>
          </p:nvSpPr>
          <p:spPr>
            <a:xfrm>
              <a:off x="5352723" y="1694497"/>
              <a:ext cx="1052647" cy="204645"/>
            </a:xfrm>
            <a:prstGeom prst="rect">
              <a:avLst/>
            </a:prstGeom>
            <a:noFill/>
          </p:spPr>
          <p:txBody>
            <a:bodyPr wrap="square" lIns="0" tIns="0" rIns="0" bIns="0" rtlCol="0" anchor="b" anchorCtr="0">
              <a:spAutoFit/>
            </a:bodyPr>
            <a:lstStyle/>
            <a:p>
              <a:pPr algn="l">
                <a:lnSpc>
                  <a:spcPct val="100000"/>
                </a:lnSpc>
              </a:pPr>
              <a:r>
                <a:rPr kumimoji="1" lang="zh-CN" altLang="en-US" sz="800" b="0" i="0" dirty="0">
                  <a:solidFill>
                    <a:schemeClr val="tx1"/>
                  </a:solidFill>
                  <a:latin typeface="Arial" panose="020B0604020202020204" pitchFamily="34" charset="0"/>
                  <a:ea typeface="Microsoft YaHei" panose="020B0503020204020204" pitchFamily="34" charset="-122"/>
                </a:rPr>
                <a:t>公司辅助色</a:t>
              </a:r>
            </a:p>
          </p:txBody>
        </p:sp>
        <p:sp>
          <p:nvSpPr>
            <p:cNvPr id="8" name="矩形 13">
              <a:extLst>
                <a:ext uri="{FF2B5EF4-FFF2-40B4-BE49-F238E27FC236}">
                  <a16:creationId xmlns="" xmlns:a16="http://schemas.microsoft.com/office/drawing/2014/main" id="{0DBE7A85-19E5-4416-A13E-6FDDFBF0D93F}"/>
                </a:ext>
              </a:extLst>
            </p:cNvPr>
            <p:cNvSpPr/>
            <p:nvPr userDrawn="1"/>
          </p:nvSpPr>
          <p:spPr>
            <a:xfrm>
              <a:off x="6184680" y="1934171"/>
              <a:ext cx="791510" cy="664397"/>
            </a:xfrm>
            <a:prstGeom prst="rect">
              <a:avLst/>
            </a:prstGeom>
            <a:solidFill>
              <a:srgbClr val="CB377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panose="020B0604020202020204" pitchFamily="34" charset="0"/>
                  <a:ea typeface="Arial" charset="0"/>
                  <a:cs typeface="Arial" charset="0"/>
                </a:rPr>
                <a:t>RGB</a:t>
              </a:r>
              <a:br>
                <a:rPr kumimoji="1" lang="en-US" altLang="zh-CN" sz="500" b="1" dirty="0">
                  <a:solidFill>
                    <a:srgbClr val="FFFFFF"/>
                  </a:solidFill>
                  <a:latin typeface="Arial" panose="020B0604020202020204" pitchFamily="34" charset="0"/>
                  <a:ea typeface="Arial" charset="0"/>
                  <a:cs typeface="Arial" charset="0"/>
                </a:rPr>
              </a:br>
              <a:r>
                <a:rPr kumimoji="1" lang="en-US" altLang="zh-CN" sz="500" b="1" dirty="0">
                  <a:solidFill>
                    <a:srgbClr val="FFFFFF"/>
                  </a:solidFill>
                  <a:latin typeface="Arial" panose="020B0604020202020204" pitchFamily="34" charset="0"/>
                  <a:ea typeface="Arial" charset="0"/>
                  <a:cs typeface="Arial" charset="0"/>
                </a:rPr>
                <a:t>203/55/120</a:t>
              </a:r>
            </a:p>
          </p:txBody>
        </p:sp>
        <p:sp>
          <p:nvSpPr>
            <p:cNvPr id="9" name="矩形 13">
              <a:extLst>
                <a:ext uri="{FF2B5EF4-FFF2-40B4-BE49-F238E27FC236}">
                  <a16:creationId xmlns="" xmlns:a16="http://schemas.microsoft.com/office/drawing/2014/main" id="{D0D35BE3-9F1D-49FC-BF5E-47C6902D7165}"/>
                </a:ext>
              </a:extLst>
            </p:cNvPr>
            <p:cNvSpPr/>
            <p:nvPr userDrawn="1"/>
          </p:nvSpPr>
          <p:spPr>
            <a:xfrm>
              <a:off x="5356401" y="3403061"/>
              <a:ext cx="791510" cy="664397"/>
            </a:xfrm>
            <a:prstGeom prst="rect">
              <a:avLst/>
            </a:prstGeom>
            <a:solidFill>
              <a:srgbClr val="ED6D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panose="020B0604020202020204" pitchFamily="34" charset="0"/>
                  <a:ea typeface="Arial" charset="0"/>
                  <a:cs typeface="Arial" charset="0"/>
                </a:rPr>
                <a:t>RGB</a:t>
              </a:r>
              <a:br>
                <a:rPr kumimoji="1" lang="en-US" altLang="zh-CN" sz="500" b="1" dirty="0">
                  <a:solidFill>
                    <a:srgbClr val="FFFFFF"/>
                  </a:solidFill>
                  <a:latin typeface="Arial" panose="020B0604020202020204" pitchFamily="34" charset="0"/>
                  <a:ea typeface="Arial" charset="0"/>
                  <a:cs typeface="Arial" charset="0"/>
                </a:rPr>
              </a:br>
              <a:r>
                <a:rPr kumimoji="1" lang="en-US" altLang="zh-CN" sz="500" b="1" dirty="0">
                  <a:solidFill>
                    <a:srgbClr val="FFFFFF"/>
                  </a:solidFill>
                  <a:latin typeface="Arial" panose="020B0604020202020204" pitchFamily="34" charset="0"/>
                  <a:ea typeface="Arial" charset="0"/>
                  <a:cs typeface="Arial" charset="0"/>
                </a:rPr>
                <a:t>237/109/0</a:t>
              </a:r>
            </a:p>
          </p:txBody>
        </p:sp>
        <p:sp>
          <p:nvSpPr>
            <p:cNvPr id="10" name="矩形 13">
              <a:extLst>
                <a:ext uri="{FF2B5EF4-FFF2-40B4-BE49-F238E27FC236}">
                  <a16:creationId xmlns="" xmlns:a16="http://schemas.microsoft.com/office/drawing/2014/main" id="{A556DFAA-1C6B-4B48-AC0A-CF59626865DB}"/>
                </a:ext>
              </a:extLst>
            </p:cNvPr>
            <p:cNvSpPr/>
            <p:nvPr userDrawn="1"/>
          </p:nvSpPr>
          <p:spPr>
            <a:xfrm>
              <a:off x="6184680" y="2673360"/>
              <a:ext cx="791510" cy="664397"/>
            </a:xfrm>
            <a:prstGeom prst="rect">
              <a:avLst/>
            </a:prstGeom>
            <a:solidFill>
              <a:srgbClr val="993636"/>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78" rtl="0" eaLnBrk="1" fontAlgn="auto" latinLnBrk="0" hangingPunct="1">
                <a:lnSpc>
                  <a:spcPts val="620"/>
                </a:lnSpc>
                <a:spcBef>
                  <a:spcPts val="0"/>
                </a:spcBef>
                <a:spcAft>
                  <a:spcPts val="0"/>
                </a:spcAft>
                <a:buClrTx/>
                <a:buSzTx/>
                <a:buFontTx/>
                <a:buNone/>
                <a:tabLst/>
                <a:defRPr/>
              </a:pPr>
              <a:r>
                <a:rPr kumimoji="1" lang="en-US" altLang="zh-CN" sz="500" b="1" dirty="0">
                  <a:solidFill>
                    <a:srgbClr val="FFFFFF"/>
                  </a:solidFill>
                  <a:latin typeface="Arial" panose="020B0604020202020204" pitchFamily="34" charset="0"/>
                  <a:ea typeface="Arial" charset="0"/>
                  <a:cs typeface="Arial" charset="0"/>
                </a:rPr>
                <a:t>RGB</a:t>
              </a:r>
              <a:br>
                <a:rPr kumimoji="1" lang="en-US" altLang="zh-CN" sz="500" b="1" dirty="0">
                  <a:solidFill>
                    <a:srgbClr val="FFFFFF"/>
                  </a:solidFill>
                  <a:latin typeface="Arial" panose="020B0604020202020204" pitchFamily="34" charset="0"/>
                  <a:ea typeface="Arial" charset="0"/>
                  <a:cs typeface="Arial" charset="0"/>
                </a:rPr>
              </a:br>
              <a:r>
                <a:rPr kumimoji="1" lang="en-US" altLang="zh-CN" sz="500" b="1" dirty="0">
                  <a:solidFill>
                    <a:srgbClr val="FFFFFF"/>
                  </a:solidFill>
                  <a:latin typeface="Arial" panose="020B0604020202020204" pitchFamily="34" charset="0"/>
                  <a:ea typeface="Arial" charset="0"/>
                  <a:cs typeface="Arial" charset="0"/>
                </a:rPr>
                <a:t>153/54/54</a:t>
              </a:r>
            </a:p>
          </p:txBody>
        </p:sp>
        <p:sp>
          <p:nvSpPr>
            <p:cNvPr id="11" name="矩形 13">
              <a:extLst>
                <a:ext uri="{FF2B5EF4-FFF2-40B4-BE49-F238E27FC236}">
                  <a16:creationId xmlns="" xmlns:a16="http://schemas.microsoft.com/office/drawing/2014/main" id="{425D8B17-2E6F-4DA0-98F8-4FA5B19A7F99}"/>
                </a:ext>
              </a:extLst>
            </p:cNvPr>
            <p:cNvSpPr/>
            <p:nvPr userDrawn="1"/>
          </p:nvSpPr>
          <p:spPr>
            <a:xfrm>
              <a:off x="5356401" y="4866463"/>
              <a:ext cx="791510" cy="664397"/>
            </a:xfrm>
            <a:prstGeom prst="rect">
              <a:avLst/>
            </a:prstGeom>
            <a:solidFill>
              <a:srgbClr val="62B23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panose="020B0604020202020204" pitchFamily="34" charset="0"/>
                  <a:ea typeface="Arial" charset="0"/>
                  <a:cs typeface="Arial" charset="0"/>
                </a:rPr>
                <a:t>RGB </a:t>
              </a:r>
              <a:br>
                <a:rPr kumimoji="1" lang="en-US" altLang="zh-CN" sz="500" b="1" dirty="0">
                  <a:solidFill>
                    <a:srgbClr val="FFFFFF"/>
                  </a:solidFill>
                  <a:latin typeface="Arial" panose="020B0604020202020204" pitchFamily="34" charset="0"/>
                  <a:ea typeface="Arial" charset="0"/>
                  <a:cs typeface="Arial" charset="0"/>
                </a:rPr>
              </a:br>
              <a:r>
                <a:rPr kumimoji="1" lang="en-US" altLang="zh-CN" sz="500" b="1" dirty="0">
                  <a:solidFill>
                    <a:srgbClr val="FFFFFF"/>
                  </a:solidFill>
                  <a:latin typeface="Arial" panose="020B0604020202020204" pitchFamily="34" charset="0"/>
                  <a:ea typeface="Arial" charset="0"/>
                  <a:cs typeface="Arial" charset="0"/>
                </a:rPr>
                <a:t>98/178/48</a:t>
              </a:r>
            </a:p>
          </p:txBody>
        </p:sp>
        <p:sp>
          <p:nvSpPr>
            <p:cNvPr id="12" name="矩形 13">
              <a:extLst>
                <a:ext uri="{FF2B5EF4-FFF2-40B4-BE49-F238E27FC236}">
                  <a16:creationId xmlns="" xmlns:a16="http://schemas.microsoft.com/office/drawing/2014/main" id="{18E165AF-76C3-4826-9D25-C14CD69C9C28}"/>
                </a:ext>
              </a:extLst>
            </p:cNvPr>
            <p:cNvSpPr/>
            <p:nvPr userDrawn="1"/>
          </p:nvSpPr>
          <p:spPr>
            <a:xfrm>
              <a:off x="6184680" y="3415851"/>
              <a:ext cx="791510" cy="664397"/>
            </a:xfrm>
            <a:prstGeom prst="rect">
              <a:avLst/>
            </a:prstGeom>
            <a:solidFill>
              <a:srgbClr val="F28944"/>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panose="020B0604020202020204" pitchFamily="34" charset="0"/>
                  <a:ea typeface="Arial" charset="0"/>
                  <a:cs typeface="Arial" charset="0"/>
                </a:rPr>
                <a:t>RGB</a:t>
              </a:r>
              <a:br>
                <a:rPr kumimoji="1" lang="en-US" altLang="zh-CN" sz="500" b="1" dirty="0">
                  <a:solidFill>
                    <a:srgbClr val="FFFFFF"/>
                  </a:solidFill>
                  <a:latin typeface="Arial" panose="020B0604020202020204" pitchFamily="34" charset="0"/>
                  <a:ea typeface="Arial" charset="0"/>
                  <a:cs typeface="Arial" charset="0"/>
                </a:rPr>
              </a:br>
              <a:r>
                <a:rPr kumimoji="1" lang="en-US" altLang="zh-CN" sz="500" b="1" dirty="0">
                  <a:solidFill>
                    <a:srgbClr val="FFFFFF"/>
                  </a:solidFill>
                  <a:latin typeface="Arial" panose="020B0604020202020204" pitchFamily="34" charset="0"/>
                  <a:ea typeface="Arial" charset="0"/>
                  <a:cs typeface="Arial" charset="0"/>
                </a:rPr>
                <a:t>242/137/68</a:t>
              </a:r>
              <a:endParaRPr kumimoji="1" lang="mr-IN" altLang="zh-CN" sz="500" b="1" dirty="0">
                <a:solidFill>
                  <a:srgbClr val="FFFFFF"/>
                </a:solidFill>
                <a:latin typeface="Arial" panose="020B0604020202020204" pitchFamily="34" charset="0"/>
                <a:ea typeface="Arial" charset="0"/>
                <a:cs typeface="Arial" charset="0"/>
              </a:endParaRPr>
            </a:p>
          </p:txBody>
        </p:sp>
        <p:sp>
          <p:nvSpPr>
            <p:cNvPr id="13" name="矩形 13">
              <a:extLst>
                <a:ext uri="{FF2B5EF4-FFF2-40B4-BE49-F238E27FC236}">
                  <a16:creationId xmlns="" xmlns:a16="http://schemas.microsoft.com/office/drawing/2014/main" id="{7402DD78-561C-4E4A-9131-56F32E913BA0}"/>
                </a:ext>
              </a:extLst>
            </p:cNvPr>
            <p:cNvSpPr/>
            <p:nvPr userDrawn="1"/>
          </p:nvSpPr>
          <p:spPr>
            <a:xfrm>
              <a:off x="5353240" y="184963"/>
              <a:ext cx="791510" cy="664397"/>
            </a:xfrm>
            <a:prstGeom prst="rect">
              <a:avLst/>
            </a:prstGeom>
            <a:solidFill>
              <a:srgbClr val="C7000B"/>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chemeClr val="tx2"/>
                  </a:solidFill>
                  <a:latin typeface="Arial" panose="020B0604020202020204" pitchFamily="34" charset="0"/>
                  <a:ea typeface="Arial" charset="0"/>
                  <a:cs typeface="Arial" charset="0"/>
                </a:rPr>
                <a:t>PANTONE 185C</a:t>
              </a:r>
            </a:p>
            <a:p>
              <a:pPr algn="ctr">
                <a:lnSpc>
                  <a:spcPts val="620"/>
                </a:lnSpc>
                <a:spcBef>
                  <a:spcPts val="0"/>
                </a:spcBef>
              </a:pPr>
              <a:r>
                <a:rPr kumimoji="1" lang="en-US" altLang="zh-CN" sz="500" b="1" dirty="0">
                  <a:solidFill>
                    <a:schemeClr val="tx2"/>
                  </a:solidFill>
                  <a:latin typeface="Arial" panose="020B0604020202020204" pitchFamily="34" charset="0"/>
                  <a:ea typeface="Arial" charset="0"/>
                  <a:cs typeface="Arial" charset="0"/>
                </a:rPr>
                <a:t>RGB </a:t>
              </a:r>
              <a:br>
                <a:rPr kumimoji="1" lang="en-US" altLang="zh-CN" sz="500" b="1" dirty="0">
                  <a:solidFill>
                    <a:schemeClr val="tx2"/>
                  </a:solidFill>
                  <a:latin typeface="Arial" panose="020B0604020202020204" pitchFamily="34" charset="0"/>
                  <a:ea typeface="Arial" charset="0"/>
                  <a:cs typeface="Arial" charset="0"/>
                </a:rPr>
              </a:br>
              <a:r>
                <a:rPr kumimoji="1" lang="en-US" altLang="zh-CN" sz="500" b="1" dirty="0">
                  <a:solidFill>
                    <a:schemeClr val="tx2"/>
                  </a:solidFill>
                  <a:latin typeface="Arial" panose="020B0604020202020204" pitchFamily="34" charset="0"/>
                  <a:ea typeface="Arial" charset="0"/>
                  <a:cs typeface="Arial" charset="0"/>
                </a:rPr>
                <a:t>199/0/11  </a:t>
              </a:r>
            </a:p>
          </p:txBody>
        </p:sp>
        <p:sp>
          <p:nvSpPr>
            <p:cNvPr id="14" name="文本框 15">
              <a:extLst>
                <a:ext uri="{FF2B5EF4-FFF2-40B4-BE49-F238E27FC236}">
                  <a16:creationId xmlns="" xmlns:a16="http://schemas.microsoft.com/office/drawing/2014/main" id="{7BE7850B-DB89-4939-8B9F-08E87A592B05}"/>
                </a:ext>
              </a:extLst>
            </p:cNvPr>
            <p:cNvSpPr txBox="1"/>
            <p:nvPr userDrawn="1"/>
          </p:nvSpPr>
          <p:spPr>
            <a:xfrm>
              <a:off x="5343885" y="-48857"/>
              <a:ext cx="726488" cy="204645"/>
            </a:xfrm>
            <a:prstGeom prst="rect">
              <a:avLst/>
            </a:prstGeom>
            <a:noFill/>
          </p:spPr>
          <p:txBody>
            <a:bodyPr wrap="square" lIns="0" tIns="0" rIns="0" bIns="0" rtlCol="0" anchor="b" anchorCtr="0">
              <a:spAutoFit/>
            </a:bodyPr>
            <a:lstStyle/>
            <a:p>
              <a:pPr algn="l">
                <a:lnSpc>
                  <a:spcPct val="100000"/>
                </a:lnSpc>
              </a:pPr>
              <a:r>
                <a:rPr kumimoji="1" lang="zh-CN" altLang="en-US" sz="800" b="0" i="0" dirty="0">
                  <a:solidFill>
                    <a:schemeClr val="tx1"/>
                  </a:solidFill>
                  <a:latin typeface="Arial" panose="020B0604020202020204" pitchFamily="34" charset="0"/>
                  <a:ea typeface="Microsoft YaHei" panose="020B0503020204020204" pitchFamily="34" charset="-122"/>
                </a:rPr>
                <a:t>公司色</a:t>
              </a:r>
            </a:p>
          </p:txBody>
        </p:sp>
        <p:sp>
          <p:nvSpPr>
            <p:cNvPr id="15" name="矩形 13">
              <a:extLst>
                <a:ext uri="{FF2B5EF4-FFF2-40B4-BE49-F238E27FC236}">
                  <a16:creationId xmlns="" xmlns:a16="http://schemas.microsoft.com/office/drawing/2014/main" id="{4821ECEB-5DCD-4780-8BA6-E48654F5DB65}"/>
                </a:ext>
              </a:extLst>
            </p:cNvPr>
            <p:cNvSpPr/>
            <p:nvPr userDrawn="1"/>
          </p:nvSpPr>
          <p:spPr>
            <a:xfrm>
              <a:off x="5352600" y="918047"/>
              <a:ext cx="791510" cy="664397"/>
            </a:xfrm>
            <a:prstGeom prst="rect">
              <a:avLst/>
            </a:prstGeom>
            <a:solidFill>
              <a:srgbClr val="C8102E"/>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chemeClr val="tx2"/>
                  </a:solidFill>
                  <a:latin typeface="Arial" panose="020B0604020202020204" pitchFamily="34" charset="0"/>
                  <a:ea typeface="Arial" charset="0"/>
                  <a:cs typeface="Arial" charset="0"/>
                </a:rPr>
                <a:t>PANTONE 186C</a:t>
              </a:r>
            </a:p>
            <a:p>
              <a:pPr algn="ctr">
                <a:lnSpc>
                  <a:spcPts val="620"/>
                </a:lnSpc>
              </a:pPr>
              <a:r>
                <a:rPr kumimoji="1" lang="en-US" altLang="zh-CN" sz="500" b="1" dirty="0">
                  <a:solidFill>
                    <a:schemeClr val="tx2"/>
                  </a:solidFill>
                  <a:latin typeface="Arial" panose="020B0604020202020204" pitchFamily="34" charset="0"/>
                  <a:ea typeface="Arial" charset="0"/>
                  <a:cs typeface="Arial" charset="0"/>
                </a:rPr>
                <a:t>RGB</a:t>
              </a:r>
              <a:br>
                <a:rPr kumimoji="1" lang="en-US" altLang="zh-CN" sz="500" b="1" dirty="0">
                  <a:solidFill>
                    <a:schemeClr val="tx2"/>
                  </a:solidFill>
                  <a:latin typeface="Arial" panose="020B0604020202020204" pitchFamily="34" charset="0"/>
                  <a:ea typeface="Arial" charset="0"/>
                  <a:cs typeface="Arial" charset="0"/>
                </a:rPr>
              </a:br>
              <a:r>
                <a:rPr kumimoji="1" lang="en-US" altLang="zh-CN" sz="500" b="1" dirty="0">
                  <a:solidFill>
                    <a:schemeClr val="tx2"/>
                  </a:solidFill>
                  <a:latin typeface="Arial" panose="020B0604020202020204" pitchFamily="34" charset="0"/>
                  <a:ea typeface="Arial" charset="0"/>
                  <a:cs typeface="Arial" charset="0"/>
                </a:rPr>
                <a:t>200/16/46  </a:t>
              </a:r>
            </a:p>
          </p:txBody>
        </p:sp>
        <p:sp>
          <p:nvSpPr>
            <p:cNvPr id="16" name="矩形 13">
              <a:extLst>
                <a:ext uri="{FF2B5EF4-FFF2-40B4-BE49-F238E27FC236}">
                  <a16:creationId xmlns="" xmlns:a16="http://schemas.microsoft.com/office/drawing/2014/main" id="{648D93AC-ED6F-4DF5-A58B-A8DB369F7E3A}"/>
                </a:ext>
              </a:extLst>
            </p:cNvPr>
            <p:cNvSpPr/>
            <p:nvPr userDrawn="1"/>
          </p:nvSpPr>
          <p:spPr>
            <a:xfrm>
              <a:off x="5354164" y="2665974"/>
              <a:ext cx="791510" cy="664397"/>
            </a:xfrm>
            <a:prstGeom prst="rect">
              <a:avLst/>
            </a:prstGeom>
            <a:solidFill>
              <a:srgbClr val="7F000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panose="020B0604020202020204" pitchFamily="34" charset="0"/>
                  <a:ea typeface="Arial" charset="0"/>
                  <a:cs typeface="Arial" charset="0"/>
                </a:rPr>
                <a:t>RGB</a:t>
              </a:r>
              <a:br>
                <a:rPr kumimoji="1" lang="en-US" altLang="zh-CN" sz="500" b="1" dirty="0">
                  <a:solidFill>
                    <a:srgbClr val="FFFFFF"/>
                  </a:solidFill>
                  <a:latin typeface="Arial" panose="020B0604020202020204" pitchFamily="34" charset="0"/>
                  <a:ea typeface="Arial" charset="0"/>
                  <a:cs typeface="Arial" charset="0"/>
                </a:rPr>
              </a:br>
              <a:r>
                <a:rPr kumimoji="1" lang="en-US" altLang="zh-CN" sz="500" b="1" dirty="0">
                  <a:solidFill>
                    <a:srgbClr val="FFFFFF"/>
                  </a:solidFill>
                  <a:latin typeface="Arial" panose="020B0604020202020204" pitchFamily="34" charset="0"/>
                  <a:ea typeface="Arial" charset="0"/>
                  <a:cs typeface="Arial" charset="0"/>
                </a:rPr>
                <a:t>127/0/1</a:t>
              </a:r>
            </a:p>
          </p:txBody>
        </p:sp>
        <p:sp>
          <p:nvSpPr>
            <p:cNvPr id="17" name="矩形 13">
              <a:extLst>
                <a:ext uri="{FF2B5EF4-FFF2-40B4-BE49-F238E27FC236}">
                  <a16:creationId xmlns="" xmlns:a16="http://schemas.microsoft.com/office/drawing/2014/main" id="{E3E6EC3D-1867-4ECC-9F16-D29D3271CF3A}"/>
                </a:ext>
              </a:extLst>
            </p:cNvPr>
            <p:cNvSpPr/>
            <p:nvPr userDrawn="1"/>
          </p:nvSpPr>
          <p:spPr>
            <a:xfrm>
              <a:off x="5354164" y="4134866"/>
              <a:ext cx="791510" cy="664397"/>
            </a:xfrm>
            <a:prstGeom prst="rect">
              <a:avLst/>
            </a:prstGeom>
            <a:solidFill>
              <a:srgbClr val="FCC8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panose="020B0604020202020204" pitchFamily="34" charset="0"/>
                  <a:ea typeface="Arial" charset="0"/>
                  <a:cs typeface="Arial" charset="0"/>
                </a:rPr>
                <a:t>RGB</a:t>
              </a:r>
              <a:br>
                <a:rPr kumimoji="1" lang="en-US" altLang="zh-CN" sz="500" b="1" dirty="0">
                  <a:solidFill>
                    <a:srgbClr val="FFFFFF"/>
                  </a:solidFill>
                  <a:latin typeface="Arial" panose="020B0604020202020204" pitchFamily="34" charset="0"/>
                  <a:ea typeface="Arial" charset="0"/>
                  <a:cs typeface="Arial" charset="0"/>
                </a:rPr>
              </a:br>
              <a:r>
                <a:rPr kumimoji="1" lang="en-US" altLang="zh-CN" sz="500" b="1" dirty="0">
                  <a:solidFill>
                    <a:srgbClr val="FFFFFF"/>
                  </a:solidFill>
                  <a:latin typeface="Arial" panose="020B0604020202020204" pitchFamily="34" charset="0"/>
                  <a:ea typeface="Arial" charset="0"/>
                  <a:cs typeface="Arial" charset="0"/>
                </a:rPr>
                <a:t>52/200/0</a:t>
              </a:r>
            </a:p>
          </p:txBody>
        </p:sp>
        <p:sp>
          <p:nvSpPr>
            <p:cNvPr id="18" name="矩形 13">
              <a:extLst>
                <a:ext uri="{FF2B5EF4-FFF2-40B4-BE49-F238E27FC236}">
                  <a16:creationId xmlns="" xmlns:a16="http://schemas.microsoft.com/office/drawing/2014/main" id="{F5E34584-5D8D-4E4C-8F52-24B9319EC2F4}"/>
                </a:ext>
              </a:extLst>
            </p:cNvPr>
            <p:cNvSpPr/>
            <p:nvPr userDrawn="1"/>
          </p:nvSpPr>
          <p:spPr>
            <a:xfrm>
              <a:off x="5354164" y="5596166"/>
              <a:ext cx="791510" cy="664397"/>
            </a:xfrm>
            <a:prstGeom prst="rect">
              <a:avLst/>
            </a:prstGeom>
            <a:solidFill>
              <a:srgbClr val="30B5C5"/>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panose="020B0604020202020204" pitchFamily="34" charset="0"/>
                  <a:ea typeface="Arial" charset="0"/>
                  <a:cs typeface="Arial" charset="0"/>
                </a:rPr>
                <a:t>RGB </a:t>
              </a:r>
              <a:br>
                <a:rPr kumimoji="1" lang="en-US" altLang="zh-CN" sz="500" b="1" dirty="0">
                  <a:solidFill>
                    <a:srgbClr val="FFFFFF"/>
                  </a:solidFill>
                  <a:latin typeface="Arial" panose="020B0604020202020204" pitchFamily="34" charset="0"/>
                  <a:ea typeface="Arial" charset="0"/>
                  <a:cs typeface="Arial" charset="0"/>
                </a:rPr>
              </a:br>
              <a:r>
                <a:rPr kumimoji="1" lang="en-US" altLang="zh-CN" sz="500" b="1" dirty="0">
                  <a:solidFill>
                    <a:srgbClr val="FFFFFF"/>
                  </a:solidFill>
                  <a:latin typeface="Arial" panose="020B0604020202020204" pitchFamily="34" charset="0"/>
                  <a:ea typeface="Arial" charset="0"/>
                  <a:cs typeface="Arial" charset="0"/>
                </a:rPr>
                <a:t>48/181/197</a:t>
              </a:r>
            </a:p>
          </p:txBody>
        </p:sp>
        <p:sp>
          <p:nvSpPr>
            <p:cNvPr id="19" name="矩形 13">
              <a:extLst>
                <a:ext uri="{FF2B5EF4-FFF2-40B4-BE49-F238E27FC236}">
                  <a16:creationId xmlns="" xmlns:a16="http://schemas.microsoft.com/office/drawing/2014/main" id="{861F380C-7EE2-4915-A1B4-2DEC2F665DCD}"/>
                </a:ext>
              </a:extLst>
            </p:cNvPr>
            <p:cNvSpPr/>
            <p:nvPr userDrawn="1"/>
          </p:nvSpPr>
          <p:spPr>
            <a:xfrm>
              <a:off x="6184543" y="4866463"/>
              <a:ext cx="791510" cy="664398"/>
            </a:xfrm>
            <a:prstGeom prst="rect">
              <a:avLst/>
            </a:prstGeom>
            <a:solidFill>
              <a:srgbClr val="81C15F"/>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panose="020B0604020202020204" pitchFamily="34" charset="0"/>
                  <a:ea typeface="Arial" charset="0"/>
                  <a:cs typeface="Arial" charset="0"/>
                </a:rPr>
                <a:t>RGB</a:t>
              </a:r>
              <a:br>
                <a:rPr kumimoji="1" lang="en-US" altLang="zh-CN" sz="500" b="1" dirty="0">
                  <a:solidFill>
                    <a:srgbClr val="FFFFFF"/>
                  </a:solidFill>
                  <a:latin typeface="Arial" panose="020B0604020202020204" pitchFamily="34" charset="0"/>
                  <a:ea typeface="Arial" charset="0"/>
                  <a:cs typeface="Arial" charset="0"/>
                </a:rPr>
              </a:br>
              <a:r>
                <a:rPr kumimoji="1" lang="en-US" altLang="zh-CN" sz="500" b="1" dirty="0">
                  <a:solidFill>
                    <a:srgbClr val="FFFFFF"/>
                  </a:solidFill>
                  <a:latin typeface="Arial" panose="020B0604020202020204" pitchFamily="34" charset="0"/>
                  <a:ea typeface="Arial" charset="0"/>
                  <a:cs typeface="Arial" charset="0"/>
                </a:rPr>
                <a:t>129/193/95</a:t>
              </a:r>
            </a:p>
          </p:txBody>
        </p:sp>
        <p:sp>
          <p:nvSpPr>
            <p:cNvPr id="20" name="矩形 13">
              <a:extLst>
                <a:ext uri="{FF2B5EF4-FFF2-40B4-BE49-F238E27FC236}">
                  <a16:creationId xmlns="" xmlns:a16="http://schemas.microsoft.com/office/drawing/2014/main" id="{FB920400-BC53-45C0-8624-91B8E82BC5D2}"/>
                </a:ext>
              </a:extLst>
            </p:cNvPr>
            <p:cNvSpPr/>
            <p:nvPr userDrawn="1"/>
          </p:nvSpPr>
          <p:spPr>
            <a:xfrm>
              <a:off x="6182308" y="4134866"/>
              <a:ext cx="791510" cy="664398"/>
            </a:xfrm>
            <a:prstGeom prst="rect">
              <a:avLst/>
            </a:prstGeom>
            <a:solidFill>
              <a:srgbClr val="FDD35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panose="020B0604020202020204" pitchFamily="34" charset="0"/>
                  <a:ea typeface="Arial" charset="0"/>
                  <a:cs typeface="Arial" charset="0"/>
                </a:rPr>
                <a:t>RGB</a:t>
              </a:r>
              <a:br>
                <a:rPr kumimoji="1" lang="en-US" altLang="zh-CN" sz="500" b="1" dirty="0">
                  <a:solidFill>
                    <a:srgbClr val="FFFFFF"/>
                  </a:solidFill>
                  <a:latin typeface="Arial" panose="020B0604020202020204" pitchFamily="34" charset="0"/>
                  <a:ea typeface="Arial" charset="0"/>
                  <a:cs typeface="Arial" charset="0"/>
                </a:rPr>
              </a:br>
              <a:r>
                <a:rPr kumimoji="1" lang="en-US" altLang="zh-CN" sz="500" b="1" dirty="0">
                  <a:solidFill>
                    <a:srgbClr val="FFFFFF"/>
                  </a:solidFill>
                  <a:latin typeface="Arial" panose="020B0604020202020204" pitchFamily="34" charset="0"/>
                  <a:ea typeface="Arial" charset="0"/>
                  <a:cs typeface="Arial" charset="0"/>
                </a:rPr>
                <a:t>253/211/81</a:t>
              </a:r>
            </a:p>
          </p:txBody>
        </p:sp>
        <p:sp>
          <p:nvSpPr>
            <p:cNvPr id="21" name="矩形 13">
              <a:extLst>
                <a:ext uri="{FF2B5EF4-FFF2-40B4-BE49-F238E27FC236}">
                  <a16:creationId xmlns="" xmlns:a16="http://schemas.microsoft.com/office/drawing/2014/main" id="{31078EDC-4A9F-43A4-9BA9-907569D85C92}"/>
                </a:ext>
              </a:extLst>
            </p:cNvPr>
            <p:cNvSpPr/>
            <p:nvPr userDrawn="1"/>
          </p:nvSpPr>
          <p:spPr>
            <a:xfrm>
              <a:off x="6177324" y="5596166"/>
              <a:ext cx="791510" cy="664398"/>
            </a:xfrm>
            <a:prstGeom prst="rect">
              <a:avLst/>
            </a:prstGeom>
            <a:solidFill>
              <a:srgbClr val="56C4D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panose="020B0604020202020204" pitchFamily="34" charset="0"/>
                  <a:ea typeface="Arial" charset="0"/>
                  <a:cs typeface="Arial" charset="0"/>
                </a:rPr>
                <a:t>RGB </a:t>
              </a:r>
              <a:br>
                <a:rPr kumimoji="1" lang="en-US" altLang="zh-CN" sz="500" b="1" dirty="0">
                  <a:solidFill>
                    <a:srgbClr val="FFFFFF"/>
                  </a:solidFill>
                  <a:latin typeface="Arial" panose="020B0604020202020204" pitchFamily="34" charset="0"/>
                  <a:ea typeface="Arial" charset="0"/>
                  <a:cs typeface="Arial" charset="0"/>
                </a:rPr>
              </a:br>
              <a:r>
                <a:rPr kumimoji="1" lang="en-US" altLang="zh-CN" sz="500" b="1" dirty="0">
                  <a:solidFill>
                    <a:srgbClr val="FFFFFF"/>
                  </a:solidFill>
                  <a:latin typeface="Arial" panose="020B0604020202020204" pitchFamily="34" charset="0"/>
                  <a:ea typeface="Arial" charset="0"/>
                  <a:cs typeface="Arial" charset="0"/>
                </a:rPr>
                <a:t>86/196/210</a:t>
              </a:r>
            </a:p>
          </p:txBody>
        </p:sp>
        <p:sp>
          <p:nvSpPr>
            <p:cNvPr id="22" name="矩形 13">
              <a:extLst>
                <a:ext uri="{FF2B5EF4-FFF2-40B4-BE49-F238E27FC236}">
                  <a16:creationId xmlns="" xmlns:a16="http://schemas.microsoft.com/office/drawing/2014/main" id="{BF5ECD26-9AAC-4B7D-B7B9-5D3E0A2E9DA4}"/>
                </a:ext>
              </a:extLst>
            </p:cNvPr>
            <p:cNvSpPr/>
            <p:nvPr/>
          </p:nvSpPr>
          <p:spPr>
            <a:xfrm>
              <a:off x="6186245" y="184963"/>
              <a:ext cx="791510" cy="664397"/>
            </a:xfrm>
            <a:prstGeom prst="rect">
              <a:avLst/>
            </a:prstGeom>
            <a:solidFill>
              <a:srgbClr val="D3394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panose="020B0604020202020204" pitchFamily="34" charset="0"/>
                  <a:ea typeface="Arial" charset="0"/>
                  <a:cs typeface="Arial" charset="0"/>
                </a:rPr>
                <a:t>RGB </a:t>
              </a:r>
              <a:br>
                <a:rPr kumimoji="1" lang="en-US" altLang="zh-CN" sz="500" b="1" dirty="0">
                  <a:solidFill>
                    <a:srgbClr val="FFFFFF"/>
                  </a:solidFill>
                  <a:latin typeface="Arial" panose="020B0604020202020204" pitchFamily="34" charset="0"/>
                  <a:ea typeface="Arial" charset="0"/>
                  <a:cs typeface="Arial" charset="0"/>
                </a:rPr>
              </a:br>
              <a:r>
                <a:rPr kumimoji="1" lang="en-US" altLang="zh-CN" sz="500" b="1" dirty="0">
                  <a:solidFill>
                    <a:srgbClr val="FFFFFF"/>
                  </a:solidFill>
                  <a:latin typeface="Arial" panose="020B0604020202020204" pitchFamily="34" charset="0"/>
                  <a:ea typeface="Arial" charset="0"/>
                  <a:cs typeface="Arial" charset="0"/>
                </a:rPr>
                <a:t>211/57/65</a:t>
              </a:r>
            </a:p>
          </p:txBody>
        </p:sp>
        <p:sp>
          <p:nvSpPr>
            <p:cNvPr id="23" name="矩形 13">
              <a:extLst>
                <a:ext uri="{FF2B5EF4-FFF2-40B4-BE49-F238E27FC236}">
                  <a16:creationId xmlns="" xmlns:a16="http://schemas.microsoft.com/office/drawing/2014/main" id="{9D857771-ACBB-41B6-8066-2ED34322E554}"/>
                </a:ext>
              </a:extLst>
            </p:cNvPr>
            <p:cNvSpPr/>
            <p:nvPr/>
          </p:nvSpPr>
          <p:spPr>
            <a:xfrm>
              <a:off x="6185604" y="918047"/>
              <a:ext cx="791510" cy="664397"/>
            </a:xfrm>
            <a:prstGeom prst="rect">
              <a:avLst/>
            </a:prstGeom>
            <a:solidFill>
              <a:srgbClr val="D33859"/>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panose="020B0604020202020204" pitchFamily="34" charset="0"/>
                  <a:ea typeface="Arial" charset="0"/>
                  <a:cs typeface="Arial" charset="0"/>
                </a:rPr>
                <a:t>RGB </a:t>
              </a:r>
            </a:p>
            <a:p>
              <a:pPr algn="ctr">
                <a:lnSpc>
                  <a:spcPts val="620"/>
                </a:lnSpc>
              </a:pPr>
              <a:r>
                <a:rPr kumimoji="1" lang="en-US" altLang="zh-CN" sz="500" b="1" dirty="0">
                  <a:solidFill>
                    <a:srgbClr val="FFFFFF"/>
                  </a:solidFill>
                  <a:latin typeface="Arial" panose="020B0604020202020204" pitchFamily="34" charset="0"/>
                  <a:ea typeface="Arial" charset="0"/>
                  <a:cs typeface="Arial" charset="0"/>
                </a:rPr>
                <a:t>211/56/89</a:t>
              </a:r>
            </a:p>
          </p:txBody>
        </p:sp>
        <p:sp>
          <p:nvSpPr>
            <p:cNvPr id="24" name="矩形 13">
              <a:extLst>
                <a:ext uri="{FF2B5EF4-FFF2-40B4-BE49-F238E27FC236}">
                  <a16:creationId xmlns="" xmlns:a16="http://schemas.microsoft.com/office/drawing/2014/main" id="{E5C2B2E4-7360-4919-AFF0-3278A14D20A3}"/>
                </a:ext>
              </a:extLst>
            </p:cNvPr>
            <p:cNvSpPr/>
            <p:nvPr/>
          </p:nvSpPr>
          <p:spPr>
            <a:xfrm>
              <a:off x="6996262" y="1934171"/>
              <a:ext cx="791510" cy="664397"/>
            </a:xfrm>
            <a:prstGeom prst="rect">
              <a:avLst/>
            </a:prstGeom>
            <a:solidFill>
              <a:srgbClr val="DD80AA"/>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panose="020B0604020202020204" pitchFamily="34" charset="0"/>
                  <a:ea typeface="Arial" charset="0"/>
                  <a:cs typeface="Arial" charset="0"/>
                </a:rPr>
                <a:t>RGB 221/128/170</a:t>
              </a:r>
            </a:p>
          </p:txBody>
        </p:sp>
        <p:sp>
          <p:nvSpPr>
            <p:cNvPr id="25" name="矩形 13">
              <a:extLst>
                <a:ext uri="{FF2B5EF4-FFF2-40B4-BE49-F238E27FC236}">
                  <a16:creationId xmlns="" xmlns:a16="http://schemas.microsoft.com/office/drawing/2014/main" id="{205FF6C6-9AD5-4A14-97CD-DCA40CA434F5}"/>
                </a:ext>
              </a:extLst>
            </p:cNvPr>
            <p:cNvSpPr/>
            <p:nvPr/>
          </p:nvSpPr>
          <p:spPr>
            <a:xfrm>
              <a:off x="6996262" y="2673360"/>
              <a:ext cx="791510" cy="664397"/>
            </a:xfrm>
            <a:prstGeom prst="rect">
              <a:avLst/>
            </a:prstGeom>
            <a:solidFill>
              <a:srgbClr val="BF808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78" rtl="0" eaLnBrk="1" fontAlgn="auto" latinLnBrk="0" hangingPunct="1">
                <a:lnSpc>
                  <a:spcPts val="620"/>
                </a:lnSpc>
                <a:spcBef>
                  <a:spcPts val="0"/>
                </a:spcBef>
                <a:spcAft>
                  <a:spcPts val="0"/>
                </a:spcAft>
                <a:buClrTx/>
                <a:buSzTx/>
                <a:buFontTx/>
                <a:buNone/>
                <a:tabLst/>
                <a:defRPr/>
              </a:pPr>
              <a:r>
                <a:rPr kumimoji="1" lang="en-US" altLang="zh-CN" sz="500" b="1" dirty="0">
                  <a:solidFill>
                    <a:srgbClr val="595757"/>
                  </a:solidFill>
                  <a:latin typeface="Arial" panose="020B0604020202020204" pitchFamily="34" charset="0"/>
                  <a:ea typeface="Arial" charset="0"/>
                  <a:cs typeface="Arial" charset="0"/>
                </a:rPr>
                <a:t>RGB 191/128/130</a:t>
              </a:r>
            </a:p>
          </p:txBody>
        </p:sp>
        <p:sp>
          <p:nvSpPr>
            <p:cNvPr id="26" name="矩形 13">
              <a:extLst>
                <a:ext uri="{FF2B5EF4-FFF2-40B4-BE49-F238E27FC236}">
                  <a16:creationId xmlns="" xmlns:a16="http://schemas.microsoft.com/office/drawing/2014/main" id="{569590BE-ACA3-4165-A3C8-EF0EC6DE1F37}"/>
                </a:ext>
              </a:extLst>
            </p:cNvPr>
            <p:cNvSpPr/>
            <p:nvPr/>
          </p:nvSpPr>
          <p:spPr>
            <a:xfrm>
              <a:off x="6996262" y="3415851"/>
              <a:ext cx="791510" cy="664397"/>
            </a:xfrm>
            <a:prstGeom prst="rect">
              <a:avLst/>
            </a:prstGeom>
            <a:solidFill>
              <a:srgbClr val="F6B78C"/>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panose="020B0604020202020204" pitchFamily="34" charset="0"/>
                  <a:ea typeface="Arial" charset="0"/>
                  <a:cs typeface="Arial" charset="0"/>
                </a:rPr>
                <a:t>RGB 246/183/140</a:t>
              </a:r>
              <a:endParaRPr kumimoji="1" lang="mr-IN" altLang="zh-CN" sz="500" b="1" dirty="0">
                <a:solidFill>
                  <a:srgbClr val="595757"/>
                </a:solidFill>
                <a:latin typeface="Arial" panose="020B0604020202020204" pitchFamily="34" charset="0"/>
                <a:ea typeface="Arial" charset="0"/>
                <a:cs typeface="Arial" charset="0"/>
              </a:endParaRPr>
            </a:p>
          </p:txBody>
        </p:sp>
        <p:sp>
          <p:nvSpPr>
            <p:cNvPr id="27" name="矩形 13">
              <a:extLst>
                <a:ext uri="{FF2B5EF4-FFF2-40B4-BE49-F238E27FC236}">
                  <a16:creationId xmlns="" xmlns:a16="http://schemas.microsoft.com/office/drawing/2014/main" id="{A948AC6C-3900-47EE-9D2B-DAAC34E5977E}"/>
                </a:ext>
              </a:extLst>
            </p:cNvPr>
            <p:cNvSpPr/>
            <p:nvPr/>
          </p:nvSpPr>
          <p:spPr>
            <a:xfrm>
              <a:off x="7006093" y="4866463"/>
              <a:ext cx="791510" cy="664397"/>
            </a:xfrm>
            <a:prstGeom prst="rect">
              <a:avLst/>
            </a:prstGeom>
            <a:solidFill>
              <a:srgbClr val="AFD89C"/>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panose="020B0604020202020204" pitchFamily="34" charset="0"/>
                  <a:ea typeface="Arial" charset="0"/>
                  <a:cs typeface="Arial" charset="0"/>
                </a:rPr>
                <a:t>RGB 176/216/156</a:t>
              </a:r>
            </a:p>
          </p:txBody>
        </p:sp>
        <p:sp>
          <p:nvSpPr>
            <p:cNvPr id="28" name="矩形 13">
              <a:extLst>
                <a:ext uri="{FF2B5EF4-FFF2-40B4-BE49-F238E27FC236}">
                  <a16:creationId xmlns="" xmlns:a16="http://schemas.microsoft.com/office/drawing/2014/main" id="{00E044ED-DB0C-4B5B-AA77-2ED06094E771}"/>
                </a:ext>
              </a:extLst>
            </p:cNvPr>
            <p:cNvSpPr/>
            <p:nvPr/>
          </p:nvSpPr>
          <p:spPr>
            <a:xfrm>
              <a:off x="7003856" y="4134866"/>
              <a:ext cx="791510" cy="664397"/>
            </a:xfrm>
            <a:prstGeom prst="rect">
              <a:avLst/>
            </a:prstGeom>
            <a:solidFill>
              <a:srgbClr val="FDE397"/>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panose="020B0604020202020204" pitchFamily="34" charset="0"/>
                  <a:ea typeface="Arial" charset="0"/>
                  <a:cs typeface="Arial" charset="0"/>
                </a:rPr>
                <a:t>RGB 253/227/181</a:t>
              </a:r>
            </a:p>
          </p:txBody>
        </p:sp>
        <p:sp>
          <p:nvSpPr>
            <p:cNvPr id="29" name="矩形 13">
              <a:extLst>
                <a:ext uri="{FF2B5EF4-FFF2-40B4-BE49-F238E27FC236}">
                  <a16:creationId xmlns="" xmlns:a16="http://schemas.microsoft.com/office/drawing/2014/main" id="{AF4BCC50-7A8D-4CF9-9D32-45E989EE069A}"/>
                </a:ext>
              </a:extLst>
            </p:cNvPr>
            <p:cNvSpPr/>
            <p:nvPr/>
          </p:nvSpPr>
          <p:spPr>
            <a:xfrm>
              <a:off x="7003856" y="5596166"/>
              <a:ext cx="791510" cy="664397"/>
            </a:xfrm>
            <a:prstGeom prst="rect">
              <a:avLst/>
            </a:prstGeom>
            <a:solidFill>
              <a:srgbClr val="94DAE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panose="020B0604020202020204" pitchFamily="34" charset="0"/>
                  <a:ea typeface="Arial" charset="0"/>
                  <a:cs typeface="Arial" charset="0"/>
                </a:rPr>
                <a:t>RGB 148/218/226</a:t>
              </a:r>
            </a:p>
          </p:txBody>
        </p:sp>
        <p:sp>
          <p:nvSpPr>
            <p:cNvPr id="30" name="矩形 13">
              <a:extLst>
                <a:ext uri="{FF2B5EF4-FFF2-40B4-BE49-F238E27FC236}">
                  <a16:creationId xmlns="" xmlns:a16="http://schemas.microsoft.com/office/drawing/2014/main" id="{CE13758F-40BE-46B4-B658-12AE1F130F54}"/>
                </a:ext>
              </a:extLst>
            </p:cNvPr>
            <p:cNvSpPr/>
            <p:nvPr/>
          </p:nvSpPr>
          <p:spPr>
            <a:xfrm>
              <a:off x="6997826" y="184963"/>
              <a:ext cx="791510" cy="664397"/>
            </a:xfrm>
            <a:prstGeom prst="rect">
              <a:avLst/>
            </a:prstGeom>
            <a:solidFill>
              <a:srgbClr val="E28189"/>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panose="020B0604020202020204" pitchFamily="34" charset="0"/>
                  <a:ea typeface="Arial" charset="0"/>
                  <a:cs typeface="Arial" charset="0"/>
                </a:rPr>
                <a:t>RGB 226/129/137</a:t>
              </a:r>
            </a:p>
          </p:txBody>
        </p:sp>
        <p:sp>
          <p:nvSpPr>
            <p:cNvPr id="31" name="矩形 13">
              <a:extLst>
                <a:ext uri="{FF2B5EF4-FFF2-40B4-BE49-F238E27FC236}">
                  <a16:creationId xmlns="" xmlns:a16="http://schemas.microsoft.com/office/drawing/2014/main" id="{0F7F976C-16D5-4D99-9DA3-F8F819C590B4}"/>
                </a:ext>
              </a:extLst>
            </p:cNvPr>
            <p:cNvSpPr/>
            <p:nvPr/>
          </p:nvSpPr>
          <p:spPr>
            <a:xfrm>
              <a:off x="6997185" y="918047"/>
              <a:ext cx="791510" cy="664397"/>
            </a:xfrm>
            <a:prstGeom prst="rect">
              <a:avLst/>
            </a:prstGeom>
            <a:solidFill>
              <a:srgbClr val="E2819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panose="020B0604020202020204" pitchFamily="34" charset="0"/>
                  <a:ea typeface="Arial" charset="0"/>
                  <a:cs typeface="Arial" charset="0"/>
                </a:rPr>
                <a:t>RGB 226/129/152</a:t>
              </a:r>
            </a:p>
          </p:txBody>
        </p:sp>
        <p:sp>
          <p:nvSpPr>
            <p:cNvPr id="32" name="矩形 13">
              <a:extLst>
                <a:ext uri="{FF2B5EF4-FFF2-40B4-BE49-F238E27FC236}">
                  <a16:creationId xmlns="" xmlns:a16="http://schemas.microsoft.com/office/drawing/2014/main" id="{4EC6DA09-C57C-4765-A960-35241AA4D022}"/>
                </a:ext>
              </a:extLst>
            </p:cNvPr>
            <p:cNvSpPr/>
            <p:nvPr userDrawn="1"/>
          </p:nvSpPr>
          <p:spPr>
            <a:xfrm>
              <a:off x="7806130" y="1934171"/>
              <a:ext cx="791510" cy="664397"/>
            </a:xfrm>
            <a:prstGeom prst="rect">
              <a:avLst/>
            </a:prstGeom>
            <a:solidFill>
              <a:srgbClr val="EBB3CC"/>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panose="020B0604020202020204" pitchFamily="34" charset="0"/>
                  <a:ea typeface="Arial" charset="0"/>
                  <a:cs typeface="Arial" charset="0"/>
                </a:rPr>
                <a:t>RGB 235/179/204</a:t>
              </a:r>
            </a:p>
          </p:txBody>
        </p:sp>
        <p:sp>
          <p:nvSpPr>
            <p:cNvPr id="33" name="矩形 13">
              <a:extLst>
                <a:ext uri="{FF2B5EF4-FFF2-40B4-BE49-F238E27FC236}">
                  <a16:creationId xmlns="" xmlns:a16="http://schemas.microsoft.com/office/drawing/2014/main" id="{3736C081-FFDA-43EE-911D-ED4CF1851E34}"/>
                </a:ext>
              </a:extLst>
            </p:cNvPr>
            <p:cNvSpPr/>
            <p:nvPr/>
          </p:nvSpPr>
          <p:spPr>
            <a:xfrm>
              <a:off x="7806130" y="2673360"/>
              <a:ext cx="791510" cy="664397"/>
            </a:xfrm>
            <a:prstGeom prst="rect">
              <a:avLst/>
            </a:prstGeom>
            <a:solidFill>
              <a:srgbClr val="D8B3B3"/>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78" rtl="0" eaLnBrk="1" fontAlgn="auto" latinLnBrk="0" hangingPunct="1">
                <a:lnSpc>
                  <a:spcPts val="620"/>
                </a:lnSpc>
                <a:spcBef>
                  <a:spcPts val="0"/>
                </a:spcBef>
                <a:spcAft>
                  <a:spcPts val="0"/>
                </a:spcAft>
                <a:buClrTx/>
                <a:buSzTx/>
                <a:buFontTx/>
                <a:buNone/>
                <a:tabLst/>
                <a:defRPr/>
              </a:pPr>
              <a:r>
                <a:rPr kumimoji="1" lang="en-US" altLang="zh-CN" sz="500" b="1" dirty="0">
                  <a:solidFill>
                    <a:srgbClr val="595757"/>
                  </a:solidFill>
                  <a:latin typeface="Arial" panose="020B0604020202020204" pitchFamily="34" charset="0"/>
                  <a:ea typeface="Arial" charset="0"/>
                  <a:cs typeface="Arial" charset="0"/>
                </a:rPr>
                <a:t>RGB 216/179/179</a:t>
              </a:r>
            </a:p>
          </p:txBody>
        </p:sp>
        <p:sp>
          <p:nvSpPr>
            <p:cNvPr id="34" name="矩形 13">
              <a:extLst>
                <a:ext uri="{FF2B5EF4-FFF2-40B4-BE49-F238E27FC236}">
                  <a16:creationId xmlns="" xmlns:a16="http://schemas.microsoft.com/office/drawing/2014/main" id="{D7DD5600-BA67-4684-B31D-5D51E301D21F}"/>
                </a:ext>
              </a:extLst>
            </p:cNvPr>
            <p:cNvSpPr/>
            <p:nvPr/>
          </p:nvSpPr>
          <p:spPr>
            <a:xfrm>
              <a:off x="7811114" y="3415851"/>
              <a:ext cx="791510" cy="664398"/>
            </a:xfrm>
            <a:prstGeom prst="rect">
              <a:avLst/>
            </a:prstGeom>
            <a:solidFill>
              <a:srgbClr val="FAD3BB"/>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panose="020B0604020202020204" pitchFamily="34" charset="0"/>
                  <a:ea typeface="Arial" charset="0"/>
                  <a:cs typeface="Arial" charset="0"/>
                </a:rPr>
                <a:t>RGB 250/211/187</a:t>
              </a:r>
              <a:endParaRPr kumimoji="1" lang="mr-IN" altLang="zh-CN" sz="500" b="1" dirty="0">
                <a:solidFill>
                  <a:srgbClr val="595757"/>
                </a:solidFill>
                <a:latin typeface="Arial" panose="020B0604020202020204" pitchFamily="34" charset="0"/>
                <a:ea typeface="Arial" charset="0"/>
                <a:cs typeface="Arial" charset="0"/>
              </a:endParaRPr>
            </a:p>
          </p:txBody>
        </p:sp>
        <p:sp>
          <p:nvSpPr>
            <p:cNvPr id="35" name="矩形 13">
              <a:extLst>
                <a:ext uri="{FF2B5EF4-FFF2-40B4-BE49-F238E27FC236}">
                  <a16:creationId xmlns="" xmlns:a16="http://schemas.microsoft.com/office/drawing/2014/main" id="{BC3B5A4E-6C32-4D05-AF55-90FF1B2229EE}"/>
                </a:ext>
              </a:extLst>
            </p:cNvPr>
            <p:cNvSpPr/>
            <p:nvPr/>
          </p:nvSpPr>
          <p:spPr>
            <a:xfrm>
              <a:off x="7820945" y="4866463"/>
              <a:ext cx="791510" cy="664398"/>
            </a:xfrm>
            <a:prstGeom prst="rect">
              <a:avLst/>
            </a:prstGeom>
            <a:solidFill>
              <a:srgbClr val="D0E8C4"/>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panose="020B0604020202020204" pitchFamily="34" charset="0"/>
                  <a:ea typeface="Arial" charset="0"/>
                  <a:cs typeface="Arial" charset="0"/>
                </a:rPr>
                <a:t>RGB 208/232/196</a:t>
              </a:r>
            </a:p>
          </p:txBody>
        </p:sp>
        <p:sp>
          <p:nvSpPr>
            <p:cNvPr id="36" name="矩形 13">
              <a:extLst>
                <a:ext uri="{FF2B5EF4-FFF2-40B4-BE49-F238E27FC236}">
                  <a16:creationId xmlns="" xmlns:a16="http://schemas.microsoft.com/office/drawing/2014/main" id="{F88EA78A-8884-4B54-B1DC-FEF751661CA0}"/>
                </a:ext>
              </a:extLst>
            </p:cNvPr>
            <p:cNvSpPr/>
            <p:nvPr/>
          </p:nvSpPr>
          <p:spPr>
            <a:xfrm>
              <a:off x="7818707" y="4134866"/>
              <a:ext cx="791510" cy="664398"/>
            </a:xfrm>
            <a:prstGeom prst="rect">
              <a:avLst/>
            </a:prstGeom>
            <a:solidFill>
              <a:srgbClr val="FEEEC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panose="020B0604020202020204" pitchFamily="34" charset="0"/>
                  <a:ea typeface="Arial" charset="0"/>
                  <a:cs typeface="Arial" charset="0"/>
                </a:rPr>
                <a:t>RGB 254/238/193</a:t>
              </a:r>
            </a:p>
          </p:txBody>
        </p:sp>
        <p:sp>
          <p:nvSpPr>
            <p:cNvPr id="37" name="矩形 13">
              <a:extLst>
                <a:ext uri="{FF2B5EF4-FFF2-40B4-BE49-F238E27FC236}">
                  <a16:creationId xmlns="" xmlns:a16="http://schemas.microsoft.com/office/drawing/2014/main" id="{30D76234-18BB-4226-91F3-496541FDB173}"/>
                </a:ext>
              </a:extLst>
            </p:cNvPr>
            <p:cNvSpPr/>
            <p:nvPr/>
          </p:nvSpPr>
          <p:spPr>
            <a:xfrm>
              <a:off x="7823691" y="5596166"/>
              <a:ext cx="791510" cy="664398"/>
            </a:xfrm>
            <a:prstGeom prst="rect">
              <a:avLst/>
            </a:prstGeom>
            <a:solidFill>
              <a:srgbClr val="BEE9EE"/>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panose="020B0604020202020204" pitchFamily="34" charset="0"/>
                  <a:ea typeface="Arial" charset="0"/>
                  <a:cs typeface="Arial" charset="0"/>
                </a:rPr>
                <a:t>RGB</a:t>
              </a:r>
              <a:br>
                <a:rPr kumimoji="1" lang="en-US" altLang="zh-CN" sz="500" b="1" dirty="0">
                  <a:solidFill>
                    <a:srgbClr val="595757"/>
                  </a:solidFill>
                  <a:latin typeface="Arial" panose="020B0604020202020204" pitchFamily="34" charset="0"/>
                  <a:ea typeface="Arial" charset="0"/>
                  <a:cs typeface="Arial" charset="0"/>
                </a:rPr>
              </a:br>
              <a:r>
                <a:rPr kumimoji="1" lang="en-US" altLang="zh-CN" sz="500" b="1" dirty="0">
                  <a:solidFill>
                    <a:srgbClr val="595757"/>
                  </a:solidFill>
                  <a:latin typeface="Arial" panose="020B0604020202020204" pitchFamily="34" charset="0"/>
                  <a:ea typeface="Arial" charset="0"/>
                  <a:cs typeface="Arial" charset="0"/>
                </a:rPr>
                <a:t>190/233/238</a:t>
              </a:r>
            </a:p>
          </p:txBody>
        </p:sp>
        <p:sp>
          <p:nvSpPr>
            <p:cNvPr id="38" name="矩形 13">
              <a:extLst>
                <a:ext uri="{FF2B5EF4-FFF2-40B4-BE49-F238E27FC236}">
                  <a16:creationId xmlns="" xmlns:a16="http://schemas.microsoft.com/office/drawing/2014/main" id="{742E2780-BD5E-413B-9BE8-96DFFF8B5649}"/>
                </a:ext>
              </a:extLst>
            </p:cNvPr>
            <p:cNvSpPr/>
            <p:nvPr/>
          </p:nvSpPr>
          <p:spPr>
            <a:xfrm>
              <a:off x="7807694" y="184963"/>
              <a:ext cx="791510" cy="664397"/>
            </a:xfrm>
            <a:prstGeom prst="rect">
              <a:avLst/>
            </a:prstGeom>
            <a:solidFill>
              <a:srgbClr val="EEB3B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panose="020B0604020202020204" pitchFamily="34" charset="0"/>
                  <a:ea typeface="Arial" charset="0"/>
                  <a:cs typeface="Arial" charset="0"/>
                </a:rPr>
                <a:t>RGB 239/178/184</a:t>
              </a:r>
            </a:p>
          </p:txBody>
        </p:sp>
        <p:sp>
          <p:nvSpPr>
            <p:cNvPr id="39" name="矩形 13">
              <a:extLst>
                <a:ext uri="{FF2B5EF4-FFF2-40B4-BE49-F238E27FC236}">
                  <a16:creationId xmlns="" xmlns:a16="http://schemas.microsoft.com/office/drawing/2014/main" id="{89CF25F0-ACC6-4FC4-948A-BCE4A802FD25}"/>
                </a:ext>
              </a:extLst>
            </p:cNvPr>
            <p:cNvSpPr/>
            <p:nvPr/>
          </p:nvSpPr>
          <p:spPr>
            <a:xfrm>
              <a:off x="7807054" y="918047"/>
              <a:ext cx="791510" cy="664397"/>
            </a:xfrm>
            <a:prstGeom prst="rect">
              <a:avLst/>
            </a:prstGeom>
            <a:solidFill>
              <a:srgbClr val="EEB3C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panose="020B0604020202020204" pitchFamily="34" charset="0"/>
                  <a:ea typeface="Arial" charset="0"/>
                  <a:cs typeface="Arial" charset="0"/>
                </a:rPr>
                <a:t>RGB 238/179/193</a:t>
              </a:r>
            </a:p>
          </p:txBody>
        </p:sp>
        <p:sp>
          <p:nvSpPr>
            <p:cNvPr id="40" name="矩形 13">
              <a:extLst>
                <a:ext uri="{FF2B5EF4-FFF2-40B4-BE49-F238E27FC236}">
                  <a16:creationId xmlns="" xmlns:a16="http://schemas.microsoft.com/office/drawing/2014/main" id="{8D2EF9D5-EBCD-490B-B8B9-645C824F91AD}"/>
                </a:ext>
              </a:extLst>
            </p:cNvPr>
            <p:cNvSpPr/>
            <p:nvPr userDrawn="1"/>
          </p:nvSpPr>
          <p:spPr>
            <a:xfrm>
              <a:off x="5354169" y="6324025"/>
              <a:ext cx="513579" cy="664397"/>
            </a:xfrm>
            <a:prstGeom prst="rect">
              <a:avLst/>
            </a:prstGeom>
            <a:solidFill>
              <a:srgbClr val="221815"/>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panose="020B0604020202020204" pitchFamily="34" charset="0"/>
                  <a:ea typeface="Arial" charset="0"/>
                  <a:cs typeface="Arial" charset="0"/>
                </a:rPr>
                <a:t>RGB </a:t>
              </a:r>
              <a:br>
                <a:rPr kumimoji="1" lang="en-US" altLang="zh-CN" sz="500" b="1" dirty="0">
                  <a:solidFill>
                    <a:srgbClr val="FFFFFF"/>
                  </a:solidFill>
                  <a:latin typeface="Arial" panose="020B0604020202020204" pitchFamily="34" charset="0"/>
                  <a:ea typeface="Arial" charset="0"/>
                  <a:cs typeface="Arial" charset="0"/>
                </a:rPr>
              </a:br>
              <a:r>
                <a:rPr kumimoji="1" lang="en-US" altLang="zh-CN" sz="500" b="1" dirty="0">
                  <a:solidFill>
                    <a:srgbClr val="FFFFFF"/>
                  </a:solidFill>
                  <a:latin typeface="Arial" panose="020B0604020202020204" pitchFamily="34" charset="0"/>
                  <a:ea typeface="Arial" charset="0"/>
                  <a:cs typeface="Arial" charset="0"/>
                </a:rPr>
                <a:t>0/0/0</a:t>
              </a:r>
            </a:p>
          </p:txBody>
        </p:sp>
        <p:sp>
          <p:nvSpPr>
            <p:cNvPr id="41" name="矩形 13">
              <a:extLst>
                <a:ext uri="{FF2B5EF4-FFF2-40B4-BE49-F238E27FC236}">
                  <a16:creationId xmlns="" xmlns:a16="http://schemas.microsoft.com/office/drawing/2014/main" id="{0286ECB3-922D-48DD-AFE7-9C6E9060C6F2}"/>
                </a:ext>
              </a:extLst>
            </p:cNvPr>
            <p:cNvSpPr/>
            <p:nvPr userDrawn="1"/>
          </p:nvSpPr>
          <p:spPr>
            <a:xfrm>
              <a:off x="5900626" y="6324025"/>
              <a:ext cx="513579" cy="664397"/>
            </a:xfrm>
            <a:prstGeom prst="rect">
              <a:avLst/>
            </a:prstGeom>
            <a:solidFill>
              <a:srgbClr val="595757"/>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panose="020B0604020202020204" pitchFamily="34" charset="0"/>
                  <a:ea typeface="Arial" charset="0"/>
                  <a:cs typeface="Arial" charset="0"/>
                </a:rPr>
                <a:t>RGB </a:t>
              </a:r>
            </a:p>
            <a:p>
              <a:pPr algn="ctr">
                <a:lnSpc>
                  <a:spcPts val="620"/>
                </a:lnSpc>
              </a:pPr>
              <a:r>
                <a:rPr kumimoji="1" lang="en-US" altLang="zh-CN" sz="500" b="1" dirty="0">
                  <a:solidFill>
                    <a:srgbClr val="FFFFFF"/>
                  </a:solidFill>
                  <a:latin typeface="Arial" panose="020B0604020202020204" pitchFamily="34" charset="0"/>
                  <a:ea typeface="Arial" charset="0"/>
                  <a:cs typeface="Arial" charset="0"/>
                </a:rPr>
                <a:t>89/87/87</a:t>
              </a:r>
            </a:p>
          </p:txBody>
        </p:sp>
        <p:sp>
          <p:nvSpPr>
            <p:cNvPr id="42" name="矩形 13">
              <a:extLst>
                <a:ext uri="{FF2B5EF4-FFF2-40B4-BE49-F238E27FC236}">
                  <a16:creationId xmlns="" xmlns:a16="http://schemas.microsoft.com/office/drawing/2014/main" id="{26843338-C6AE-4E98-95C9-EA160CC2B30A}"/>
                </a:ext>
              </a:extLst>
            </p:cNvPr>
            <p:cNvSpPr/>
            <p:nvPr userDrawn="1"/>
          </p:nvSpPr>
          <p:spPr>
            <a:xfrm>
              <a:off x="6445335" y="6324024"/>
              <a:ext cx="513579" cy="664398"/>
            </a:xfrm>
            <a:prstGeom prst="rect">
              <a:avLst/>
            </a:prstGeom>
            <a:solidFill>
              <a:srgbClr val="88888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panose="020B0604020202020204" pitchFamily="34" charset="0"/>
                  <a:ea typeface="Arial" charset="0"/>
                  <a:cs typeface="Arial" charset="0"/>
                </a:rPr>
                <a:t>RGB</a:t>
              </a:r>
            </a:p>
            <a:p>
              <a:pPr algn="ctr">
                <a:lnSpc>
                  <a:spcPts val="620"/>
                </a:lnSpc>
              </a:pPr>
              <a:r>
                <a:rPr kumimoji="1" lang="en-US" altLang="zh-CN" sz="500" b="1" dirty="0">
                  <a:solidFill>
                    <a:srgbClr val="FFFFFF"/>
                  </a:solidFill>
                  <a:latin typeface="Arial" panose="020B0604020202020204" pitchFamily="34" charset="0"/>
                  <a:ea typeface="Arial" charset="0"/>
                  <a:cs typeface="Arial" charset="0"/>
                </a:rPr>
                <a:t>137/137/</a:t>
              </a:r>
              <a:br>
                <a:rPr kumimoji="1" lang="en-US" altLang="zh-CN" sz="500" b="1" dirty="0">
                  <a:solidFill>
                    <a:srgbClr val="FFFFFF"/>
                  </a:solidFill>
                  <a:latin typeface="Arial" panose="020B0604020202020204" pitchFamily="34" charset="0"/>
                  <a:ea typeface="Arial" charset="0"/>
                  <a:cs typeface="Arial" charset="0"/>
                </a:rPr>
              </a:br>
              <a:r>
                <a:rPr kumimoji="1" lang="en-US" altLang="zh-CN" sz="500" b="1" dirty="0">
                  <a:solidFill>
                    <a:srgbClr val="FFFFFF"/>
                  </a:solidFill>
                  <a:latin typeface="Arial" panose="020B0604020202020204" pitchFamily="34" charset="0"/>
                  <a:ea typeface="Arial" charset="0"/>
                  <a:cs typeface="Arial" charset="0"/>
                </a:rPr>
                <a:t>137</a:t>
              </a:r>
            </a:p>
          </p:txBody>
        </p:sp>
        <p:sp>
          <p:nvSpPr>
            <p:cNvPr id="43" name="矩形 13">
              <a:extLst>
                <a:ext uri="{FF2B5EF4-FFF2-40B4-BE49-F238E27FC236}">
                  <a16:creationId xmlns="" xmlns:a16="http://schemas.microsoft.com/office/drawing/2014/main" id="{F41285F2-C98F-44DF-810D-AFDA8C2F7252}"/>
                </a:ext>
              </a:extLst>
            </p:cNvPr>
            <p:cNvSpPr/>
            <p:nvPr userDrawn="1"/>
          </p:nvSpPr>
          <p:spPr>
            <a:xfrm>
              <a:off x="7003279" y="6324024"/>
              <a:ext cx="513579" cy="664398"/>
            </a:xfrm>
            <a:prstGeom prst="rect">
              <a:avLst/>
            </a:prstGeom>
            <a:solidFill>
              <a:srgbClr val="B5B5B5"/>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panose="020B0604020202020204" pitchFamily="34" charset="0"/>
                  <a:ea typeface="Arial" charset="0"/>
                  <a:cs typeface="Arial" charset="0"/>
                </a:rPr>
                <a:t>RGB</a:t>
              </a:r>
            </a:p>
            <a:p>
              <a:pPr algn="ctr">
                <a:lnSpc>
                  <a:spcPts val="620"/>
                </a:lnSpc>
              </a:pPr>
              <a:r>
                <a:rPr kumimoji="1" lang="en-US" altLang="zh-CN" sz="500" b="1" dirty="0">
                  <a:solidFill>
                    <a:srgbClr val="FFFFFF"/>
                  </a:solidFill>
                  <a:latin typeface="Arial" panose="020B0604020202020204" pitchFamily="34" charset="0"/>
                  <a:ea typeface="Arial" charset="0"/>
                  <a:cs typeface="Arial" charset="0"/>
                </a:rPr>
                <a:t>181/181/</a:t>
              </a:r>
              <a:br>
                <a:rPr kumimoji="1" lang="en-US" altLang="zh-CN" sz="500" b="1" dirty="0">
                  <a:solidFill>
                    <a:srgbClr val="FFFFFF"/>
                  </a:solidFill>
                  <a:latin typeface="Arial" panose="020B0604020202020204" pitchFamily="34" charset="0"/>
                  <a:ea typeface="Arial" charset="0"/>
                  <a:cs typeface="Arial" charset="0"/>
                </a:rPr>
              </a:br>
              <a:r>
                <a:rPr kumimoji="1" lang="en-US" altLang="zh-CN" sz="500" b="1" dirty="0">
                  <a:solidFill>
                    <a:srgbClr val="FFFFFF"/>
                  </a:solidFill>
                  <a:latin typeface="Arial" panose="020B0604020202020204" pitchFamily="34" charset="0"/>
                  <a:ea typeface="Arial" charset="0"/>
                  <a:cs typeface="Arial" charset="0"/>
                </a:rPr>
                <a:t>181</a:t>
              </a:r>
            </a:p>
          </p:txBody>
        </p:sp>
        <p:sp>
          <p:nvSpPr>
            <p:cNvPr id="44" name="矩形 13">
              <a:extLst>
                <a:ext uri="{FF2B5EF4-FFF2-40B4-BE49-F238E27FC236}">
                  <a16:creationId xmlns="" xmlns:a16="http://schemas.microsoft.com/office/drawing/2014/main" id="{316800BF-7174-4B63-B993-7FF3F38E786A}"/>
                </a:ext>
              </a:extLst>
            </p:cNvPr>
            <p:cNvSpPr/>
            <p:nvPr userDrawn="1"/>
          </p:nvSpPr>
          <p:spPr>
            <a:xfrm>
              <a:off x="7551547" y="6324024"/>
              <a:ext cx="513579" cy="664398"/>
            </a:xfrm>
            <a:prstGeom prst="rect">
              <a:avLst/>
            </a:prstGeom>
            <a:solidFill>
              <a:srgbClr val="DDDDDD"/>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panose="020B0604020202020204" pitchFamily="34" charset="0"/>
                  <a:ea typeface="Arial" charset="0"/>
                  <a:cs typeface="Arial" charset="0"/>
                </a:rPr>
                <a:t>RGB 221/221/</a:t>
              </a:r>
              <a:br>
                <a:rPr kumimoji="1" lang="en-US" altLang="zh-CN" sz="500" b="1" dirty="0">
                  <a:solidFill>
                    <a:srgbClr val="595757"/>
                  </a:solidFill>
                  <a:latin typeface="Arial" panose="020B0604020202020204" pitchFamily="34" charset="0"/>
                  <a:ea typeface="Arial" charset="0"/>
                  <a:cs typeface="Arial" charset="0"/>
                </a:rPr>
              </a:br>
              <a:r>
                <a:rPr kumimoji="1" lang="en-US" altLang="zh-CN" sz="500" b="1" dirty="0">
                  <a:solidFill>
                    <a:srgbClr val="595757"/>
                  </a:solidFill>
                  <a:latin typeface="Arial" panose="020B0604020202020204" pitchFamily="34" charset="0"/>
                  <a:ea typeface="Arial" charset="0"/>
                  <a:cs typeface="Arial" charset="0"/>
                </a:rPr>
                <a:t>221</a:t>
              </a:r>
            </a:p>
          </p:txBody>
        </p:sp>
        <p:sp>
          <p:nvSpPr>
            <p:cNvPr id="45" name="矩形 13">
              <a:extLst>
                <a:ext uri="{FF2B5EF4-FFF2-40B4-BE49-F238E27FC236}">
                  <a16:creationId xmlns="" xmlns:a16="http://schemas.microsoft.com/office/drawing/2014/main" id="{E3AFA688-A359-4262-BC4E-961D2F75A295}"/>
                </a:ext>
              </a:extLst>
            </p:cNvPr>
            <p:cNvSpPr/>
            <p:nvPr userDrawn="1"/>
          </p:nvSpPr>
          <p:spPr>
            <a:xfrm>
              <a:off x="8098559" y="6324024"/>
              <a:ext cx="513579" cy="664398"/>
            </a:xfrm>
            <a:prstGeom prst="rect">
              <a:avLst/>
            </a:prstGeom>
            <a:solidFill>
              <a:srgbClr val="FFFFFF"/>
            </a:solidFill>
            <a:ln w="6350">
              <a:solidFill>
                <a:srgbClr val="B5B5B5"/>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panose="020B0604020202020204" pitchFamily="34" charset="0"/>
                  <a:ea typeface="Arial" charset="0"/>
                  <a:cs typeface="Arial" charset="0"/>
                </a:rPr>
                <a:t>RGB</a:t>
              </a:r>
            </a:p>
            <a:p>
              <a:pPr algn="ctr">
                <a:lnSpc>
                  <a:spcPts val="620"/>
                </a:lnSpc>
              </a:pPr>
              <a:r>
                <a:rPr kumimoji="1" lang="en-US" altLang="zh-CN" sz="500" b="1" dirty="0">
                  <a:solidFill>
                    <a:srgbClr val="595757"/>
                  </a:solidFill>
                  <a:latin typeface="Arial" panose="020B0604020202020204" pitchFamily="34" charset="0"/>
                  <a:ea typeface="Arial" charset="0"/>
                  <a:cs typeface="Arial" charset="0"/>
                </a:rPr>
                <a:t>255/255/</a:t>
              </a:r>
              <a:br>
                <a:rPr kumimoji="1" lang="en-US" altLang="zh-CN" sz="500" b="1" dirty="0">
                  <a:solidFill>
                    <a:srgbClr val="595757"/>
                  </a:solidFill>
                  <a:latin typeface="Arial" panose="020B0604020202020204" pitchFamily="34" charset="0"/>
                  <a:ea typeface="Arial" charset="0"/>
                  <a:cs typeface="Arial" charset="0"/>
                </a:rPr>
              </a:br>
              <a:r>
                <a:rPr kumimoji="1" lang="en-US" altLang="zh-CN" sz="500" b="1" dirty="0">
                  <a:solidFill>
                    <a:srgbClr val="595757"/>
                  </a:solidFill>
                  <a:latin typeface="Arial" panose="020B0604020202020204" pitchFamily="34" charset="0"/>
                  <a:ea typeface="Arial" charset="0"/>
                  <a:cs typeface="Arial" charset="0"/>
                </a:rPr>
                <a:t>255</a:t>
              </a:r>
            </a:p>
          </p:txBody>
        </p:sp>
      </p:grpSp>
      <p:sp>
        <p:nvSpPr>
          <p:cNvPr id="46" name="CuadroTexto 45">
            <a:extLst>
              <a:ext uri="{FF2B5EF4-FFF2-40B4-BE49-F238E27FC236}">
                <a16:creationId xmlns="" xmlns:a16="http://schemas.microsoft.com/office/drawing/2014/main" id="{9EFE5122-23A9-62D2-2E7D-276BC798C52F}"/>
              </a:ext>
            </a:extLst>
          </p:cNvPr>
          <p:cNvSpPr txBox="1"/>
          <p:nvPr userDrawn="1">
            <p:extLst>
              <p:ext uri="{1162E1C5-73C7-4A58-AE30-91384D911F3F}">
                <p184:classification xmlns="" xmlns:p184="http://schemas.microsoft.com/office/powerpoint/2018/4/main" val="hdr"/>
              </p:ext>
            </p:extLst>
          </p:nvPr>
        </p:nvSpPr>
        <p:spPr>
          <a:xfrm>
            <a:off x="11083925" y="0"/>
            <a:ext cx="1141413" cy="152400"/>
          </a:xfrm>
          <a:prstGeom prst="rect">
            <a:avLst/>
          </a:prstGeom>
        </p:spPr>
        <p:txBody>
          <a:bodyPr horzOverflow="overflow" lIns="0" tIns="0" rIns="0" bIns="0">
            <a:spAutoFit/>
          </a:bodyPr>
          <a:lstStyle/>
          <a:p>
            <a:pPr algn="l"/>
            <a:r>
              <a:rPr lang="es-AR" sz="1000">
                <a:solidFill>
                  <a:srgbClr val="000000"/>
                </a:solidFill>
                <a:latin typeface="Calibri" panose="020F0502020204030204" pitchFamily="34" charset="0"/>
                <a:cs typeface="Calibri" panose="020F0502020204030204" pitchFamily="34" charset="0"/>
              </a:rPr>
              <a:t>Documento: Personal</a:t>
            </a:r>
          </a:p>
        </p:txBody>
      </p:sp>
    </p:spTree>
    <p:extLst>
      <p:ext uri="{BB962C8B-B14F-4D97-AF65-F5344CB8AC3E}">
        <p14:creationId xmlns:p14="http://schemas.microsoft.com/office/powerpoint/2010/main" val="1767724966"/>
      </p:ext>
    </p:extLst>
  </p:cSld>
  <p:clrMap bg1="lt1" tx1="dk1" bg2="lt2" tx2="dk2" accent1="accent1" accent2="accent2" accent3="accent3" accent4="accent4" accent5="accent5" accent6="accent6" hlink="hlink" folHlink="folHlink"/>
  <p:sldLayoutIdLst>
    <p:sldLayoutId id="2147483915" r:id="rId1"/>
    <p:sldLayoutId id="2147483916" r:id="rId2"/>
    <p:sldLayoutId id="2147483917" r:id="rId3"/>
    <p:sldLayoutId id="2147483918" r:id="rId4"/>
    <p:sldLayoutId id="2147483919" r:id="rId5"/>
    <p:sldLayoutId id="2147483920" r:id="rId6"/>
    <p:sldLayoutId id="2147483921" r:id="rId7"/>
    <p:sldLayoutId id="2147483922" r:id="rId8"/>
    <p:sldLayoutId id="2147483923" r:id="rId9"/>
    <p:sldLayoutId id="2147483924" r:id="rId10"/>
    <p:sldLayoutId id="2147483925" r:id="rId11"/>
    <p:sldLayoutId id="2147483926" r:id="rId12"/>
    <p:sldLayoutId id="2147483928" r:id="rId13"/>
    <p:sldLayoutId id="2147483929" r:id="rId14"/>
    <p:sldLayoutId id="2147483932" r:id="rId15"/>
    <p:sldLayoutId id="2147483933" r:id="rId16"/>
    <p:sldLayoutId id="2147483935" r:id="rId17"/>
    <p:sldLayoutId id="2147483937" r:id="rId18"/>
    <p:sldLayoutId id="2147483942" r:id="rId19"/>
    <p:sldLayoutId id="2147483943" r:id="rId20"/>
    <p:sldLayoutId id="2147483944" r:id="rId21"/>
    <p:sldLayoutId id="2147483945" r:id="rId22"/>
    <p:sldLayoutId id="2147483947" r:id="rId23"/>
    <p:sldLayoutId id="2147483949" r:id="rId24"/>
    <p:sldLayoutId id="2147483955" r:id="rId25"/>
    <p:sldLayoutId id="2147483957" r:id="rId26"/>
    <p:sldLayoutId id="2147483959" r:id="rId27"/>
    <p:sldLayoutId id="2147483960" r:id="rId28"/>
    <p:sldLayoutId id="2147483974" r:id="rId29"/>
    <p:sldLayoutId id="2147483975" r:id="rId30"/>
    <p:sldLayoutId id="2147483976" r:id="rId31"/>
  </p:sldLayoutIdLst>
  <p:hf hdr="0" ftr="0" dt="0"/>
  <p:txStyles>
    <p:titleStyle>
      <a:lvl1pPr algn="l" defTabSz="1187798" rtl="0" eaLnBrk="1" latinLnBrk="0" hangingPunct="1">
        <a:lnSpc>
          <a:spcPct val="90000"/>
        </a:lnSpc>
        <a:spcBef>
          <a:spcPct val="0"/>
        </a:spcBef>
        <a:buNone/>
        <a:defRPr sz="5716" kern="1200">
          <a:solidFill>
            <a:schemeClr val="tx1"/>
          </a:solidFill>
          <a:latin typeface="+mj-lt"/>
          <a:ea typeface="+mj-ea"/>
          <a:cs typeface="+mj-cs"/>
        </a:defRPr>
      </a:lvl1pPr>
    </p:titleStyle>
    <p:bodyStyle>
      <a:lvl1pPr marL="296950" indent="-296950" algn="l" defTabSz="1187798" rtl="0" eaLnBrk="1" latinLnBrk="0" hangingPunct="1">
        <a:lnSpc>
          <a:spcPct val="90000"/>
        </a:lnSpc>
        <a:spcBef>
          <a:spcPts val="1299"/>
        </a:spcBef>
        <a:buFont typeface="Arial" panose="020B0604020202020204" pitchFamily="34" charset="0"/>
        <a:buChar char="•"/>
        <a:defRPr sz="3636" kern="1200">
          <a:solidFill>
            <a:schemeClr val="tx1"/>
          </a:solidFill>
          <a:latin typeface="+mn-lt"/>
          <a:ea typeface="+mn-ea"/>
          <a:cs typeface="+mn-cs"/>
        </a:defRPr>
      </a:lvl1pPr>
      <a:lvl2pPr marL="890849" indent="-296950" algn="l" defTabSz="1187798" rtl="0" eaLnBrk="1" latinLnBrk="0" hangingPunct="1">
        <a:lnSpc>
          <a:spcPct val="90000"/>
        </a:lnSpc>
        <a:spcBef>
          <a:spcPts val="650"/>
        </a:spcBef>
        <a:buFont typeface="Arial" panose="020B0604020202020204" pitchFamily="34" charset="0"/>
        <a:buChar char="•"/>
        <a:defRPr sz="3118" kern="1200">
          <a:solidFill>
            <a:schemeClr val="tx1"/>
          </a:solidFill>
          <a:latin typeface="+mn-lt"/>
          <a:ea typeface="+mn-ea"/>
          <a:cs typeface="+mn-cs"/>
        </a:defRPr>
      </a:lvl2pPr>
      <a:lvl3pPr marL="1484748" indent="-296950" algn="l" defTabSz="1187798" rtl="0" eaLnBrk="1" latinLnBrk="0" hangingPunct="1">
        <a:lnSpc>
          <a:spcPct val="90000"/>
        </a:lnSpc>
        <a:spcBef>
          <a:spcPts val="650"/>
        </a:spcBef>
        <a:buFont typeface="Arial" panose="020B0604020202020204" pitchFamily="34" charset="0"/>
        <a:buChar char="•"/>
        <a:defRPr sz="2598" kern="1200">
          <a:solidFill>
            <a:schemeClr val="tx1"/>
          </a:solidFill>
          <a:latin typeface="+mn-lt"/>
          <a:ea typeface="+mn-ea"/>
          <a:cs typeface="+mn-cs"/>
        </a:defRPr>
      </a:lvl3pPr>
      <a:lvl4pPr marL="2078648" indent="-296950" algn="l" defTabSz="1187798" rtl="0" eaLnBrk="1" latinLnBrk="0" hangingPunct="1">
        <a:lnSpc>
          <a:spcPct val="90000"/>
        </a:lnSpc>
        <a:spcBef>
          <a:spcPts val="650"/>
        </a:spcBef>
        <a:buFont typeface="Arial" panose="020B0604020202020204" pitchFamily="34" charset="0"/>
        <a:buChar char="•"/>
        <a:defRPr sz="2338" kern="1200">
          <a:solidFill>
            <a:schemeClr val="tx1"/>
          </a:solidFill>
          <a:latin typeface="+mn-lt"/>
          <a:ea typeface="+mn-ea"/>
          <a:cs typeface="+mn-cs"/>
        </a:defRPr>
      </a:lvl4pPr>
      <a:lvl5pPr marL="2672547" indent="-296950" algn="l" defTabSz="1187798" rtl="0" eaLnBrk="1" latinLnBrk="0" hangingPunct="1">
        <a:lnSpc>
          <a:spcPct val="90000"/>
        </a:lnSpc>
        <a:spcBef>
          <a:spcPts val="650"/>
        </a:spcBef>
        <a:buFont typeface="Arial" panose="020B0604020202020204" pitchFamily="34" charset="0"/>
        <a:buChar char="•"/>
        <a:defRPr sz="2338" kern="1200">
          <a:solidFill>
            <a:schemeClr val="tx1"/>
          </a:solidFill>
          <a:latin typeface="+mn-lt"/>
          <a:ea typeface="+mn-ea"/>
          <a:cs typeface="+mn-cs"/>
        </a:defRPr>
      </a:lvl5pPr>
      <a:lvl6pPr marL="3266447" indent="-296950" algn="l" defTabSz="1187798" rtl="0" eaLnBrk="1" latinLnBrk="0" hangingPunct="1">
        <a:lnSpc>
          <a:spcPct val="90000"/>
        </a:lnSpc>
        <a:spcBef>
          <a:spcPts val="650"/>
        </a:spcBef>
        <a:buFont typeface="Arial" panose="020B0604020202020204" pitchFamily="34" charset="0"/>
        <a:buChar char="•"/>
        <a:defRPr sz="2338" kern="1200">
          <a:solidFill>
            <a:schemeClr val="tx1"/>
          </a:solidFill>
          <a:latin typeface="+mn-lt"/>
          <a:ea typeface="+mn-ea"/>
          <a:cs typeface="+mn-cs"/>
        </a:defRPr>
      </a:lvl6pPr>
      <a:lvl7pPr marL="3860346" indent="-296950" algn="l" defTabSz="1187798" rtl="0" eaLnBrk="1" latinLnBrk="0" hangingPunct="1">
        <a:lnSpc>
          <a:spcPct val="90000"/>
        </a:lnSpc>
        <a:spcBef>
          <a:spcPts val="650"/>
        </a:spcBef>
        <a:buFont typeface="Arial" panose="020B0604020202020204" pitchFamily="34" charset="0"/>
        <a:buChar char="•"/>
        <a:defRPr sz="2338" kern="1200">
          <a:solidFill>
            <a:schemeClr val="tx1"/>
          </a:solidFill>
          <a:latin typeface="+mn-lt"/>
          <a:ea typeface="+mn-ea"/>
          <a:cs typeface="+mn-cs"/>
        </a:defRPr>
      </a:lvl7pPr>
      <a:lvl8pPr marL="4454245" indent="-296950" algn="l" defTabSz="1187798" rtl="0" eaLnBrk="1" latinLnBrk="0" hangingPunct="1">
        <a:lnSpc>
          <a:spcPct val="90000"/>
        </a:lnSpc>
        <a:spcBef>
          <a:spcPts val="650"/>
        </a:spcBef>
        <a:buFont typeface="Arial" panose="020B0604020202020204" pitchFamily="34" charset="0"/>
        <a:buChar char="•"/>
        <a:defRPr sz="2338" kern="1200">
          <a:solidFill>
            <a:schemeClr val="tx1"/>
          </a:solidFill>
          <a:latin typeface="+mn-lt"/>
          <a:ea typeface="+mn-ea"/>
          <a:cs typeface="+mn-cs"/>
        </a:defRPr>
      </a:lvl8pPr>
      <a:lvl9pPr marL="5048144" indent="-296950" algn="l" defTabSz="1187798" rtl="0" eaLnBrk="1" latinLnBrk="0" hangingPunct="1">
        <a:lnSpc>
          <a:spcPct val="90000"/>
        </a:lnSpc>
        <a:spcBef>
          <a:spcPts val="650"/>
        </a:spcBef>
        <a:buFont typeface="Arial" panose="020B0604020202020204" pitchFamily="34" charset="0"/>
        <a:buChar char="•"/>
        <a:defRPr sz="2338" kern="1200">
          <a:solidFill>
            <a:schemeClr val="tx1"/>
          </a:solidFill>
          <a:latin typeface="+mn-lt"/>
          <a:ea typeface="+mn-ea"/>
          <a:cs typeface="+mn-cs"/>
        </a:defRPr>
      </a:lvl9pPr>
    </p:bodyStyle>
    <p:otherStyle>
      <a:defPPr>
        <a:defRPr lang="en-US"/>
      </a:defPPr>
      <a:lvl1pPr marL="0" algn="l" defTabSz="1187798" rtl="0" eaLnBrk="1" latinLnBrk="0" hangingPunct="1">
        <a:defRPr sz="2338" kern="1200">
          <a:solidFill>
            <a:schemeClr val="tx1"/>
          </a:solidFill>
          <a:latin typeface="+mn-lt"/>
          <a:ea typeface="+mn-ea"/>
          <a:cs typeface="+mn-cs"/>
        </a:defRPr>
      </a:lvl1pPr>
      <a:lvl2pPr marL="593900" algn="l" defTabSz="1187798" rtl="0" eaLnBrk="1" latinLnBrk="0" hangingPunct="1">
        <a:defRPr sz="2338" kern="1200">
          <a:solidFill>
            <a:schemeClr val="tx1"/>
          </a:solidFill>
          <a:latin typeface="+mn-lt"/>
          <a:ea typeface="+mn-ea"/>
          <a:cs typeface="+mn-cs"/>
        </a:defRPr>
      </a:lvl2pPr>
      <a:lvl3pPr marL="1187798" algn="l" defTabSz="1187798" rtl="0" eaLnBrk="1" latinLnBrk="0" hangingPunct="1">
        <a:defRPr sz="2338" kern="1200">
          <a:solidFill>
            <a:schemeClr val="tx1"/>
          </a:solidFill>
          <a:latin typeface="+mn-lt"/>
          <a:ea typeface="+mn-ea"/>
          <a:cs typeface="+mn-cs"/>
        </a:defRPr>
      </a:lvl3pPr>
      <a:lvl4pPr marL="1781699" algn="l" defTabSz="1187798" rtl="0" eaLnBrk="1" latinLnBrk="0" hangingPunct="1">
        <a:defRPr sz="2338" kern="1200">
          <a:solidFill>
            <a:schemeClr val="tx1"/>
          </a:solidFill>
          <a:latin typeface="+mn-lt"/>
          <a:ea typeface="+mn-ea"/>
          <a:cs typeface="+mn-cs"/>
        </a:defRPr>
      </a:lvl4pPr>
      <a:lvl5pPr marL="2375598" algn="l" defTabSz="1187798" rtl="0" eaLnBrk="1" latinLnBrk="0" hangingPunct="1">
        <a:defRPr sz="2338" kern="1200">
          <a:solidFill>
            <a:schemeClr val="tx1"/>
          </a:solidFill>
          <a:latin typeface="+mn-lt"/>
          <a:ea typeface="+mn-ea"/>
          <a:cs typeface="+mn-cs"/>
        </a:defRPr>
      </a:lvl5pPr>
      <a:lvl6pPr marL="2969497" algn="l" defTabSz="1187798" rtl="0" eaLnBrk="1" latinLnBrk="0" hangingPunct="1">
        <a:defRPr sz="2338" kern="1200">
          <a:solidFill>
            <a:schemeClr val="tx1"/>
          </a:solidFill>
          <a:latin typeface="+mn-lt"/>
          <a:ea typeface="+mn-ea"/>
          <a:cs typeface="+mn-cs"/>
        </a:defRPr>
      </a:lvl6pPr>
      <a:lvl7pPr marL="3563396" algn="l" defTabSz="1187798" rtl="0" eaLnBrk="1" latinLnBrk="0" hangingPunct="1">
        <a:defRPr sz="2338" kern="1200">
          <a:solidFill>
            <a:schemeClr val="tx1"/>
          </a:solidFill>
          <a:latin typeface="+mn-lt"/>
          <a:ea typeface="+mn-ea"/>
          <a:cs typeface="+mn-cs"/>
        </a:defRPr>
      </a:lvl7pPr>
      <a:lvl8pPr marL="4157297" algn="l" defTabSz="1187798" rtl="0" eaLnBrk="1" latinLnBrk="0" hangingPunct="1">
        <a:defRPr sz="2338" kern="1200">
          <a:solidFill>
            <a:schemeClr val="tx1"/>
          </a:solidFill>
          <a:latin typeface="+mn-lt"/>
          <a:ea typeface="+mn-ea"/>
          <a:cs typeface="+mn-cs"/>
        </a:defRPr>
      </a:lvl8pPr>
      <a:lvl9pPr marL="4751195" algn="l" defTabSz="1187798" rtl="0" eaLnBrk="1" latinLnBrk="0" hangingPunct="1">
        <a:defRPr sz="2338" kern="1200">
          <a:solidFill>
            <a:schemeClr val="tx1"/>
          </a:solidFill>
          <a:latin typeface="+mn-lt"/>
          <a:ea typeface="+mn-ea"/>
          <a:cs typeface="+mn-cs"/>
        </a:defRPr>
      </a:lvl9pPr>
    </p:otherStyle>
  </p:txStyles>
  <p:extLst>
    <p:ext uri="{27BBF7A9-308A-43DC-89C8-2F10F3537804}">
      <p15:sldGuideLst xmlns="" xmlns:p15="http://schemas.microsoft.com/office/powerpoint/2012/main">
        <p15:guide id="1" pos="456">
          <p15:clr>
            <a:srgbClr val="F26B43"/>
          </p15:clr>
        </p15:guide>
        <p15:guide id="2" pos="7216">
          <p15:clr>
            <a:srgbClr val="F26B43"/>
          </p15:clr>
        </p15:guide>
        <p15:guide id="3" orient="horz" pos="560">
          <p15:clr>
            <a:srgbClr val="F26B43"/>
          </p15:clr>
        </p15:guide>
        <p15:guide id="4" orient="horz" pos="728">
          <p15:clr>
            <a:srgbClr val="F26B43"/>
          </p15:clr>
        </p15:guide>
        <p15:guide id="5" orient="horz" pos="3968">
          <p15:clr>
            <a:srgbClr val="F26B43"/>
          </p15:clr>
        </p15:guide>
        <p15:guide id="6" orient="horz" pos="3800">
          <p15:clr>
            <a:srgbClr val="F26B43"/>
          </p15:clr>
        </p15:guide>
      </p15:sldGuideLst>
    </p:ext>
  </p:extLst>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p:bgPr>
        <a:solidFill>
          <a:srgbClr val="FFFFFF"/>
        </a:solidFill>
        <a:effectLst/>
      </p:bgPr>
    </p:bg>
    <p:spTree>
      <p:nvGrpSpPr>
        <p:cNvPr id="1" name=""/>
        <p:cNvGrpSpPr/>
        <p:nvPr/>
      </p:nvGrpSpPr>
      <p:grpSpPr>
        <a:xfrm>
          <a:off x="0" y="0"/>
          <a:ext cx="0" cy="0"/>
          <a:chOff x="0" y="0"/>
          <a:chExt cx="0" cy="0"/>
        </a:xfrm>
      </p:grpSpPr>
      <p:sp>
        <p:nvSpPr>
          <p:cNvPr id="3" name="TextBox 2">
            <a:extLst>
              <a:ext uri="{FF2B5EF4-FFF2-40B4-BE49-F238E27FC236}">
                <a16:creationId xmlns="" xmlns:a16="http://schemas.microsoft.com/office/drawing/2014/main" id="{6785A3D6-1271-D247-9E96-1B376F4BE7BE}"/>
              </a:ext>
            </a:extLst>
          </p:cNvPr>
          <p:cNvSpPr txBox="1"/>
          <p:nvPr userDrawn="1"/>
        </p:nvSpPr>
        <p:spPr>
          <a:xfrm>
            <a:off x="1095467" y="6356939"/>
            <a:ext cx="1463467" cy="242864"/>
          </a:xfrm>
          <a:prstGeom prst="rect">
            <a:avLst/>
          </a:prstGeom>
          <a:noFill/>
        </p:spPr>
        <p:txBody>
          <a:bodyPr wrap="square" rtlCol="0">
            <a:spAutoFit/>
          </a:bodyPr>
          <a:lstStyle/>
          <a:p>
            <a:r>
              <a:rPr lang="en-US" sz="974" dirty="0">
                <a:solidFill>
                  <a:srgbClr val="1D1D1B"/>
                </a:solidFill>
                <a:latin typeface="Arial" panose="020B0604020202020204" pitchFamily="34" charset="0"/>
                <a:cs typeface="Arial" panose="020B0604020202020204" pitchFamily="34" charset="0"/>
              </a:rPr>
              <a:t>Huawei Confidential</a:t>
            </a:r>
          </a:p>
        </p:txBody>
      </p:sp>
      <p:sp>
        <p:nvSpPr>
          <p:cNvPr id="4" name="TextBox 3">
            <a:extLst>
              <a:ext uri="{FF2B5EF4-FFF2-40B4-BE49-F238E27FC236}">
                <a16:creationId xmlns="" xmlns:a16="http://schemas.microsoft.com/office/drawing/2014/main" id="{EABEE2EE-BF4D-7A4A-B3C6-9E47668CCD98}"/>
              </a:ext>
            </a:extLst>
          </p:cNvPr>
          <p:cNvSpPr txBox="1"/>
          <p:nvPr userDrawn="1"/>
        </p:nvSpPr>
        <p:spPr>
          <a:xfrm>
            <a:off x="734131" y="6402806"/>
            <a:ext cx="499729" cy="150296"/>
          </a:xfrm>
          <a:prstGeom prst="rect">
            <a:avLst/>
          </a:prstGeom>
          <a:noFill/>
        </p:spPr>
        <p:txBody>
          <a:bodyPr wrap="square" lIns="0" tIns="0" rIns="0" bIns="0" rtlCol="0">
            <a:spAutoFit/>
          </a:bodyPr>
          <a:lstStyle/>
          <a:p>
            <a:pPr defTabSz="890849">
              <a:defRPr/>
            </a:pPr>
            <a:fld id="{C3837181-38C6-AD4F-B8BA-B444770388BB}" type="slidenum">
              <a:rPr lang="en-US" sz="974" smtClean="0">
                <a:solidFill>
                  <a:srgbClr val="1D1D1B"/>
                </a:solidFill>
                <a:latin typeface="Arial" panose="020B0604020202020204" pitchFamily="34" charset="0"/>
                <a:cs typeface="Arial" panose="020B0604020202020204" pitchFamily="34" charset="0"/>
              </a:rPr>
              <a:pPr defTabSz="890849">
                <a:defRPr/>
              </a:pPr>
              <a:t>‹Nº›</a:t>
            </a:fld>
            <a:endParaRPr lang="en-US" sz="974" dirty="0">
              <a:solidFill>
                <a:srgbClr val="1D1D1B"/>
              </a:solidFill>
              <a:latin typeface="Arial" panose="020B0604020202020204" pitchFamily="34" charset="0"/>
              <a:cs typeface="Arial" panose="020B0604020202020204" pitchFamily="34" charset="0"/>
            </a:endParaRPr>
          </a:p>
        </p:txBody>
      </p:sp>
      <p:pic>
        <p:nvPicPr>
          <p:cNvPr id="41" name="图片 40"/>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10195999" y="6319870"/>
            <a:ext cx="1269075" cy="271153"/>
          </a:xfrm>
          <a:prstGeom prst="rect">
            <a:avLst/>
          </a:prstGeom>
        </p:spPr>
      </p:pic>
      <p:grpSp>
        <p:nvGrpSpPr>
          <p:cNvPr id="25" name="组合 24"/>
          <p:cNvGrpSpPr/>
          <p:nvPr userDrawn="1"/>
        </p:nvGrpSpPr>
        <p:grpSpPr>
          <a:xfrm>
            <a:off x="12216278" y="2931937"/>
            <a:ext cx="1982916" cy="3934682"/>
            <a:chOff x="12216278" y="2262477"/>
            <a:chExt cx="1982916" cy="4604143"/>
          </a:xfrm>
        </p:grpSpPr>
        <p:grpSp>
          <p:nvGrpSpPr>
            <p:cNvPr id="26" name="组合 25"/>
            <p:cNvGrpSpPr/>
            <p:nvPr userDrawn="1"/>
          </p:nvGrpSpPr>
          <p:grpSpPr>
            <a:xfrm>
              <a:off x="12315635" y="2262477"/>
              <a:ext cx="1883559" cy="692624"/>
              <a:chOff x="12315635" y="2207613"/>
              <a:chExt cx="1883559" cy="692624"/>
            </a:xfrm>
          </p:grpSpPr>
          <p:sp>
            <p:nvSpPr>
              <p:cNvPr id="44" name="矩形 5">
                <a:extLst>
                  <a:ext uri="{FF2B5EF4-FFF2-40B4-BE49-F238E27FC236}">
                    <a16:creationId xmlns="" xmlns:a16="http://schemas.microsoft.com/office/drawing/2014/main" id="{3B0B5EC2-EA55-CC45-A9D0-D5EA5D768C99}"/>
                  </a:ext>
                </a:extLst>
              </p:cNvPr>
              <p:cNvSpPr/>
              <p:nvPr userDrawn="1"/>
            </p:nvSpPr>
            <p:spPr>
              <a:xfrm>
                <a:off x="12315635" y="2401808"/>
                <a:ext cx="911019" cy="498429"/>
              </a:xfrm>
              <a:prstGeom prst="rect">
                <a:avLst/>
              </a:prstGeom>
              <a:solidFill>
                <a:srgbClr val="C8102E"/>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kumimoji="1" lang="en-US" altLang="zh-CN" sz="700" b="1" dirty="0">
                    <a:solidFill>
                      <a:srgbClr val="FFFFFF"/>
                    </a:solidFill>
                    <a:latin typeface="Arial" panose="020B0604020202020204" pitchFamily="34" charset="0"/>
                    <a:ea typeface="Arial" charset="0"/>
                    <a:cs typeface="Arial" charset="0"/>
                  </a:rPr>
                  <a:t>P</a:t>
                </a:r>
                <a:r>
                  <a:rPr kumimoji="1" lang="en-US" altLang="zh-Hant" sz="700" b="1" dirty="0">
                    <a:solidFill>
                      <a:srgbClr val="FFFFFF"/>
                    </a:solidFill>
                    <a:latin typeface="Arial" panose="020B0604020202020204" pitchFamily="34" charset="0"/>
                    <a:ea typeface="Arial" charset="0"/>
                    <a:cs typeface="Arial" charset="0"/>
                  </a:rPr>
                  <a:t>ANTONE</a:t>
                </a:r>
                <a:r>
                  <a:rPr kumimoji="1" lang="en-US" altLang="zh-CN" sz="700" b="1" dirty="0">
                    <a:solidFill>
                      <a:srgbClr val="FFFFFF"/>
                    </a:solidFill>
                    <a:latin typeface="Arial" panose="020B0604020202020204" pitchFamily="34" charset="0"/>
                    <a:ea typeface="Arial" charset="0"/>
                    <a:cs typeface="Arial" charset="0"/>
                  </a:rPr>
                  <a:t> 186C</a:t>
                </a:r>
              </a:p>
              <a:p>
                <a:pPr algn="ctr"/>
                <a:r>
                  <a:rPr kumimoji="1" lang="en-US" altLang="zh-CN" sz="700" b="1" dirty="0">
                    <a:solidFill>
                      <a:srgbClr val="FFFFFF"/>
                    </a:solidFill>
                    <a:latin typeface="Arial" panose="020B0604020202020204" pitchFamily="34" charset="0"/>
                    <a:ea typeface="Arial" charset="0"/>
                    <a:cs typeface="Arial" charset="0"/>
                  </a:rPr>
                  <a:t>RGB 200/16/46</a:t>
                </a:r>
              </a:p>
            </p:txBody>
          </p:sp>
          <p:sp>
            <p:nvSpPr>
              <p:cNvPr id="45" name="矩形 9">
                <a:extLst>
                  <a:ext uri="{FF2B5EF4-FFF2-40B4-BE49-F238E27FC236}">
                    <a16:creationId xmlns="" xmlns:a16="http://schemas.microsoft.com/office/drawing/2014/main" id="{992224C5-04A6-C041-B257-13137945DBB8}"/>
                  </a:ext>
                </a:extLst>
              </p:cNvPr>
              <p:cNvSpPr/>
              <p:nvPr userDrawn="1"/>
            </p:nvSpPr>
            <p:spPr>
              <a:xfrm>
                <a:off x="13288175" y="2401808"/>
                <a:ext cx="911019" cy="498429"/>
              </a:xfrm>
              <a:prstGeom prst="rect">
                <a:avLst/>
              </a:prstGeom>
              <a:solidFill>
                <a:srgbClr val="C7000B"/>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kumimoji="1" lang="en-US" altLang="zh-CN" sz="700" b="1" dirty="0">
                    <a:solidFill>
                      <a:srgbClr val="FFFFFF"/>
                    </a:solidFill>
                    <a:latin typeface="Arial" panose="020B0604020202020204" pitchFamily="34" charset="0"/>
                    <a:ea typeface="Arial" charset="0"/>
                    <a:cs typeface="Arial" charset="0"/>
                  </a:rPr>
                  <a:t>P</a:t>
                </a:r>
                <a:r>
                  <a:rPr kumimoji="1" lang="en-US" altLang="zh-Hant" sz="700" b="1" dirty="0">
                    <a:solidFill>
                      <a:srgbClr val="FFFFFF"/>
                    </a:solidFill>
                    <a:latin typeface="Arial" panose="020B0604020202020204" pitchFamily="34" charset="0"/>
                    <a:ea typeface="Arial" charset="0"/>
                    <a:cs typeface="Arial" charset="0"/>
                  </a:rPr>
                  <a:t>ANTONE</a:t>
                </a:r>
                <a:r>
                  <a:rPr kumimoji="1" lang="en-US" altLang="zh-CN" sz="700" b="1" dirty="0">
                    <a:solidFill>
                      <a:srgbClr val="FFFFFF"/>
                    </a:solidFill>
                    <a:latin typeface="Arial" panose="020B0604020202020204" pitchFamily="34" charset="0"/>
                    <a:ea typeface="Arial" charset="0"/>
                    <a:cs typeface="Arial" charset="0"/>
                  </a:rPr>
                  <a:t> 185C</a:t>
                </a:r>
              </a:p>
              <a:p>
                <a:pPr algn="ctr"/>
                <a:r>
                  <a:rPr kumimoji="1" lang="en-US" altLang="zh-CN" sz="700" b="1" dirty="0">
                    <a:solidFill>
                      <a:srgbClr val="FFFFFF"/>
                    </a:solidFill>
                    <a:latin typeface="Arial" panose="020B0604020202020204" pitchFamily="34" charset="0"/>
                    <a:ea typeface="Arial" charset="0"/>
                    <a:cs typeface="Arial" charset="0"/>
                  </a:rPr>
                  <a:t>RGB 199/0/11</a:t>
                </a:r>
              </a:p>
            </p:txBody>
          </p:sp>
          <p:sp>
            <p:nvSpPr>
              <p:cNvPr id="46" name="文本框 31">
                <a:extLst>
                  <a:ext uri="{FF2B5EF4-FFF2-40B4-BE49-F238E27FC236}">
                    <a16:creationId xmlns="" xmlns:a16="http://schemas.microsoft.com/office/drawing/2014/main" id="{58918196-0639-EE4B-AFC2-315BE04587B9}"/>
                  </a:ext>
                </a:extLst>
              </p:cNvPr>
              <p:cNvSpPr txBox="1"/>
              <p:nvPr userDrawn="1"/>
            </p:nvSpPr>
            <p:spPr>
              <a:xfrm>
                <a:off x="12326898" y="2207613"/>
                <a:ext cx="384721" cy="153888"/>
              </a:xfrm>
              <a:prstGeom prst="rect">
                <a:avLst/>
              </a:prstGeom>
              <a:noFill/>
            </p:spPr>
            <p:txBody>
              <a:bodyPr wrap="none" lIns="0" tIns="0" rIns="0" bIns="0" rtlCol="0">
                <a:spAutoFit/>
              </a:bodyPr>
              <a:lstStyle/>
              <a:p>
                <a:pPr algn="ctr"/>
                <a:r>
                  <a:rPr kumimoji="1" lang="zh-CN" altLang="en-US" sz="1000" dirty="0">
                    <a:solidFill>
                      <a:srgbClr val="1D1D1A"/>
                    </a:solidFill>
                    <a:latin typeface="Arial" panose="020B0604020202020204" pitchFamily="34" charset="0"/>
                    <a:ea typeface="Microsoft YaHei" panose="020B0503020204020204" pitchFamily="34" charset="-122"/>
                  </a:rPr>
                  <a:t>品牌色</a:t>
                </a:r>
              </a:p>
            </p:txBody>
          </p:sp>
        </p:grpSp>
        <p:grpSp>
          <p:nvGrpSpPr>
            <p:cNvPr id="27" name="组合 26"/>
            <p:cNvGrpSpPr/>
            <p:nvPr userDrawn="1"/>
          </p:nvGrpSpPr>
          <p:grpSpPr>
            <a:xfrm>
              <a:off x="12216278" y="3080825"/>
              <a:ext cx="1982912" cy="3785795"/>
              <a:chOff x="12216278" y="3080825"/>
              <a:chExt cx="1982912" cy="3785795"/>
            </a:xfrm>
          </p:grpSpPr>
          <p:sp>
            <p:nvSpPr>
              <p:cNvPr id="28" name="矩形 12">
                <a:extLst>
                  <a:ext uri="{FF2B5EF4-FFF2-40B4-BE49-F238E27FC236}">
                    <a16:creationId xmlns="" xmlns:a16="http://schemas.microsoft.com/office/drawing/2014/main" id="{DCA8B73C-0B87-284F-805F-752EBF20B768}"/>
                  </a:ext>
                </a:extLst>
              </p:cNvPr>
              <p:cNvSpPr/>
              <p:nvPr userDrawn="1"/>
            </p:nvSpPr>
            <p:spPr>
              <a:xfrm>
                <a:off x="12315640" y="3785971"/>
                <a:ext cx="885201" cy="462672"/>
              </a:xfrm>
              <a:prstGeom prst="rect">
                <a:avLst/>
              </a:prstGeom>
              <a:solidFill>
                <a:srgbClr val="EA5A4F"/>
              </a:solidFill>
              <a:ln>
                <a:solidFill>
                  <a:srgbClr val="EA5A4F"/>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kumimoji="1" lang="mr-IN" altLang="zh-CN" sz="700" b="1" dirty="0">
                    <a:solidFill>
                      <a:srgbClr val="FFFFFF"/>
                    </a:solidFill>
                    <a:latin typeface="Arial" panose="020B0604020202020204" pitchFamily="34" charset="0"/>
                    <a:ea typeface="Arial" charset="0"/>
                    <a:cs typeface="Arial" charset="0"/>
                  </a:rPr>
                  <a:t>RGB</a:t>
                </a:r>
                <a:r>
                  <a:rPr kumimoji="1" lang="en-US" altLang="zh-CN" sz="700" b="1" dirty="0">
                    <a:solidFill>
                      <a:srgbClr val="FFFFFF"/>
                    </a:solidFill>
                    <a:latin typeface="Arial" panose="020B0604020202020204" pitchFamily="34" charset="0"/>
                    <a:ea typeface="Arial" charset="0"/>
                    <a:cs typeface="Arial" charset="0"/>
                  </a:rPr>
                  <a:t> 234</a:t>
                </a:r>
                <a:r>
                  <a:rPr kumimoji="1" lang="mr-IN" altLang="zh-CN" sz="700" b="1" dirty="0">
                    <a:solidFill>
                      <a:srgbClr val="FFFFFF"/>
                    </a:solidFill>
                    <a:latin typeface="Arial" panose="020B0604020202020204" pitchFamily="34" charset="0"/>
                    <a:ea typeface="Arial" charset="0"/>
                    <a:cs typeface="Arial" charset="0"/>
                  </a:rPr>
                  <a:t>/</a:t>
                </a:r>
                <a:r>
                  <a:rPr kumimoji="1" lang="en-US" altLang="zh-CN" sz="700" b="1" dirty="0">
                    <a:solidFill>
                      <a:srgbClr val="FFFFFF"/>
                    </a:solidFill>
                    <a:latin typeface="Arial" panose="020B0604020202020204" pitchFamily="34" charset="0"/>
                    <a:ea typeface="Arial" charset="0"/>
                    <a:cs typeface="Arial" charset="0"/>
                  </a:rPr>
                  <a:t>90/79</a:t>
                </a:r>
                <a:endParaRPr kumimoji="1" lang="mr-IN" altLang="zh-CN" sz="700" b="1" dirty="0">
                  <a:solidFill>
                    <a:srgbClr val="FFFFFF"/>
                  </a:solidFill>
                  <a:latin typeface="Arial" panose="020B0604020202020204" pitchFamily="34" charset="0"/>
                  <a:ea typeface="Arial" charset="0"/>
                  <a:cs typeface="Arial" charset="0"/>
                </a:endParaRPr>
              </a:p>
            </p:txBody>
          </p:sp>
          <p:sp>
            <p:nvSpPr>
              <p:cNvPr id="29" name="矩形 13">
                <a:extLst>
                  <a:ext uri="{FF2B5EF4-FFF2-40B4-BE49-F238E27FC236}">
                    <a16:creationId xmlns="" xmlns:a16="http://schemas.microsoft.com/office/drawing/2014/main" id="{138A39A8-BB4E-CD4E-9201-F1785C874F92}"/>
                  </a:ext>
                </a:extLst>
              </p:cNvPr>
              <p:cNvSpPr/>
              <p:nvPr userDrawn="1"/>
            </p:nvSpPr>
            <p:spPr>
              <a:xfrm>
                <a:off x="12315640" y="3259312"/>
                <a:ext cx="885201" cy="462672"/>
              </a:xfrm>
              <a:prstGeom prst="rect">
                <a:avLst/>
              </a:prstGeom>
              <a:solidFill>
                <a:srgbClr val="78000F"/>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kumimoji="1" lang="mr-IN" altLang="zh-CN" sz="700" b="1" dirty="0">
                    <a:solidFill>
                      <a:srgbClr val="FFFFFF"/>
                    </a:solidFill>
                    <a:latin typeface="Arial" panose="020B0604020202020204" pitchFamily="34" charset="0"/>
                    <a:ea typeface="Arial" charset="0"/>
                    <a:cs typeface="Arial" charset="0"/>
                  </a:rPr>
                  <a:t>RGB</a:t>
                </a:r>
                <a:r>
                  <a:rPr kumimoji="1" lang="en-US" altLang="zh-CN" sz="700" b="1" dirty="0">
                    <a:solidFill>
                      <a:srgbClr val="FFFFFF"/>
                    </a:solidFill>
                    <a:latin typeface="Arial" panose="020B0604020202020204" pitchFamily="34" charset="0"/>
                    <a:ea typeface="Arial" charset="0"/>
                    <a:cs typeface="Arial" charset="0"/>
                  </a:rPr>
                  <a:t> 120</a:t>
                </a:r>
                <a:r>
                  <a:rPr kumimoji="1" lang="mr-IN" altLang="zh-CN" sz="700" b="1" dirty="0">
                    <a:solidFill>
                      <a:srgbClr val="FFFFFF"/>
                    </a:solidFill>
                    <a:latin typeface="Arial" panose="020B0604020202020204" pitchFamily="34" charset="0"/>
                    <a:ea typeface="Arial" charset="0"/>
                    <a:cs typeface="Arial" charset="0"/>
                  </a:rPr>
                  <a:t>/</a:t>
                </a:r>
                <a:r>
                  <a:rPr kumimoji="1" lang="en-US" altLang="zh-CN" sz="700" b="1" dirty="0">
                    <a:solidFill>
                      <a:srgbClr val="FFFFFF"/>
                    </a:solidFill>
                    <a:latin typeface="Arial" panose="020B0604020202020204" pitchFamily="34" charset="0"/>
                    <a:ea typeface="Arial" charset="0"/>
                    <a:cs typeface="Arial" charset="0"/>
                  </a:rPr>
                  <a:t>0/15</a:t>
                </a:r>
                <a:endParaRPr kumimoji="1" lang="mr-IN" altLang="zh-CN" sz="700" b="1" dirty="0">
                  <a:solidFill>
                    <a:srgbClr val="FFFFFF"/>
                  </a:solidFill>
                  <a:latin typeface="Arial" panose="020B0604020202020204" pitchFamily="34" charset="0"/>
                  <a:ea typeface="Arial" charset="0"/>
                  <a:cs typeface="Arial" charset="0"/>
                </a:endParaRPr>
              </a:p>
            </p:txBody>
          </p:sp>
          <p:sp>
            <p:nvSpPr>
              <p:cNvPr id="30" name="文本框 15">
                <a:extLst>
                  <a:ext uri="{FF2B5EF4-FFF2-40B4-BE49-F238E27FC236}">
                    <a16:creationId xmlns="" xmlns:a16="http://schemas.microsoft.com/office/drawing/2014/main" id="{8F53C07A-1022-C740-8F8D-97538E174D38}"/>
                  </a:ext>
                </a:extLst>
              </p:cNvPr>
              <p:cNvSpPr txBox="1"/>
              <p:nvPr userDrawn="1"/>
            </p:nvSpPr>
            <p:spPr>
              <a:xfrm>
                <a:off x="12216278" y="3080825"/>
                <a:ext cx="569387" cy="153888"/>
              </a:xfrm>
              <a:prstGeom prst="rect">
                <a:avLst/>
              </a:prstGeom>
              <a:noFill/>
            </p:spPr>
            <p:txBody>
              <a:bodyPr wrap="square" lIns="0" tIns="0" rIns="0" bIns="0" rtlCol="0" anchor="b" anchorCtr="0">
                <a:spAutoFit/>
              </a:bodyPr>
              <a:lstStyle/>
              <a:p>
                <a:pPr algn="ctr"/>
                <a:r>
                  <a:rPr kumimoji="1" lang="zh-CN" altLang="en-US" sz="1000" dirty="0">
                    <a:solidFill>
                      <a:srgbClr val="1D1D1A"/>
                    </a:solidFill>
                    <a:latin typeface="Arial" panose="020B0604020202020204" pitchFamily="34" charset="0"/>
                    <a:ea typeface="Microsoft YaHei" panose="020B0503020204020204" pitchFamily="34" charset="-122"/>
                  </a:rPr>
                  <a:t>辅助色</a:t>
                </a:r>
              </a:p>
            </p:txBody>
          </p:sp>
          <p:sp>
            <p:nvSpPr>
              <p:cNvPr id="31" name="矩形 16">
                <a:extLst>
                  <a:ext uri="{FF2B5EF4-FFF2-40B4-BE49-F238E27FC236}">
                    <a16:creationId xmlns="" xmlns:a16="http://schemas.microsoft.com/office/drawing/2014/main" id="{306A7598-C00D-994F-82DA-B39F3C2E0AAD}"/>
                  </a:ext>
                </a:extLst>
              </p:cNvPr>
              <p:cNvSpPr/>
              <p:nvPr userDrawn="1"/>
            </p:nvSpPr>
            <p:spPr>
              <a:xfrm>
                <a:off x="12315640" y="4836793"/>
                <a:ext cx="885201" cy="462672"/>
              </a:xfrm>
              <a:prstGeom prst="rect">
                <a:avLst/>
              </a:prstGeom>
              <a:solidFill>
                <a:srgbClr val="F8B53C"/>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kumimoji="1" lang="mr-IN" altLang="zh-CN" sz="700" b="1" dirty="0">
                    <a:solidFill>
                      <a:srgbClr val="FFFFFF"/>
                    </a:solidFill>
                    <a:latin typeface="Arial" panose="020B0604020202020204" pitchFamily="34" charset="0"/>
                    <a:ea typeface="Arial" charset="0"/>
                    <a:cs typeface="Arial" charset="0"/>
                  </a:rPr>
                  <a:t>RGB</a:t>
                </a:r>
                <a:r>
                  <a:rPr kumimoji="1" lang="en-US" altLang="zh-CN" sz="700" b="1" dirty="0">
                    <a:solidFill>
                      <a:srgbClr val="FFFFFF"/>
                    </a:solidFill>
                    <a:latin typeface="Arial" panose="020B0604020202020204" pitchFamily="34" charset="0"/>
                    <a:ea typeface="Arial" charset="0"/>
                    <a:cs typeface="Arial" charset="0"/>
                  </a:rPr>
                  <a:t> 248</a:t>
                </a:r>
                <a:r>
                  <a:rPr kumimoji="1" lang="mr-IN" altLang="zh-CN" sz="700" b="1" dirty="0">
                    <a:solidFill>
                      <a:srgbClr val="FFFFFF"/>
                    </a:solidFill>
                    <a:latin typeface="Arial" panose="020B0604020202020204" pitchFamily="34" charset="0"/>
                    <a:ea typeface="Arial" charset="0"/>
                    <a:cs typeface="Arial" charset="0"/>
                  </a:rPr>
                  <a:t>/</a:t>
                </a:r>
                <a:r>
                  <a:rPr kumimoji="1" lang="en-US" altLang="zh-CN" sz="700" b="1" dirty="0">
                    <a:solidFill>
                      <a:srgbClr val="FFFFFF"/>
                    </a:solidFill>
                    <a:latin typeface="Arial" panose="020B0604020202020204" pitchFamily="34" charset="0"/>
                    <a:ea typeface="Arial" charset="0"/>
                    <a:cs typeface="Arial" charset="0"/>
                  </a:rPr>
                  <a:t>181/60</a:t>
                </a:r>
                <a:endParaRPr kumimoji="1" lang="mr-IN" altLang="zh-CN" sz="700" b="1" dirty="0">
                  <a:solidFill>
                    <a:srgbClr val="FFFFFF"/>
                  </a:solidFill>
                  <a:latin typeface="Arial" panose="020B0604020202020204" pitchFamily="34" charset="0"/>
                  <a:ea typeface="Arial" charset="0"/>
                  <a:cs typeface="Arial" charset="0"/>
                </a:endParaRPr>
              </a:p>
            </p:txBody>
          </p:sp>
          <p:sp>
            <p:nvSpPr>
              <p:cNvPr id="32" name="矩形 17">
                <a:extLst>
                  <a:ext uri="{FF2B5EF4-FFF2-40B4-BE49-F238E27FC236}">
                    <a16:creationId xmlns="" xmlns:a16="http://schemas.microsoft.com/office/drawing/2014/main" id="{C1423292-FF2F-A74C-943E-1C3C47534098}"/>
                  </a:ext>
                </a:extLst>
              </p:cNvPr>
              <p:cNvSpPr/>
              <p:nvPr userDrawn="1"/>
            </p:nvSpPr>
            <p:spPr>
              <a:xfrm>
                <a:off x="12315640" y="4319278"/>
                <a:ext cx="885201" cy="462672"/>
              </a:xfrm>
              <a:prstGeom prst="rect">
                <a:avLst/>
              </a:prstGeom>
              <a:solidFill>
                <a:srgbClr val="EB5C0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kumimoji="1" lang="mr-IN" altLang="zh-CN" sz="700" b="1" dirty="0">
                    <a:solidFill>
                      <a:srgbClr val="FFFFFF"/>
                    </a:solidFill>
                    <a:latin typeface="Arial" panose="020B0604020202020204" pitchFamily="34" charset="0"/>
                    <a:ea typeface="Arial" charset="0"/>
                    <a:cs typeface="Arial" charset="0"/>
                  </a:rPr>
                  <a:t>RGB</a:t>
                </a:r>
                <a:r>
                  <a:rPr kumimoji="1" lang="en-US" altLang="zh-CN" sz="700" b="1" dirty="0">
                    <a:solidFill>
                      <a:srgbClr val="FFFFFF"/>
                    </a:solidFill>
                    <a:latin typeface="Arial" panose="020B0604020202020204" pitchFamily="34" charset="0"/>
                    <a:ea typeface="Arial" charset="0"/>
                    <a:cs typeface="Arial" charset="0"/>
                  </a:rPr>
                  <a:t> 235</a:t>
                </a:r>
                <a:r>
                  <a:rPr kumimoji="1" lang="mr-IN" altLang="zh-CN" sz="700" b="1" dirty="0">
                    <a:solidFill>
                      <a:srgbClr val="FFFFFF"/>
                    </a:solidFill>
                    <a:latin typeface="Arial" panose="020B0604020202020204" pitchFamily="34" charset="0"/>
                    <a:ea typeface="Arial" charset="0"/>
                    <a:cs typeface="Arial" charset="0"/>
                  </a:rPr>
                  <a:t>/</a:t>
                </a:r>
                <a:r>
                  <a:rPr kumimoji="1" lang="en-US" altLang="zh-CN" sz="700" b="1" dirty="0">
                    <a:solidFill>
                      <a:srgbClr val="FFFFFF"/>
                    </a:solidFill>
                    <a:latin typeface="Arial" panose="020B0604020202020204" pitchFamily="34" charset="0"/>
                    <a:ea typeface="Arial" charset="0"/>
                    <a:cs typeface="Arial" charset="0"/>
                  </a:rPr>
                  <a:t>92/1</a:t>
                </a:r>
                <a:endParaRPr kumimoji="1" lang="mr-IN" altLang="zh-CN" sz="700" b="1" dirty="0">
                  <a:solidFill>
                    <a:srgbClr val="FFFFFF"/>
                  </a:solidFill>
                  <a:latin typeface="Arial" panose="020B0604020202020204" pitchFamily="34" charset="0"/>
                  <a:ea typeface="Arial" charset="0"/>
                  <a:cs typeface="Arial" charset="0"/>
                </a:endParaRPr>
              </a:p>
            </p:txBody>
          </p:sp>
          <p:sp>
            <p:nvSpPr>
              <p:cNvPr id="33" name="矩形 18">
                <a:extLst>
                  <a:ext uri="{FF2B5EF4-FFF2-40B4-BE49-F238E27FC236}">
                    <a16:creationId xmlns="" xmlns:a16="http://schemas.microsoft.com/office/drawing/2014/main" id="{2A29AF15-F5C4-A842-A63B-5DBA549CB92F}"/>
                  </a:ext>
                </a:extLst>
              </p:cNvPr>
              <p:cNvSpPr/>
              <p:nvPr userDrawn="1"/>
            </p:nvSpPr>
            <p:spPr>
              <a:xfrm>
                <a:off x="12315636" y="5880294"/>
                <a:ext cx="911019" cy="462672"/>
              </a:xfrm>
              <a:prstGeom prst="rect">
                <a:avLst/>
              </a:prstGeom>
              <a:solidFill>
                <a:srgbClr val="898989"/>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kumimoji="1" lang="mr-IN" altLang="zh-CN" sz="700" b="1" dirty="0">
                    <a:solidFill>
                      <a:srgbClr val="FFFFFF"/>
                    </a:solidFill>
                    <a:latin typeface="Arial" panose="020B0604020202020204" pitchFamily="34" charset="0"/>
                    <a:ea typeface="Arial" charset="0"/>
                    <a:cs typeface="Arial" charset="0"/>
                  </a:rPr>
                  <a:t>RGB</a:t>
                </a:r>
                <a:r>
                  <a:rPr kumimoji="1" lang="en-US" altLang="zh-CN" sz="700" b="1" dirty="0">
                    <a:solidFill>
                      <a:srgbClr val="FFFFFF"/>
                    </a:solidFill>
                    <a:latin typeface="Arial" panose="020B0604020202020204" pitchFamily="34" charset="0"/>
                    <a:ea typeface="Arial" charset="0"/>
                    <a:cs typeface="Arial" charset="0"/>
                  </a:rPr>
                  <a:t> 137/137/137</a:t>
                </a:r>
                <a:endParaRPr kumimoji="1" lang="mr-IN" altLang="zh-CN" sz="700" b="1" dirty="0">
                  <a:solidFill>
                    <a:srgbClr val="FFFFFF"/>
                  </a:solidFill>
                  <a:latin typeface="Arial" panose="020B0604020202020204" pitchFamily="34" charset="0"/>
                  <a:ea typeface="Arial" charset="0"/>
                  <a:cs typeface="Arial" charset="0"/>
                </a:endParaRPr>
              </a:p>
            </p:txBody>
          </p:sp>
          <p:sp>
            <p:nvSpPr>
              <p:cNvPr id="34" name="矩形 19">
                <a:extLst>
                  <a:ext uri="{FF2B5EF4-FFF2-40B4-BE49-F238E27FC236}">
                    <a16:creationId xmlns="" xmlns:a16="http://schemas.microsoft.com/office/drawing/2014/main" id="{E9EA970A-4D36-BC41-B8BE-40DF553320E7}"/>
                  </a:ext>
                </a:extLst>
              </p:cNvPr>
              <p:cNvSpPr/>
              <p:nvPr userDrawn="1"/>
            </p:nvSpPr>
            <p:spPr>
              <a:xfrm>
                <a:off x="12315636" y="5362779"/>
                <a:ext cx="911019" cy="462672"/>
              </a:xfrm>
              <a:prstGeom prst="rect">
                <a:avLst/>
              </a:prstGeom>
              <a:solidFill>
                <a:srgbClr val="231815"/>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kumimoji="1" lang="mr-IN" altLang="zh-CN" sz="700" b="1" dirty="0">
                    <a:solidFill>
                      <a:srgbClr val="FFFFFF"/>
                    </a:solidFill>
                    <a:latin typeface="Arial" panose="020B0604020202020204" pitchFamily="34" charset="0"/>
                    <a:ea typeface="Arial" charset="0"/>
                    <a:cs typeface="Arial" charset="0"/>
                  </a:rPr>
                  <a:t>RGB</a:t>
                </a:r>
                <a:r>
                  <a:rPr kumimoji="1" lang="en-US" altLang="zh-CN" sz="700" b="1" dirty="0">
                    <a:solidFill>
                      <a:srgbClr val="FFFFFF"/>
                    </a:solidFill>
                    <a:latin typeface="Arial" panose="020B0604020202020204" pitchFamily="34" charset="0"/>
                    <a:ea typeface="Arial" charset="0"/>
                    <a:cs typeface="Arial" charset="0"/>
                  </a:rPr>
                  <a:t> 35/24/21</a:t>
                </a:r>
                <a:endParaRPr kumimoji="1" lang="mr-IN" altLang="zh-CN" sz="700" b="1" dirty="0">
                  <a:solidFill>
                    <a:srgbClr val="FFFFFF"/>
                  </a:solidFill>
                  <a:latin typeface="Arial" panose="020B0604020202020204" pitchFamily="34" charset="0"/>
                  <a:ea typeface="Arial" charset="0"/>
                  <a:cs typeface="Arial" charset="0"/>
                </a:endParaRPr>
              </a:p>
            </p:txBody>
          </p:sp>
          <p:sp>
            <p:nvSpPr>
              <p:cNvPr id="35" name="矩形 22">
                <a:extLst>
                  <a:ext uri="{FF2B5EF4-FFF2-40B4-BE49-F238E27FC236}">
                    <a16:creationId xmlns="" xmlns:a16="http://schemas.microsoft.com/office/drawing/2014/main" id="{14EE21FB-1D92-0241-ABA5-5E9A6AEE0DC8}"/>
                  </a:ext>
                </a:extLst>
              </p:cNvPr>
              <p:cNvSpPr/>
              <p:nvPr userDrawn="1"/>
            </p:nvSpPr>
            <p:spPr>
              <a:xfrm>
                <a:off x="12315636" y="6403948"/>
                <a:ext cx="911019" cy="462672"/>
              </a:xfrm>
              <a:prstGeom prst="rect">
                <a:avLst/>
              </a:prstGeom>
              <a:solidFill>
                <a:srgbClr val="DDDDDD"/>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kumimoji="1" lang="mr-IN" altLang="zh-CN" sz="700" b="1" dirty="0">
                    <a:solidFill>
                      <a:srgbClr val="666666"/>
                    </a:solidFill>
                    <a:latin typeface="Arial" panose="020B0604020202020204" pitchFamily="34" charset="0"/>
                    <a:ea typeface="Arial" charset="0"/>
                    <a:cs typeface="Arial" charset="0"/>
                  </a:rPr>
                  <a:t>RGB</a:t>
                </a:r>
                <a:r>
                  <a:rPr kumimoji="1" lang="en-US" altLang="zh-CN" sz="700" b="1" dirty="0">
                    <a:solidFill>
                      <a:srgbClr val="666666"/>
                    </a:solidFill>
                    <a:latin typeface="Arial" panose="020B0604020202020204" pitchFamily="34" charset="0"/>
                    <a:ea typeface="Arial" charset="0"/>
                    <a:cs typeface="Arial" charset="0"/>
                  </a:rPr>
                  <a:t> 221</a:t>
                </a:r>
                <a:r>
                  <a:rPr kumimoji="1" lang="mr-IN" altLang="zh-CN" sz="700" b="1" dirty="0">
                    <a:solidFill>
                      <a:srgbClr val="666666"/>
                    </a:solidFill>
                    <a:latin typeface="Arial" panose="020B0604020202020204" pitchFamily="34" charset="0"/>
                    <a:ea typeface="Arial" charset="0"/>
                    <a:cs typeface="Arial" charset="0"/>
                  </a:rPr>
                  <a:t>/</a:t>
                </a:r>
                <a:r>
                  <a:rPr kumimoji="1" lang="en-US" altLang="zh-CN" sz="700" b="1" dirty="0">
                    <a:solidFill>
                      <a:srgbClr val="666666"/>
                    </a:solidFill>
                    <a:latin typeface="Arial" panose="020B0604020202020204" pitchFamily="34" charset="0"/>
                    <a:ea typeface="Arial" charset="0"/>
                    <a:cs typeface="Arial" charset="0"/>
                  </a:rPr>
                  <a:t>221/221</a:t>
                </a:r>
                <a:endParaRPr kumimoji="1" lang="mr-IN" altLang="zh-CN" sz="700" b="1" dirty="0">
                  <a:solidFill>
                    <a:srgbClr val="666666"/>
                  </a:solidFill>
                  <a:latin typeface="Arial" panose="020B0604020202020204" pitchFamily="34" charset="0"/>
                  <a:ea typeface="Arial" charset="0"/>
                  <a:cs typeface="Arial" charset="0"/>
                </a:endParaRPr>
              </a:p>
            </p:txBody>
          </p:sp>
          <p:sp>
            <p:nvSpPr>
              <p:cNvPr id="36" name="矩形 12">
                <a:extLst>
                  <a:ext uri="{FF2B5EF4-FFF2-40B4-BE49-F238E27FC236}">
                    <a16:creationId xmlns="" xmlns:a16="http://schemas.microsoft.com/office/drawing/2014/main" id="{883734A3-2645-434A-9DCC-1416B6C687CC}"/>
                  </a:ext>
                </a:extLst>
              </p:cNvPr>
              <p:cNvSpPr/>
              <p:nvPr userDrawn="1"/>
            </p:nvSpPr>
            <p:spPr>
              <a:xfrm>
                <a:off x="13288175" y="3785971"/>
                <a:ext cx="885201" cy="462672"/>
              </a:xfrm>
              <a:prstGeom prst="rect">
                <a:avLst/>
              </a:prstGeom>
              <a:solidFill>
                <a:srgbClr val="E98C8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kumimoji="1" lang="mr-IN" altLang="zh-CN" sz="700" b="1" dirty="0">
                    <a:solidFill>
                      <a:srgbClr val="FFFFFF"/>
                    </a:solidFill>
                    <a:latin typeface="Arial" panose="020B0604020202020204" pitchFamily="34" charset="0"/>
                    <a:ea typeface="Arial" charset="0"/>
                    <a:cs typeface="Arial" charset="0"/>
                  </a:rPr>
                  <a:t>RGB</a:t>
                </a:r>
                <a:r>
                  <a:rPr kumimoji="1" lang="en-US" altLang="zh-CN" sz="700" b="1" dirty="0">
                    <a:solidFill>
                      <a:srgbClr val="FFFFFF"/>
                    </a:solidFill>
                    <a:latin typeface="Arial" panose="020B0604020202020204" pitchFamily="34" charset="0"/>
                    <a:ea typeface="Arial" charset="0"/>
                    <a:cs typeface="Arial" charset="0"/>
                  </a:rPr>
                  <a:t> 233</a:t>
                </a:r>
                <a:r>
                  <a:rPr kumimoji="1" lang="mr-IN" altLang="zh-CN" sz="700" b="1" dirty="0">
                    <a:solidFill>
                      <a:srgbClr val="FFFFFF"/>
                    </a:solidFill>
                    <a:latin typeface="Arial" panose="020B0604020202020204" pitchFamily="34" charset="0"/>
                    <a:ea typeface="Arial" charset="0"/>
                    <a:cs typeface="Arial" charset="0"/>
                  </a:rPr>
                  <a:t>/</a:t>
                </a:r>
                <a:r>
                  <a:rPr kumimoji="1" lang="en-US" altLang="zh-CN" sz="700" b="1" dirty="0">
                    <a:solidFill>
                      <a:srgbClr val="FFFFFF"/>
                    </a:solidFill>
                    <a:latin typeface="Arial" panose="020B0604020202020204" pitchFamily="34" charset="0"/>
                    <a:ea typeface="Arial" charset="0"/>
                    <a:cs typeface="Arial" charset="0"/>
                  </a:rPr>
                  <a:t>140/128</a:t>
                </a:r>
                <a:endParaRPr kumimoji="1" lang="mr-IN" altLang="zh-CN" sz="700" b="1" dirty="0">
                  <a:solidFill>
                    <a:srgbClr val="FFFFFF"/>
                  </a:solidFill>
                  <a:latin typeface="Arial" panose="020B0604020202020204" pitchFamily="34" charset="0"/>
                  <a:ea typeface="Arial" charset="0"/>
                  <a:cs typeface="Arial" charset="0"/>
                </a:endParaRPr>
              </a:p>
            </p:txBody>
          </p:sp>
          <p:sp>
            <p:nvSpPr>
              <p:cNvPr id="37" name="矩形 13">
                <a:extLst>
                  <a:ext uri="{FF2B5EF4-FFF2-40B4-BE49-F238E27FC236}">
                    <a16:creationId xmlns="" xmlns:a16="http://schemas.microsoft.com/office/drawing/2014/main" id="{1FF13552-FB3D-134A-A80A-6CFB35DFE1A1}"/>
                  </a:ext>
                </a:extLst>
              </p:cNvPr>
              <p:cNvSpPr/>
              <p:nvPr userDrawn="1"/>
            </p:nvSpPr>
            <p:spPr>
              <a:xfrm>
                <a:off x="13288175" y="3259312"/>
                <a:ext cx="885201" cy="462672"/>
              </a:xfrm>
              <a:prstGeom prst="rect">
                <a:avLst/>
              </a:prstGeom>
              <a:solidFill>
                <a:srgbClr val="A72126"/>
              </a:solidFill>
              <a:ln>
                <a:solidFill>
                  <a:srgbClr val="9F000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kumimoji="1" lang="mr-IN" altLang="zh-CN" sz="700" b="1" dirty="0">
                    <a:solidFill>
                      <a:srgbClr val="FFFFFF"/>
                    </a:solidFill>
                    <a:latin typeface="Arial" panose="020B0604020202020204" pitchFamily="34" charset="0"/>
                    <a:ea typeface="Arial" charset="0"/>
                    <a:cs typeface="Arial" charset="0"/>
                  </a:rPr>
                  <a:t>RGB</a:t>
                </a:r>
                <a:r>
                  <a:rPr kumimoji="1" lang="en-US" altLang="zh-CN" sz="700" b="1" dirty="0">
                    <a:solidFill>
                      <a:srgbClr val="FFFFFF"/>
                    </a:solidFill>
                    <a:latin typeface="Arial" panose="020B0604020202020204" pitchFamily="34" charset="0"/>
                    <a:ea typeface="Arial" charset="0"/>
                    <a:cs typeface="Arial" charset="0"/>
                  </a:rPr>
                  <a:t> 159</a:t>
                </a:r>
                <a:r>
                  <a:rPr kumimoji="1" lang="mr-IN" altLang="zh-CN" sz="700" b="1" dirty="0">
                    <a:solidFill>
                      <a:srgbClr val="FFFFFF"/>
                    </a:solidFill>
                    <a:latin typeface="Arial" panose="020B0604020202020204" pitchFamily="34" charset="0"/>
                    <a:ea typeface="Arial" charset="0"/>
                    <a:cs typeface="Arial" charset="0"/>
                  </a:rPr>
                  <a:t>/</a:t>
                </a:r>
                <a:r>
                  <a:rPr kumimoji="1" lang="en-US" altLang="zh-CN" sz="700" b="1" dirty="0">
                    <a:solidFill>
                      <a:srgbClr val="FFFFFF"/>
                    </a:solidFill>
                    <a:latin typeface="Arial" panose="020B0604020202020204" pitchFamily="34" charset="0"/>
                    <a:ea typeface="Arial" charset="0"/>
                    <a:cs typeface="Arial" charset="0"/>
                  </a:rPr>
                  <a:t>0/1</a:t>
                </a:r>
                <a:endParaRPr kumimoji="1" lang="mr-IN" altLang="zh-CN" sz="700" b="1" dirty="0">
                  <a:solidFill>
                    <a:srgbClr val="FFFFFF"/>
                  </a:solidFill>
                  <a:latin typeface="Arial" panose="020B0604020202020204" pitchFamily="34" charset="0"/>
                  <a:ea typeface="Arial" charset="0"/>
                  <a:cs typeface="Arial" charset="0"/>
                </a:endParaRPr>
              </a:p>
            </p:txBody>
          </p:sp>
          <p:sp>
            <p:nvSpPr>
              <p:cNvPr id="38" name="矩形 16">
                <a:extLst>
                  <a:ext uri="{FF2B5EF4-FFF2-40B4-BE49-F238E27FC236}">
                    <a16:creationId xmlns="" xmlns:a16="http://schemas.microsoft.com/office/drawing/2014/main" id="{0A96471B-CB12-1443-B01F-C14C9112C149}"/>
                  </a:ext>
                </a:extLst>
              </p:cNvPr>
              <p:cNvSpPr/>
              <p:nvPr userDrawn="1"/>
            </p:nvSpPr>
            <p:spPr>
              <a:xfrm>
                <a:off x="13288175" y="4836793"/>
                <a:ext cx="885201" cy="462672"/>
              </a:xfrm>
              <a:prstGeom prst="rect">
                <a:avLst/>
              </a:prstGeom>
              <a:solidFill>
                <a:srgbClr val="F5DC57"/>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kumimoji="1" lang="mr-IN" altLang="zh-CN" sz="700" b="1" dirty="0">
                    <a:solidFill>
                      <a:srgbClr val="666666"/>
                    </a:solidFill>
                    <a:latin typeface="Arial" panose="020B0604020202020204" pitchFamily="34" charset="0"/>
                    <a:ea typeface="Arial" charset="0"/>
                    <a:cs typeface="Arial" charset="0"/>
                  </a:rPr>
                  <a:t>RGB</a:t>
                </a:r>
                <a:r>
                  <a:rPr kumimoji="1" lang="en-US" altLang="zh-CN" sz="700" b="1" dirty="0">
                    <a:solidFill>
                      <a:srgbClr val="666666"/>
                    </a:solidFill>
                    <a:latin typeface="Arial" panose="020B0604020202020204" pitchFamily="34" charset="0"/>
                    <a:ea typeface="Arial" charset="0"/>
                    <a:cs typeface="Arial" charset="0"/>
                  </a:rPr>
                  <a:t> 245</a:t>
                </a:r>
                <a:r>
                  <a:rPr kumimoji="1" lang="mr-IN" altLang="zh-CN" sz="700" b="1" dirty="0">
                    <a:solidFill>
                      <a:srgbClr val="666666"/>
                    </a:solidFill>
                    <a:latin typeface="Arial" panose="020B0604020202020204" pitchFamily="34" charset="0"/>
                    <a:ea typeface="Arial" charset="0"/>
                    <a:cs typeface="Arial" charset="0"/>
                  </a:rPr>
                  <a:t>/</a:t>
                </a:r>
                <a:r>
                  <a:rPr kumimoji="1" lang="en-US" altLang="zh-CN" sz="700" b="1" dirty="0">
                    <a:solidFill>
                      <a:srgbClr val="666666"/>
                    </a:solidFill>
                    <a:latin typeface="Arial" panose="020B0604020202020204" pitchFamily="34" charset="0"/>
                    <a:ea typeface="Arial" charset="0"/>
                    <a:cs typeface="Arial" charset="0"/>
                  </a:rPr>
                  <a:t>220/87</a:t>
                </a:r>
                <a:endParaRPr kumimoji="1" lang="mr-IN" altLang="zh-CN" sz="700" b="1" dirty="0">
                  <a:solidFill>
                    <a:srgbClr val="666666"/>
                  </a:solidFill>
                  <a:latin typeface="Arial" panose="020B0604020202020204" pitchFamily="34" charset="0"/>
                  <a:ea typeface="Arial" charset="0"/>
                  <a:cs typeface="Arial" charset="0"/>
                </a:endParaRPr>
              </a:p>
            </p:txBody>
          </p:sp>
          <p:sp>
            <p:nvSpPr>
              <p:cNvPr id="39" name="矩形 17">
                <a:extLst>
                  <a:ext uri="{FF2B5EF4-FFF2-40B4-BE49-F238E27FC236}">
                    <a16:creationId xmlns="" xmlns:a16="http://schemas.microsoft.com/office/drawing/2014/main" id="{61890D59-CF8B-1449-A836-3A304EC9A907}"/>
                  </a:ext>
                </a:extLst>
              </p:cNvPr>
              <p:cNvSpPr/>
              <p:nvPr userDrawn="1"/>
            </p:nvSpPr>
            <p:spPr>
              <a:xfrm>
                <a:off x="13288175" y="4319278"/>
                <a:ext cx="885201" cy="462672"/>
              </a:xfrm>
              <a:prstGeom prst="rect">
                <a:avLst/>
              </a:prstGeom>
              <a:solidFill>
                <a:srgbClr val="F085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kumimoji="1" lang="mr-IN" altLang="zh-CN" sz="700" b="1" dirty="0">
                    <a:solidFill>
                      <a:srgbClr val="FFFFFF"/>
                    </a:solidFill>
                    <a:latin typeface="Arial" panose="020B0604020202020204" pitchFamily="34" charset="0"/>
                    <a:ea typeface="Arial" charset="0"/>
                    <a:cs typeface="Arial" charset="0"/>
                  </a:rPr>
                  <a:t>RGB</a:t>
                </a:r>
                <a:r>
                  <a:rPr kumimoji="1" lang="en-US" altLang="zh-CN" sz="700" b="1" dirty="0">
                    <a:solidFill>
                      <a:srgbClr val="FFFFFF"/>
                    </a:solidFill>
                    <a:latin typeface="Arial" panose="020B0604020202020204" pitchFamily="34" charset="0"/>
                    <a:ea typeface="Arial" charset="0"/>
                    <a:cs typeface="Arial" charset="0"/>
                  </a:rPr>
                  <a:t> 240</a:t>
                </a:r>
                <a:r>
                  <a:rPr kumimoji="1" lang="mr-IN" altLang="zh-CN" sz="700" b="1" dirty="0">
                    <a:solidFill>
                      <a:srgbClr val="FFFFFF"/>
                    </a:solidFill>
                    <a:latin typeface="Arial" panose="020B0604020202020204" pitchFamily="34" charset="0"/>
                    <a:ea typeface="Arial" charset="0"/>
                    <a:cs typeface="Arial" charset="0"/>
                  </a:rPr>
                  <a:t>/</a:t>
                </a:r>
                <a:r>
                  <a:rPr kumimoji="1" lang="en-US" altLang="zh-CN" sz="700" b="1" dirty="0">
                    <a:solidFill>
                      <a:srgbClr val="FFFFFF"/>
                    </a:solidFill>
                    <a:latin typeface="Arial" panose="020B0604020202020204" pitchFamily="34" charset="0"/>
                    <a:ea typeface="Arial" charset="0"/>
                    <a:cs typeface="Arial" charset="0"/>
                  </a:rPr>
                  <a:t>133/0</a:t>
                </a:r>
                <a:endParaRPr kumimoji="1" lang="mr-IN" altLang="zh-CN" sz="700" b="1" dirty="0">
                  <a:solidFill>
                    <a:srgbClr val="FFFFFF"/>
                  </a:solidFill>
                  <a:latin typeface="Arial" panose="020B0604020202020204" pitchFamily="34" charset="0"/>
                  <a:ea typeface="Arial" charset="0"/>
                  <a:cs typeface="Arial" charset="0"/>
                </a:endParaRPr>
              </a:p>
            </p:txBody>
          </p:sp>
          <p:sp>
            <p:nvSpPr>
              <p:cNvPr id="40" name="矩形 18">
                <a:extLst>
                  <a:ext uri="{FF2B5EF4-FFF2-40B4-BE49-F238E27FC236}">
                    <a16:creationId xmlns="" xmlns:a16="http://schemas.microsoft.com/office/drawing/2014/main" id="{0466A1E1-E7C7-FD49-9880-9E44BED19FF5}"/>
                  </a:ext>
                </a:extLst>
              </p:cNvPr>
              <p:cNvSpPr/>
              <p:nvPr userDrawn="1"/>
            </p:nvSpPr>
            <p:spPr>
              <a:xfrm>
                <a:off x="13288171" y="5880294"/>
                <a:ext cx="911019" cy="462672"/>
              </a:xfrm>
              <a:prstGeom prst="rect">
                <a:avLst/>
              </a:prstGeom>
              <a:solidFill>
                <a:srgbClr val="B5B5B5"/>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kumimoji="1" lang="mr-IN" altLang="zh-CN" sz="700" b="1" dirty="0">
                    <a:solidFill>
                      <a:srgbClr val="FFFFFF"/>
                    </a:solidFill>
                    <a:latin typeface="Arial" panose="020B0604020202020204" pitchFamily="34" charset="0"/>
                    <a:ea typeface="Arial" charset="0"/>
                    <a:cs typeface="Arial" charset="0"/>
                  </a:rPr>
                  <a:t>RGB</a:t>
                </a:r>
                <a:r>
                  <a:rPr kumimoji="1" lang="en-US" altLang="zh-CN" sz="700" b="1" dirty="0">
                    <a:solidFill>
                      <a:srgbClr val="FFFFFF"/>
                    </a:solidFill>
                    <a:latin typeface="Arial" panose="020B0604020202020204" pitchFamily="34" charset="0"/>
                    <a:ea typeface="Arial" charset="0"/>
                    <a:cs typeface="Arial" charset="0"/>
                  </a:rPr>
                  <a:t> 181</a:t>
                </a:r>
                <a:r>
                  <a:rPr kumimoji="1" lang="mr-IN" altLang="zh-CN" sz="700" b="1" dirty="0">
                    <a:solidFill>
                      <a:srgbClr val="FFFFFF"/>
                    </a:solidFill>
                    <a:latin typeface="Arial" panose="020B0604020202020204" pitchFamily="34" charset="0"/>
                    <a:ea typeface="Arial" charset="0"/>
                    <a:cs typeface="Arial" charset="0"/>
                  </a:rPr>
                  <a:t>/</a:t>
                </a:r>
                <a:r>
                  <a:rPr kumimoji="1" lang="en-US" altLang="zh-CN" sz="700" b="1" dirty="0">
                    <a:solidFill>
                      <a:srgbClr val="FFFFFF"/>
                    </a:solidFill>
                    <a:latin typeface="Arial" panose="020B0604020202020204" pitchFamily="34" charset="0"/>
                    <a:ea typeface="Arial" charset="0"/>
                    <a:cs typeface="Arial" charset="0"/>
                  </a:rPr>
                  <a:t>181/181</a:t>
                </a:r>
                <a:endParaRPr kumimoji="1" lang="mr-IN" altLang="zh-CN" sz="700" b="1" dirty="0">
                  <a:solidFill>
                    <a:srgbClr val="FFFFFF"/>
                  </a:solidFill>
                  <a:latin typeface="Arial" panose="020B0604020202020204" pitchFamily="34" charset="0"/>
                  <a:ea typeface="Arial" charset="0"/>
                  <a:cs typeface="Arial" charset="0"/>
                </a:endParaRPr>
              </a:p>
            </p:txBody>
          </p:sp>
          <p:sp>
            <p:nvSpPr>
              <p:cNvPr id="42" name="矩形 19">
                <a:extLst>
                  <a:ext uri="{FF2B5EF4-FFF2-40B4-BE49-F238E27FC236}">
                    <a16:creationId xmlns="" xmlns:a16="http://schemas.microsoft.com/office/drawing/2014/main" id="{B21AD6AC-1275-0142-A9EA-D77B26CB40EF}"/>
                  </a:ext>
                </a:extLst>
              </p:cNvPr>
              <p:cNvSpPr/>
              <p:nvPr userDrawn="1"/>
            </p:nvSpPr>
            <p:spPr>
              <a:xfrm>
                <a:off x="13288171" y="5362779"/>
                <a:ext cx="911019" cy="462672"/>
              </a:xfrm>
              <a:prstGeom prst="rect">
                <a:avLst/>
              </a:prstGeom>
              <a:solidFill>
                <a:srgbClr val="595757"/>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kumimoji="1" lang="mr-IN" altLang="zh-CN" sz="700" b="1" dirty="0">
                    <a:solidFill>
                      <a:srgbClr val="FFFFFF"/>
                    </a:solidFill>
                    <a:latin typeface="Arial" panose="020B0604020202020204" pitchFamily="34" charset="0"/>
                    <a:ea typeface="Arial" charset="0"/>
                    <a:cs typeface="Arial" charset="0"/>
                  </a:rPr>
                  <a:t>RGB</a:t>
                </a:r>
                <a:r>
                  <a:rPr kumimoji="1" lang="en-US" altLang="zh-CN" sz="700" b="1" dirty="0">
                    <a:solidFill>
                      <a:srgbClr val="FFFFFF"/>
                    </a:solidFill>
                    <a:latin typeface="Arial" panose="020B0604020202020204" pitchFamily="34" charset="0"/>
                    <a:ea typeface="Arial" charset="0"/>
                    <a:cs typeface="Arial" charset="0"/>
                  </a:rPr>
                  <a:t> 89</a:t>
                </a:r>
                <a:r>
                  <a:rPr kumimoji="1" lang="mr-IN" altLang="zh-CN" sz="700" b="1" dirty="0">
                    <a:solidFill>
                      <a:srgbClr val="FFFFFF"/>
                    </a:solidFill>
                    <a:latin typeface="Arial" panose="020B0604020202020204" pitchFamily="34" charset="0"/>
                    <a:ea typeface="Arial" charset="0"/>
                    <a:cs typeface="Arial" charset="0"/>
                  </a:rPr>
                  <a:t>/</a:t>
                </a:r>
                <a:r>
                  <a:rPr kumimoji="1" lang="en-US" altLang="zh-CN" sz="700" b="1" dirty="0">
                    <a:solidFill>
                      <a:srgbClr val="FFFFFF"/>
                    </a:solidFill>
                    <a:latin typeface="Arial" panose="020B0604020202020204" pitchFamily="34" charset="0"/>
                    <a:ea typeface="Arial" charset="0"/>
                    <a:cs typeface="Arial" charset="0"/>
                  </a:rPr>
                  <a:t>87/87</a:t>
                </a:r>
                <a:endParaRPr kumimoji="1" lang="mr-IN" altLang="zh-CN" sz="700" b="1" dirty="0">
                  <a:solidFill>
                    <a:srgbClr val="FFFFFF"/>
                  </a:solidFill>
                  <a:latin typeface="Arial" panose="020B0604020202020204" pitchFamily="34" charset="0"/>
                  <a:ea typeface="Arial" charset="0"/>
                  <a:cs typeface="Arial" charset="0"/>
                </a:endParaRPr>
              </a:p>
            </p:txBody>
          </p:sp>
          <p:sp>
            <p:nvSpPr>
              <p:cNvPr id="43" name="矩形 22">
                <a:extLst>
                  <a:ext uri="{FF2B5EF4-FFF2-40B4-BE49-F238E27FC236}">
                    <a16:creationId xmlns="" xmlns:a16="http://schemas.microsoft.com/office/drawing/2014/main" id="{238BAC2A-AE09-A84D-875D-8472236D6610}"/>
                  </a:ext>
                </a:extLst>
              </p:cNvPr>
              <p:cNvSpPr/>
              <p:nvPr userDrawn="1"/>
            </p:nvSpPr>
            <p:spPr>
              <a:xfrm>
                <a:off x="13288171" y="6403948"/>
                <a:ext cx="911019" cy="462672"/>
              </a:xfrm>
              <a:prstGeom prst="rect">
                <a:avLst/>
              </a:prstGeom>
              <a:solidFill>
                <a:srgbClr val="FFFFFF"/>
              </a:solidFill>
              <a:ln w="6350">
                <a:solidFill>
                  <a:schemeClr val="bg1">
                    <a:lumMod val="10000"/>
                    <a:lumOff val="9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kumimoji="1" lang="mr-IN" altLang="zh-CN" sz="700" b="1" dirty="0">
                    <a:solidFill>
                      <a:srgbClr val="666666"/>
                    </a:solidFill>
                    <a:latin typeface="Arial" panose="020B0604020202020204" pitchFamily="34" charset="0"/>
                    <a:ea typeface="Arial" charset="0"/>
                    <a:cs typeface="Arial" charset="0"/>
                  </a:rPr>
                  <a:t>RGB</a:t>
                </a:r>
                <a:r>
                  <a:rPr kumimoji="1" lang="en-US" altLang="zh-CN" sz="700" b="1" dirty="0">
                    <a:solidFill>
                      <a:srgbClr val="666666"/>
                    </a:solidFill>
                    <a:latin typeface="Arial" panose="020B0604020202020204" pitchFamily="34" charset="0"/>
                    <a:ea typeface="Arial" charset="0"/>
                    <a:cs typeface="Arial" charset="0"/>
                  </a:rPr>
                  <a:t> 255</a:t>
                </a:r>
                <a:r>
                  <a:rPr kumimoji="1" lang="mr-IN" altLang="zh-CN" sz="700" b="1" dirty="0">
                    <a:solidFill>
                      <a:srgbClr val="666666"/>
                    </a:solidFill>
                    <a:latin typeface="Arial" panose="020B0604020202020204" pitchFamily="34" charset="0"/>
                    <a:ea typeface="Arial" charset="0"/>
                    <a:cs typeface="Arial" charset="0"/>
                  </a:rPr>
                  <a:t>/</a:t>
                </a:r>
                <a:r>
                  <a:rPr kumimoji="1" lang="en-US" altLang="zh-CN" sz="700" b="1" dirty="0">
                    <a:solidFill>
                      <a:srgbClr val="666666"/>
                    </a:solidFill>
                    <a:latin typeface="Arial" panose="020B0604020202020204" pitchFamily="34" charset="0"/>
                    <a:ea typeface="Arial" charset="0"/>
                    <a:cs typeface="Arial" charset="0"/>
                  </a:rPr>
                  <a:t>255/255</a:t>
                </a:r>
                <a:endParaRPr kumimoji="1" lang="mr-IN" altLang="zh-CN" sz="700" b="1" dirty="0">
                  <a:solidFill>
                    <a:srgbClr val="666666"/>
                  </a:solidFill>
                  <a:latin typeface="Arial" panose="020B0604020202020204" pitchFamily="34" charset="0"/>
                  <a:ea typeface="Arial" charset="0"/>
                  <a:cs typeface="Arial" charset="0"/>
                </a:endParaRPr>
              </a:p>
            </p:txBody>
          </p:sp>
        </p:grpSp>
      </p:grpSp>
      <p:sp>
        <p:nvSpPr>
          <p:cNvPr id="5" name="CuadroTexto 4">
            <a:extLst>
              <a:ext uri="{FF2B5EF4-FFF2-40B4-BE49-F238E27FC236}">
                <a16:creationId xmlns="" xmlns:a16="http://schemas.microsoft.com/office/drawing/2014/main" id="{B4190A10-E784-4B44-B5EB-A2DAE1A621A0}"/>
              </a:ext>
            </a:extLst>
          </p:cNvPr>
          <p:cNvSpPr txBox="1"/>
          <p:nvPr userDrawn="1">
            <p:extLst>
              <p:ext uri="{1162E1C5-73C7-4A58-AE30-91384D911F3F}">
                <p184:classification xmlns="" xmlns:p184="http://schemas.microsoft.com/office/powerpoint/2018/4/main" val="hdr"/>
              </p:ext>
            </p:extLst>
          </p:nvPr>
        </p:nvSpPr>
        <p:spPr>
          <a:xfrm>
            <a:off x="11083925" y="0"/>
            <a:ext cx="1141413" cy="152400"/>
          </a:xfrm>
          <a:prstGeom prst="rect">
            <a:avLst/>
          </a:prstGeom>
        </p:spPr>
        <p:txBody>
          <a:bodyPr horzOverflow="overflow" lIns="0" tIns="0" rIns="0" bIns="0">
            <a:spAutoFit/>
          </a:bodyPr>
          <a:lstStyle/>
          <a:p>
            <a:pPr algn="l"/>
            <a:r>
              <a:rPr lang="es-AR" sz="1000">
                <a:solidFill>
                  <a:srgbClr val="000000"/>
                </a:solidFill>
                <a:latin typeface="Calibri" panose="020F0502020204030204" pitchFamily="34" charset="0"/>
                <a:cs typeface="Calibri" panose="020F0502020204030204" pitchFamily="34" charset="0"/>
              </a:rPr>
              <a:t>Documento: Personal</a:t>
            </a:r>
          </a:p>
        </p:txBody>
      </p:sp>
    </p:spTree>
    <p:extLst>
      <p:ext uri="{BB962C8B-B14F-4D97-AF65-F5344CB8AC3E}">
        <p14:creationId xmlns:p14="http://schemas.microsoft.com/office/powerpoint/2010/main" val="2124213446"/>
      </p:ext>
    </p:extLst>
  </p:cSld>
  <p:clrMap bg1="lt1" tx1="dk1" bg2="lt2" tx2="dk2" accent1="accent1" accent2="accent2" accent3="accent3" accent4="accent4" accent5="accent5" accent6="accent6" hlink="hlink" folHlink="folHlink"/>
  <p:sldLayoutIdLst>
    <p:sldLayoutId id="2147483991" r:id="rId1"/>
    <p:sldLayoutId id="2147483992" r:id="rId2"/>
    <p:sldLayoutId id="2147483994" r:id="rId3"/>
    <p:sldLayoutId id="2147483996" r:id="rId4"/>
  </p:sldLayoutIdLst>
  <p:hf hdr="0" ftr="0" dt="0"/>
  <p:txStyles>
    <p:titleStyle>
      <a:lvl1pPr algn="l" defTabSz="1187798" rtl="0" eaLnBrk="1" latinLnBrk="0" hangingPunct="1">
        <a:lnSpc>
          <a:spcPct val="90000"/>
        </a:lnSpc>
        <a:spcBef>
          <a:spcPct val="0"/>
        </a:spcBef>
        <a:buNone/>
        <a:defRPr sz="5716" kern="1200">
          <a:solidFill>
            <a:schemeClr val="tx1"/>
          </a:solidFill>
          <a:latin typeface="+mj-lt"/>
          <a:ea typeface="+mj-ea"/>
          <a:cs typeface="+mj-cs"/>
        </a:defRPr>
      </a:lvl1pPr>
    </p:titleStyle>
    <p:bodyStyle>
      <a:lvl1pPr marL="296950" indent="-296950" algn="l" defTabSz="1187798" rtl="0" eaLnBrk="1" latinLnBrk="0" hangingPunct="1">
        <a:lnSpc>
          <a:spcPct val="90000"/>
        </a:lnSpc>
        <a:spcBef>
          <a:spcPts val="1299"/>
        </a:spcBef>
        <a:buFont typeface="Arial" panose="020B0604020202020204" pitchFamily="34" charset="0"/>
        <a:buChar char="•"/>
        <a:defRPr sz="3636" kern="1200">
          <a:solidFill>
            <a:schemeClr val="tx1"/>
          </a:solidFill>
          <a:latin typeface="+mn-lt"/>
          <a:ea typeface="+mn-ea"/>
          <a:cs typeface="+mn-cs"/>
        </a:defRPr>
      </a:lvl1pPr>
      <a:lvl2pPr marL="890849" indent="-296950" algn="l" defTabSz="1187798" rtl="0" eaLnBrk="1" latinLnBrk="0" hangingPunct="1">
        <a:lnSpc>
          <a:spcPct val="90000"/>
        </a:lnSpc>
        <a:spcBef>
          <a:spcPts val="650"/>
        </a:spcBef>
        <a:buFont typeface="Arial" panose="020B0604020202020204" pitchFamily="34" charset="0"/>
        <a:buChar char="•"/>
        <a:defRPr sz="3118" kern="1200">
          <a:solidFill>
            <a:schemeClr val="tx1"/>
          </a:solidFill>
          <a:latin typeface="+mn-lt"/>
          <a:ea typeface="+mn-ea"/>
          <a:cs typeface="+mn-cs"/>
        </a:defRPr>
      </a:lvl2pPr>
      <a:lvl3pPr marL="1484748" indent="-296950" algn="l" defTabSz="1187798" rtl="0" eaLnBrk="1" latinLnBrk="0" hangingPunct="1">
        <a:lnSpc>
          <a:spcPct val="90000"/>
        </a:lnSpc>
        <a:spcBef>
          <a:spcPts val="650"/>
        </a:spcBef>
        <a:buFont typeface="Arial" panose="020B0604020202020204" pitchFamily="34" charset="0"/>
        <a:buChar char="•"/>
        <a:defRPr sz="2598" kern="1200">
          <a:solidFill>
            <a:schemeClr val="tx1"/>
          </a:solidFill>
          <a:latin typeface="+mn-lt"/>
          <a:ea typeface="+mn-ea"/>
          <a:cs typeface="+mn-cs"/>
        </a:defRPr>
      </a:lvl3pPr>
      <a:lvl4pPr marL="2078648" indent="-296950" algn="l" defTabSz="1187798" rtl="0" eaLnBrk="1" latinLnBrk="0" hangingPunct="1">
        <a:lnSpc>
          <a:spcPct val="90000"/>
        </a:lnSpc>
        <a:spcBef>
          <a:spcPts val="650"/>
        </a:spcBef>
        <a:buFont typeface="Arial" panose="020B0604020202020204" pitchFamily="34" charset="0"/>
        <a:buChar char="•"/>
        <a:defRPr sz="2338" kern="1200">
          <a:solidFill>
            <a:schemeClr val="tx1"/>
          </a:solidFill>
          <a:latin typeface="+mn-lt"/>
          <a:ea typeface="+mn-ea"/>
          <a:cs typeface="+mn-cs"/>
        </a:defRPr>
      </a:lvl4pPr>
      <a:lvl5pPr marL="2672547" indent="-296950" algn="l" defTabSz="1187798" rtl="0" eaLnBrk="1" latinLnBrk="0" hangingPunct="1">
        <a:lnSpc>
          <a:spcPct val="90000"/>
        </a:lnSpc>
        <a:spcBef>
          <a:spcPts val="650"/>
        </a:spcBef>
        <a:buFont typeface="Arial" panose="020B0604020202020204" pitchFamily="34" charset="0"/>
        <a:buChar char="•"/>
        <a:defRPr sz="2338" kern="1200">
          <a:solidFill>
            <a:schemeClr val="tx1"/>
          </a:solidFill>
          <a:latin typeface="+mn-lt"/>
          <a:ea typeface="+mn-ea"/>
          <a:cs typeface="+mn-cs"/>
        </a:defRPr>
      </a:lvl5pPr>
      <a:lvl6pPr marL="3266447" indent="-296950" algn="l" defTabSz="1187798" rtl="0" eaLnBrk="1" latinLnBrk="0" hangingPunct="1">
        <a:lnSpc>
          <a:spcPct val="90000"/>
        </a:lnSpc>
        <a:spcBef>
          <a:spcPts val="650"/>
        </a:spcBef>
        <a:buFont typeface="Arial" panose="020B0604020202020204" pitchFamily="34" charset="0"/>
        <a:buChar char="•"/>
        <a:defRPr sz="2338" kern="1200">
          <a:solidFill>
            <a:schemeClr val="tx1"/>
          </a:solidFill>
          <a:latin typeface="+mn-lt"/>
          <a:ea typeface="+mn-ea"/>
          <a:cs typeface="+mn-cs"/>
        </a:defRPr>
      </a:lvl6pPr>
      <a:lvl7pPr marL="3860346" indent="-296950" algn="l" defTabSz="1187798" rtl="0" eaLnBrk="1" latinLnBrk="0" hangingPunct="1">
        <a:lnSpc>
          <a:spcPct val="90000"/>
        </a:lnSpc>
        <a:spcBef>
          <a:spcPts val="650"/>
        </a:spcBef>
        <a:buFont typeface="Arial" panose="020B0604020202020204" pitchFamily="34" charset="0"/>
        <a:buChar char="•"/>
        <a:defRPr sz="2338" kern="1200">
          <a:solidFill>
            <a:schemeClr val="tx1"/>
          </a:solidFill>
          <a:latin typeface="+mn-lt"/>
          <a:ea typeface="+mn-ea"/>
          <a:cs typeface="+mn-cs"/>
        </a:defRPr>
      </a:lvl7pPr>
      <a:lvl8pPr marL="4454245" indent="-296950" algn="l" defTabSz="1187798" rtl="0" eaLnBrk="1" latinLnBrk="0" hangingPunct="1">
        <a:lnSpc>
          <a:spcPct val="90000"/>
        </a:lnSpc>
        <a:spcBef>
          <a:spcPts val="650"/>
        </a:spcBef>
        <a:buFont typeface="Arial" panose="020B0604020202020204" pitchFamily="34" charset="0"/>
        <a:buChar char="•"/>
        <a:defRPr sz="2338" kern="1200">
          <a:solidFill>
            <a:schemeClr val="tx1"/>
          </a:solidFill>
          <a:latin typeface="+mn-lt"/>
          <a:ea typeface="+mn-ea"/>
          <a:cs typeface="+mn-cs"/>
        </a:defRPr>
      </a:lvl8pPr>
      <a:lvl9pPr marL="5048144" indent="-296950" algn="l" defTabSz="1187798" rtl="0" eaLnBrk="1" latinLnBrk="0" hangingPunct="1">
        <a:lnSpc>
          <a:spcPct val="90000"/>
        </a:lnSpc>
        <a:spcBef>
          <a:spcPts val="650"/>
        </a:spcBef>
        <a:buFont typeface="Arial" panose="020B0604020202020204" pitchFamily="34" charset="0"/>
        <a:buChar char="•"/>
        <a:defRPr sz="2338" kern="1200">
          <a:solidFill>
            <a:schemeClr val="tx1"/>
          </a:solidFill>
          <a:latin typeface="+mn-lt"/>
          <a:ea typeface="+mn-ea"/>
          <a:cs typeface="+mn-cs"/>
        </a:defRPr>
      </a:lvl9pPr>
    </p:bodyStyle>
    <p:otherStyle>
      <a:defPPr>
        <a:defRPr lang="en-US"/>
      </a:defPPr>
      <a:lvl1pPr marL="0" algn="l" defTabSz="1187798" rtl="0" eaLnBrk="1" latinLnBrk="0" hangingPunct="1">
        <a:defRPr sz="2338" kern="1200">
          <a:solidFill>
            <a:schemeClr val="tx1"/>
          </a:solidFill>
          <a:latin typeface="+mn-lt"/>
          <a:ea typeface="+mn-ea"/>
          <a:cs typeface="+mn-cs"/>
        </a:defRPr>
      </a:lvl1pPr>
      <a:lvl2pPr marL="593900" algn="l" defTabSz="1187798" rtl="0" eaLnBrk="1" latinLnBrk="0" hangingPunct="1">
        <a:defRPr sz="2338" kern="1200">
          <a:solidFill>
            <a:schemeClr val="tx1"/>
          </a:solidFill>
          <a:latin typeface="+mn-lt"/>
          <a:ea typeface="+mn-ea"/>
          <a:cs typeface="+mn-cs"/>
        </a:defRPr>
      </a:lvl2pPr>
      <a:lvl3pPr marL="1187798" algn="l" defTabSz="1187798" rtl="0" eaLnBrk="1" latinLnBrk="0" hangingPunct="1">
        <a:defRPr sz="2338" kern="1200">
          <a:solidFill>
            <a:schemeClr val="tx1"/>
          </a:solidFill>
          <a:latin typeface="+mn-lt"/>
          <a:ea typeface="+mn-ea"/>
          <a:cs typeface="+mn-cs"/>
        </a:defRPr>
      </a:lvl3pPr>
      <a:lvl4pPr marL="1781699" algn="l" defTabSz="1187798" rtl="0" eaLnBrk="1" latinLnBrk="0" hangingPunct="1">
        <a:defRPr sz="2338" kern="1200">
          <a:solidFill>
            <a:schemeClr val="tx1"/>
          </a:solidFill>
          <a:latin typeface="+mn-lt"/>
          <a:ea typeface="+mn-ea"/>
          <a:cs typeface="+mn-cs"/>
        </a:defRPr>
      </a:lvl4pPr>
      <a:lvl5pPr marL="2375598" algn="l" defTabSz="1187798" rtl="0" eaLnBrk="1" latinLnBrk="0" hangingPunct="1">
        <a:defRPr sz="2338" kern="1200">
          <a:solidFill>
            <a:schemeClr val="tx1"/>
          </a:solidFill>
          <a:latin typeface="+mn-lt"/>
          <a:ea typeface="+mn-ea"/>
          <a:cs typeface="+mn-cs"/>
        </a:defRPr>
      </a:lvl5pPr>
      <a:lvl6pPr marL="2969497" algn="l" defTabSz="1187798" rtl="0" eaLnBrk="1" latinLnBrk="0" hangingPunct="1">
        <a:defRPr sz="2338" kern="1200">
          <a:solidFill>
            <a:schemeClr val="tx1"/>
          </a:solidFill>
          <a:latin typeface="+mn-lt"/>
          <a:ea typeface="+mn-ea"/>
          <a:cs typeface="+mn-cs"/>
        </a:defRPr>
      </a:lvl6pPr>
      <a:lvl7pPr marL="3563396" algn="l" defTabSz="1187798" rtl="0" eaLnBrk="1" latinLnBrk="0" hangingPunct="1">
        <a:defRPr sz="2338" kern="1200">
          <a:solidFill>
            <a:schemeClr val="tx1"/>
          </a:solidFill>
          <a:latin typeface="+mn-lt"/>
          <a:ea typeface="+mn-ea"/>
          <a:cs typeface="+mn-cs"/>
        </a:defRPr>
      </a:lvl7pPr>
      <a:lvl8pPr marL="4157297" algn="l" defTabSz="1187798" rtl="0" eaLnBrk="1" latinLnBrk="0" hangingPunct="1">
        <a:defRPr sz="2338" kern="1200">
          <a:solidFill>
            <a:schemeClr val="tx1"/>
          </a:solidFill>
          <a:latin typeface="+mn-lt"/>
          <a:ea typeface="+mn-ea"/>
          <a:cs typeface="+mn-cs"/>
        </a:defRPr>
      </a:lvl8pPr>
      <a:lvl9pPr marL="4751195" algn="l" defTabSz="1187798" rtl="0" eaLnBrk="1" latinLnBrk="0" hangingPunct="1">
        <a:defRPr sz="2338" kern="1200">
          <a:solidFill>
            <a:schemeClr val="tx1"/>
          </a:solidFill>
          <a:latin typeface="+mn-lt"/>
          <a:ea typeface="+mn-ea"/>
          <a:cs typeface="+mn-cs"/>
        </a:defRPr>
      </a:lvl9pPr>
    </p:otherStyle>
  </p:txStyles>
  <p:extLst>
    <p:ext uri="{27BBF7A9-308A-43DC-89C8-2F10F3537804}">
      <p15:sldGuideLst xmlns="" xmlns:p15="http://schemas.microsoft.com/office/powerpoint/2012/main">
        <p15:guide id="1" orient="horz" pos="2161">
          <p15:clr>
            <a:srgbClr val="F26B43"/>
          </p15:clr>
        </p15:guide>
        <p15:guide id="2" pos="3842">
          <p15:clr>
            <a:srgbClr val="F26B43"/>
          </p15:clr>
        </p15:guide>
        <p15:guide id="3" pos="458">
          <p15:clr>
            <a:srgbClr val="F26B43"/>
          </p15:clr>
        </p15:guide>
        <p15:guide id="4" pos="7225">
          <p15:clr>
            <a:srgbClr val="F26B43"/>
          </p15:clr>
        </p15:guide>
        <p15:guide id="5" orient="horz" pos="4100">
          <p15:clr>
            <a:srgbClr val="F26B43"/>
          </p15:clr>
        </p15:guide>
      </p15:sldGuideLst>
    </p:ext>
  </p:extLst>
</p:sldMaster>
</file>

<file path=ppt/slideMasters/slideMaster7.xml><?xml version="1.0" encoding="utf-8"?>
<p:sldMaster xmlns:a="http://schemas.openxmlformats.org/drawingml/2006/main" xmlns:r="http://schemas.openxmlformats.org/officeDocument/2006/relationships" xmlns:p="http://schemas.openxmlformats.org/presentationml/2006/main" preserve="1">
  <p:cSld>
    <p:bg>
      <p:bgPr>
        <a:solidFill>
          <a:srgbClr val="FFFFFF"/>
        </a:solidFill>
        <a:effectLst/>
      </p:bgPr>
    </p:bg>
    <p:spTree>
      <p:nvGrpSpPr>
        <p:cNvPr id="1" name=""/>
        <p:cNvGrpSpPr/>
        <p:nvPr/>
      </p:nvGrpSpPr>
      <p:grpSpPr>
        <a:xfrm>
          <a:off x="0" y="0"/>
          <a:ext cx="0" cy="0"/>
          <a:chOff x="0" y="0"/>
          <a:chExt cx="0" cy="0"/>
        </a:xfrm>
      </p:grpSpPr>
      <p:sp>
        <p:nvSpPr>
          <p:cNvPr id="3" name="TextBox 2">
            <a:extLst>
              <a:ext uri="{FF2B5EF4-FFF2-40B4-BE49-F238E27FC236}">
                <a16:creationId xmlns="" xmlns:a16="http://schemas.microsoft.com/office/drawing/2014/main" id="{6785A3D6-1271-D247-9E96-1B376F4BE7BE}"/>
              </a:ext>
            </a:extLst>
          </p:cNvPr>
          <p:cNvSpPr txBox="1"/>
          <p:nvPr userDrawn="1"/>
        </p:nvSpPr>
        <p:spPr>
          <a:xfrm>
            <a:off x="1095467" y="6356939"/>
            <a:ext cx="1463467" cy="242864"/>
          </a:xfrm>
          <a:prstGeom prst="rect">
            <a:avLst/>
          </a:prstGeom>
          <a:noFill/>
        </p:spPr>
        <p:txBody>
          <a:bodyPr wrap="square" rtlCol="0">
            <a:spAutoFit/>
          </a:bodyPr>
          <a:lstStyle/>
          <a:p>
            <a:r>
              <a:rPr lang="en-US" sz="974" dirty="0">
                <a:solidFill>
                  <a:srgbClr val="1D1D1B"/>
                </a:solidFill>
                <a:latin typeface="Arial" panose="020B0604020202020204" pitchFamily="34" charset="0"/>
                <a:cs typeface="Arial" panose="020B0604020202020204" pitchFamily="34" charset="0"/>
              </a:rPr>
              <a:t>Huawei Confidential</a:t>
            </a:r>
          </a:p>
        </p:txBody>
      </p:sp>
      <p:sp>
        <p:nvSpPr>
          <p:cNvPr id="4" name="TextBox 3">
            <a:extLst>
              <a:ext uri="{FF2B5EF4-FFF2-40B4-BE49-F238E27FC236}">
                <a16:creationId xmlns="" xmlns:a16="http://schemas.microsoft.com/office/drawing/2014/main" id="{EABEE2EE-BF4D-7A4A-B3C6-9E47668CCD98}"/>
              </a:ext>
            </a:extLst>
          </p:cNvPr>
          <p:cNvSpPr txBox="1"/>
          <p:nvPr userDrawn="1"/>
        </p:nvSpPr>
        <p:spPr>
          <a:xfrm>
            <a:off x="734131" y="6402806"/>
            <a:ext cx="499729" cy="150296"/>
          </a:xfrm>
          <a:prstGeom prst="rect">
            <a:avLst/>
          </a:prstGeom>
          <a:noFill/>
        </p:spPr>
        <p:txBody>
          <a:bodyPr wrap="square" lIns="0" tIns="0" rIns="0" bIns="0" rtlCol="0">
            <a:spAutoFit/>
          </a:bodyPr>
          <a:lstStyle/>
          <a:p>
            <a:pPr defTabSz="890849">
              <a:defRPr/>
            </a:pPr>
            <a:fld id="{C3837181-38C6-AD4F-B8BA-B444770388BB}" type="slidenum">
              <a:rPr lang="en-US" sz="974" smtClean="0">
                <a:solidFill>
                  <a:srgbClr val="1D1D1B"/>
                </a:solidFill>
                <a:latin typeface="Arial" panose="020B0604020202020204" pitchFamily="34" charset="0"/>
                <a:cs typeface="Arial" panose="020B0604020202020204" pitchFamily="34" charset="0"/>
              </a:rPr>
              <a:pPr defTabSz="890849">
                <a:defRPr/>
              </a:pPr>
              <a:t>‹Nº›</a:t>
            </a:fld>
            <a:endParaRPr lang="en-US" sz="974" dirty="0">
              <a:solidFill>
                <a:srgbClr val="1D1D1B"/>
              </a:solidFill>
              <a:latin typeface="Arial" panose="020B0604020202020204" pitchFamily="34" charset="0"/>
              <a:cs typeface="Arial" panose="020B0604020202020204" pitchFamily="34" charset="0"/>
            </a:endParaRPr>
          </a:p>
        </p:txBody>
      </p:sp>
      <p:pic>
        <p:nvPicPr>
          <p:cNvPr id="41" name="图片 40"/>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0195999" y="6319870"/>
            <a:ext cx="1269075" cy="271153"/>
          </a:xfrm>
          <a:prstGeom prst="rect">
            <a:avLst/>
          </a:prstGeom>
        </p:spPr>
      </p:pic>
      <p:sp>
        <p:nvSpPr>
          <p:cNvPr id="5" name="CuadroTexto 4">
            <a:extLst>
              <a:ext uri="{FF2B5EF4-FFF2-40B4-BE49-F238E27FC236}">
                <a16:creationId xmlns="" xmlns:a16="http://schemas.microsoft.com/office/drawing/2014/main" id="{C2B4CC9C-D013-B0E7-1DF4-29A1E27B7A22}"/>
              </a:ext>
            </a:extLst>
          </p:cNvPr>
          <p:cNvSpPr txBox="1"/>
          <p:nvPr userDrawn="1">
            <p:extLst>
              <p:ext uri="{1162E1C5-73C7-4A58-AE30-91384D911F3F}">
                <p184:classification xmlns="" xmlns:p184="http://schemas.microsoft.com/office/powerpoint/2018/4/main" val="hdr"/>
              </p:ext>
            </p:extLst>
          </p:nvPr>
        </p:nvSpPr>
        <p:spPr>
          <a:xfrm>
            <a:off x="11083925" y="0"/>
            <a:ext cx="1141413" cy="152400"/>
          </a:xfrm>
          <a:prstGeom prst="rect">
            <a:avLst/>
          </a:prstGeom>
        </p:spPr>
        <p:txBody>
          <a:bodyPr horzOverflow="overflow" lIns="0" tIns="0" rIns="0" bIns="0">
            <a:spAutoFit/>
          </a:bodyPr>
          <a:lstStyle/>
          <a:p>
            <a:pPr algn="l"/>
            <a:r>
              <a:rPr lang="es-AR" sz="1000">
                <a:solidFill>
                  <a:srgbClr val="000000"/>
                </a:solidFill>
                <a:latin typeface="Calibri" panose="020F0502020204030204" pitchFamily="34" charset="0"/>
                <a:cs typeface="Calibri" panose="020F0502020204030204" pitchFamily="34" charset="0"/>
              </a:rPr>
              <a:t>Documento: Personal</a:t>
            </a:r>
          </a:p>
        </p:txBody>
      </p:sp>
    </p:spTree>
    <p:extLst>
      <p:ext uri="{BB962C8B-B14F-4D97-AF65-F5344CB8AC3E}">
        <p14:creationId xmlns:p14="http://schemas.microsoft.com/office/powerpoint/2010/main" val="2818088449"/>
      </p:ext>
    </p:extLst>
  </p:cSld>
  <p:clrMap bg1="lt1" tx1="dk1" bg2="lt2" tx2="dk2" accent1="accent1" accent2="accent2" accent3="accent3" accent4="accent4" accent5="accent5" accent6="accent6" hlink="hlink" folHlink="folHlink"/>
  <p:sldLayoutIdLst>
    <p:sldLayoutId id="2147483998" r:id="rId1"/>
  </p:sldLayoutIdLst>
  <p:hf hdr="0" ftr="0" dt="0"/>
  <p:txStyles>
    <p:titleStyle>
      <a:lvl1pPr algn="l" defTabSz="1187798" rtl="0" eaLnBrk="1" latinLnBrk="0" hangingPunct="1">
        <a:lnSpc>
          <a:spcPct val="90000"/>
        </a:lnSpc>
        <a:spcBef>
          <a:spcPct val="0"/>
        </a:spcBef>
        <a:buNone/>
        <a:defRPr sz="5716" kern="1200">
          <a:solidFill>
            <a:schemeClr val="tx1"/>
          </a:solidFill>
          <a:latin typeface="+mj-lt"/>
          <a:ea typeface="+mj-ea"/>
          <a:cs typeface="+mj-cs"/>
        </a:defRPr>
      </a:lvl1pPr>
    </p:titleStyle>
    <p:bodyStyle>
      <a:lvl1pPr marL="296950" indent="-296950" algn="l" defTabSz="1187798" rtl="0" eaLnBrk="1" latinLnBrk="0" hangingPunct="1">
        <a:lnSpc>
          <a:spcPct val="90000"/>
        </a:lnSpc>
        <a:spcBef>
          <a:spcPts val="1299"/>
        </a:spcBef>
        <a:buFont typeface="Arial" panose="020B0604020202020204" pitchFamily="34" charset="0"/>
        <a:buChar char="•"/>
        <a:defRPr sz="3636" kern="1200">
          <a:solidFill>
            <a:schemeClr val="tx1"/>
          </a:solidFill>
          <a:latin typeface="+mn-lt"/>
          <a:ea typeface="+mn-ea"/>
          <a:cs typeface="+mn-cs"/>
        </a:defRPr>
      </a:lvl1pPr>
      <a:lvl2pPr marL="890849" indent="-296950" algn="l" defTabSz="1187798" rtl="0" eaLnBrk="1" latinLnBrk="0" hangingPunct="1">
        <a:lnSpc>
          <a:spcPct val="90000"/>
        </a:lnSpc>
        <a:spcBef>
          <a:spcPts val="650"/>
        </a:spcBef>
        <a:buFont typeface="Arial" panose="020B0604020202020204" pitchFamily="34" charset="0"/>
        <a:buChar char="•"/>
        <a:defRPr sz="3118" kern="1200">
          <a:solidFill>
            <a:schemeClr val="tx1"/>
          </a:solidFill>
          <a:latin typeface="+mn-lt"/>
          <a:ea typeface="+mn-ea"/>
          <a:cs typeface="+mn-cs"/>
        </a:defRPr>
      </a:lvl2pPr>
      <a:lvl3pPr marL="1484748" indent="-296950" algn="l" defTabSz="1187798" rtl="0" eaLnBrk="1" latinLnBrk="0" hangingPunct="1">
        <a:lnSpc>
          <a:spcPct val="90000"/>
        </a:lnSpc>
        <a:spcBef>
          <a:spcPts val="650"/>
        </a:spcBef>
        <a:buFont typeface="Arial" panose="020B0604020202020204" pitchFamily="34" charset="0"/>
        <a:buChar char="•"/>
        <a:defRPr sz="2598" kern="1200">
          <a:solidFill>
            <a:schemeClr val="tx1"/>
          </a:solidFill>
          <a:latin typeface="+mn-lt"/>
          <a:ea typeface="+mn-ea"/>
          <a:cs typeface="+mn-cs"/>
        </a:defRPr>
      </a:lvl3pPr>
      <a:lvl4pPr marL="2078648" indent="-296950" algn="l" defTabSz="1187798" rtl="0" eaLnBrk="1" latinLnBrk="0" hangingPunct="1">
        <a:lnSpc>
          <a:spcPct val="90000"/>
        </a:lnSpc>
        <a:spcBef>
          <a:spcPts val="650"/>
        </a:spcBef>
        <a:buFont typeface="Arial" panose="020B0604020202020204" pitchFamily="34" charset="0"/>
        <a:buChar char="•"/>
        <a:defRPr sz="2338" kern="1200">
          <a:solidFill>
            <a:schemeClr val="tx1"/>
          </a:solidFill>
          <a:latin typeface="+mn-lt"/>
          <a:ea typeface="+mn-ea"/>
          <a:cs typeface="+mn-cs"/>
        </a:defRPr>
      </a:lvl4pPr>
      <a:lvl5pPr marL="2672547" indent="-296950" algn="l" defTabSz="1187798" rtl="0" eaLnBrk="1" latinLnBrk="0" hangingPunct="1">
        <a:lnSpc>
          <a:spcPct val="90000"/>
        </a:lnSpc>
        <a:spcBef>
          <a:spcPts val="650"/>
        </a:spcBef>
        <a:buFont typeface="Arial" panose="020B0604020202020204" pitchFamily="34" charset="0"/>
        <a:buChar char="•"/>
        <a:defRPr sz="2338" kern="1200">
          <a:solidFill>
            <a:schemeClr val="tx1"/>
          </a:solidFill>
          <a:latin typeface="+mn-lt"/>
          <a:ea typeface="+mn-ea"/>
          <a:cs typeface="+mn-cs"/>
        </a:defRPr>
      </a:lvl5pPr>
      <a:lvl6pPr marL="3266447" indent="-296950" algn="l" defTabSz="1187798" rtl="0" eaLnBrk="1" latinLnBrk="0" hangingPunct="1">
        <a:lnSpc>
          <a:spcPct val="90000"/>
        </a:lnSpc>
        <a:spcBef>
          <a:spcPts val="650"/>
        </a:spcBef>
        <a:buFont typeface="Arial" panose="020B0604020202020204" pitchFamily="34" charset="0"/>
        <a:buChar char="•"/>
        <a:defRPr sz="2338" kern="1200">
          <a:solidFill>
            <a:schemeClr val="tx1"/>
          </a:solidFill>
          <a:latin typeface="+mn-lt"/>
          <a:ea typeface="+mn-ea"/>
          <a:cs typeface="+mn-cs"/>
        </a:defRPr>
      </a:lvl6pPr>
      <a:lvl7pPr marL="3860346" indent="-296950" algn="l" defTabSz="1187798" rtl="0" eaLnBrk="1" latinLnBrk="0" hangingPunct="1">
        <a:lnSpc>
          <a:spcPct val="90000"/>
        </a:lnSpc>
        <a:spcBef>
          <a:spcPts val="650"/>
        </a:spcBef>
        <a:buFont typeface="Arial" panose="020B0604020202020204" pitchFamily="34" charset="0"/>
        <a:buChar char="•"/>
        <a:defRPr sz="2338" kern="1200">
          <a:solidFill>
            <a:schemeClr val="tx1"/>
          </a:solidFill>
          <a:latin typeface="+mn-lt"/>
          <a:ea typeface="+mn-ea"/>
          <a:cs typeface="+mn-cs"/>
        </a:defRPr>
      </a:lvl7pPr>
      <a:lvl8pPr marL="4454245" indent="-296950" algn="l" defTabSz="1187798" rtl="0" eaLnBrk="1" latinLnBrk="0" hangingPunct="1">
        <a:lnSpc>
          <a:spcPct val="90000"/>
        </a:lnSpc>
        <a:spcBef>
          <a:spcPts val="650"/>
        </a:spcBef>
        <a:buFont typeface="Arial" panose="020B0604020202020204" pitchFamily="34" charset="0"/>
        <a:buChar char="•"/>
        <a:defRPr sz="2338" kern="1200">
          <a:solidFill>
            <a:schemeClr val="tx1"/>
          </a:solidFill>
          <a:latin typeface="+mn-lt"/>
          <a:ea typeface="+mn-ea"/>
          <a:cs typeface="+mn-cs"/>
        </a:defRPr>
      </a:lvl8pPr>
      <a:lvl9pPr marL="5048144" indent="-296950" algn="l" defTabSz="1187798" rtl="0" eaLnBrk="1" latinLnBrk="0" hangingPunct="1">
        <a:lnSpc>
          <a:spcPct val="90000"/>
        </a:lnSpc>
        <a:spcBef>
          <a:spcPts val="650"/>
        </a:spcBef>
        <a:buFont typeface="Arial" panose="020B0604020202020204" pitchFamily="34" charset="0"/>
        <a:buChar char="•"/>
        <a:defRPr sz="2338" kern="1200">
          <a:solidFill>
            <a:schemeClr val="tx1"/>
          </a:solidFill>
          <a:latin typeface="+mn-lt"/>
          <a:ea typeface="+mn-ea"/>
          <a:cs typeface="+mn-cs"/>
        </a:defRPr>
      </a:lvl9pPr>
    </p:bodyStyle>
    <p:otherStyle>
      <a:defPPr>
        <a:defRPr lang="en-US"/>
      </a:defPPr>
      <a:lvl1pPr marL="0" algn="l" defTabSz="1187798" rtl="0" eaLnBrk="1" latinLnBrk="0" hangingPunct="1">
        <a:defRPr sz="2338" kern="1200">
          <a:solidFill>
            <a:schemeClr val="tx1"/>
          </a:solidFill>
          <a:latin typeface="+mn-lt"/>
          <a:ea typeface="+mn-ea"/>
          <a:cs typeface="+mn-cs"/>
        </a:defRPr>
      </a:lvl1pPr>
      <a:lvl2pPr marL="593900" algn="l" defTabSz="1187798" rtl="0" eaLnBrk="1" latinLnBrk="0" hangingPunct="1">
        <a:defRPr sz="2338" kern="1200">
          <a:solidFill>
            <a:schemeClr val="tx1"/>
          </a:solidFill>
          <a:latin typeface="+mn-lt"/>
          <a:ea typeface="+mn-ea"/>
          <a:cs typeface="+mn-cs"/>
        </a:defRPr>
      </a:lvl2pPr>
      <a:lvl3pPr marL="1187798" algn="l" defTabSz="1187798" rtl="0" eaLnBrk="1" latinLnBrk="0" hangingPunct="1">
        <a:defRPr sz="2338" kern="1200">
          <a:solidFill>
            <a:schemeClr val="tx1"/>
          </a:solidFill>
          <a:latin typeface="+mn-lt"/>
          <a:ea typeface="+mn-ea"/>
          <a:cs typeface="+mn-cs"/>
        </a:defRPr>
      </a:lvl3pPr>
      <a:lvl4pPr marL="1781699" algn="l" defTabSz="1187798" rtl="0" eaLnBrk="1" latinLnBrk="0" hangingPunct="1">
        <a:defRPr sz="2338" kern="1200">
          <a:solidFill>
            <a:schemeClr val="tx1"/>
          </a:solidFill>
          <a:latin typeface="+mn-lt"/>
          <a:ea typeface="+mn-ea"/>
          <a:cs typeface="+mn-cs"/>
        </a:defRPr>
      </a:lvl4pPr>
      <a:lvl5pPr marL="2375598" algn="l" defTabSz="1187798" rtl="0" eaLnBrk="1" latinLnBrk="0" hangingPunct="1">
        <a:defRPr sz="2338" kern="1200">
          <a:solidFill>
            <a:schemeClr val="tx1"/>
          </a:solidFill>
          <a:latin typeface="+mn-lt"/>
          <a:ea typeface="+mn-ea"/>
          <a:cs typeface="+mn-cs"/>
        </a:defRPr>
      </a:lvl5pPr>
      <a:lvl6pPr marL="2969497" algn="l" defTabSz="1187798" rtl="0" eaLnBrk="1" latinLnBrk="0" hangingPunct="1">
        <a:defRPr sz="2338" kern="1200">
          <a:solidFill>
            <a:schemeClr val="tx1"/>
          </a:solidFill>
          <a:latin typeface="+mn-lt"/>
          <a:ea typeface="+mn-ea"/>
          <a:cs typeface="+mn-cs"/>
        </a:defRPr>
      </a:lvl6pPr>
      <a:lvl7pPr marL="3563396" algn="l" defTabSz="1187798" rtl="0" eaLnBrk="1" latinLnBrk="0" hangingPunct="1">
        <a:defRPr sz="2338" kern="1200">
          <a:solidFill>
            <a:schemeClr val="tx1"/>
          </a:solidFill>
          <a:latin typeface="+mn-lt"/>
          <a:ea typeface="+mn-ea"/>
          <a:cs typeface="+mn-cs"/>
        </a:defRPr>
      </a:lvl7pPr>
      <a:lvl8pPr marL="4157297" algn="l" defTabSz="1187798" rtl="0" eaLnBrk="1" latinLnBrk="0" hangingPunct="1">
        <a:defRPr sz="2338" kern="1200">
          <a:solidFill>
            <a:schemeClr val="tx1"/>
          </a:solidFill>
          <a:latin typeface="+mn-lt"/>
          <a:ea typeface="+mn-ea"/>
          <a:cs typeface="+mn-cs"/>
        </a:defRPr>
      </a:lvl8pPr>
      <a:lvl9pPr marL="4751195" algn="l" defTabSz="1187798" rtl="0" eaLnBrk="1" latinLnBrk="0" hangingPunct="1">
        <a:defRPr sz="2338" kern="1200">
          <a:solidFill>
            <a:schemeClr val="tx1"/>
          </a:solidFill>
          <a:latin typeface="+mn-lt"/>
          <a:ea typeface="+mn-ea"/>
          <a:cs typeface="+mn-cs"/>
        </a:defRPr>
      </a:lvl9pPr>
    </p:otherStyle>
  </p:txStyles>
  <p:extLst>
    <p:ext uri="{27BBF7A9-308A-43DC-89C8-2F10F3537804}">
      <p15:sldGuideLst xmlns="" xmlns:p15="http://schemas.microsoft.com/office/powerpoint/2012/main">
        <p15:guide id="1" orient="horz" pos="2161">
          <p15:clr>
            <a:srgbClr val="F26B43"/>
          </p15:clr>
        </p15:guide>
        <p15:guide id="2" pos="3842">
          <p15:clr>
            <a:srgbClr val="F26B43"/>
          </p15:clr>
        </p15:guide>
        <p15:guide id="3" pos="458">
          <p15:clr>
            <a:srgbClr val="F26B43"/>
          </p15:clr>
        </p15:guide>
        <p15:guide id="4" pos="7225">
          <p15:clr>
            <a:srgbClr val="F26B43"/>
          </p15:clr>
        </p15:guide>
        <p15:guide id="5" orient="horz" pos="4100">
          <p15:clr>
            <a:srgbClr val="F26B43"/>
          </p15:clr>
        </p15:guide>
      </p15:sldGuideLst>
    </p:ext>
  </p:extLst>
</p:sldMaster>
</file>

<file path=ppt/slideMasters/slideMaster8.xml><?xml version="1.0" encoding="utf-8"?>
<p:sldMaster xmlns:a="http://schemas.openxmlformats.org/drawingml/2006/main" xmlns:r="http://schemas.openxmlformats.org/officeDocument/2006/relationships" xmlns:p="http://schemas.openxmlformats.org/presentationml/2006/main" preserve="1">
  <p:cSld>
    <p:bg>
      <p:bgPr>
        <a:solidFill>
          <a:srgbClr val="FFFFFF"/>
        </a:solidFill>
        <a:effectLst/>
      </p:bgPr>
    </p:bg>
    <p:spTree>
      <p:nvGrpSpPr>
        <p:cNvPr id="1" name=""/>
        <p:cNvGrpSpPr/>
        <p:nvPr/>
      </p:nvGrpSpPr>
      <p:grpSpPr>
        <a:xfrm>
          <a:off x="0" y="0"/>
          <a:ext cx="0" cy="0"/>
          <a:chOff x="0" y="0"/>
          <a:chExt cx="0" cy="0"/>
        </a:xfrm>
      </p:grpSpPr>
      <p:sp>
        <p:nvSpPr>
          <p:cNvPr id="3" name="TextBox 2">
            <a:extLst>
              <a:ext uri="{FF2B5EF4-FFF2-40B4-BE49-F238E27FC236}">
                <a16:creationId xmlns="" xmlns:a16="http://schemas.microsoft.com/office/drawing/2014/main" id="{6785A3D6-1271-D247-9E96-1B376F4BE7BE}"/>
              </a:ext>
            </a:extLst>
          </p:cNvPr>
          <p:cNvSpPr txBox="1"/>
          <p:nvPr userDrawn="1"/>
        </p:nvSpPr>
        <p:spPr>
          <a:xfrm>
            <a:off x="1095468" y="6356939"/>
            <a:ext cx="1463467" cy="242864"/>
          </a:xfrm>
          <a:prstGeom prst="rect">
            <a:avLst/>
          </a:prstGeom>
          <a:noFill/>
        </p:spPr>
        <p:txBody>
          <a:bodyPr wrap="square" rtlCol="0">
            <a:spAutoFit/>
          </a:bodyPr>
          <a:lstStyle/>
          <a:p>
            <a:pPr defTabSz="914112"/>
            <a:r>
              <a:rPr lang="en-US" sz="974" dirty="0">
                <a:solidFill>
                  <a:srgbClr val="1D1D1B"/>
                </a:solidFill>
                <a:cs typeface="Arial" panose="020B0604020202020204" pitchFamily="34" charset="0"/>
              </a:rPr>
              <a:t>Huawei Confidential</a:t>
            </a:r>
          </a:p>
        </p:txBody>
      </p:sp>
      <p:sp>
        <p:nvSpPr>
          <p:cNvPr id="4" name="TextBox 3">
            <a:extLst>
              <a:ext uri="{FF2B5EF4-FFF2-40B4-BE49-F238E27FC236}">
                <a16:creationId xmlns="" xmlns:a16="http://schemas.microsoft.com/office/drawing/2014/main" id="{EABEE2EE-BF4D-7A4A-B3C6-9E47668CCD98}"/>
              </a:ext>
            </a:extLst>
          </p:cNvPr>
          <p:cNvSpPr txBox="1"/>
          <p:nvPr userDrawn="1"/>
        </p:nvSpPr>
        <p:spPr>
          <a:xfrm>
            <a:off x="734132" y="6402806"/>
            <a:ext cx="499729" cy="150296"/>
          </a:xfrm>
          <a:prstGeom prst="rect">
            <a:avLst/>
          </a:prstGeom>
          <a:noFill/>
        </p:spPr>
        <p:txBody>
          <a:bodyPr wrap="square" lIns="0" tIns="0" rIns="0" bIns="0" rtlCol="0">
            <a:spAutoFit/>
          </a:bodyPr>
          <a:lstStyle/>
          <a:p>
            <a:pPr defTabSz="890493">
              <a:defRPr/>
            </a:pPr>
            <a:fld id="{C3837181-38C6-AD4F-B8BA-B444770388BB}" type="slidenum">
              <a:rPr lang="en-US" sz="974">
                <a:solidFill>
                  <a:srgbClr val="1D1D1B"/>
                </a:solidFill>
                <a:cs typeface="Arial" panose="020B0604020202020204" pitchFamily="34" charset="0"/>
              </a:rPr>
              <a:pPr defTabSz="890493">
                <a:defRPr/>
              </a:pPr>
              <a:t>‹Nº›</a:t>
            </a:fld>
            <a:endParaRPr lang="en-US" sz="974" dirty="0">
              <a:solidFill>
                <a:srgbClr val="1D1D1B"/>
              </a:solidFill>
              <a:cs typeface="Arial" panose="020B0604020202020204" pitchFamily="34" charset="0"/>
            </a:endParaRPr>
          </a:p>
        </p:txBody>
      </p:sp>
      <p:pic>
        <p:nvPicPr>
          <p:cNvPr id="41" name="图片 40"/>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0196000" y="6319872"/>
            <a:ext cx="1269075" cy="271153"/>
          </a:xfrm>
          <a:prstGeom prst="rect">
            <a:avLst/>
          </a:prstGeom>
        </p:spPr>
      </p:pic>
      <p:grpSp>
        <p:nvGrpSpPr>
          <p:cNvPr id="25" name="组合 24"/>
          <p:cNvGrpSpPr/>
          <p:nvPr userDrawn="1"/>
        </p:nvGrpSpPr>
        <p:grpSpPr>
          <a:xfrm>
            <a:off x="12216278" y="2931937"/>
            <a:ext cx="1982916" cy="3934682"/>
            <a:chOff x="12216278" y="2262477"/>
            <a:chExt cx="1982916" cy="4604143"/>
          </a:xfrm>
        </p:grpSpPr>
        <p:grpSp>
          <p:nvGrpSpPr>
            <p:cNvPr id="26" name="组合 25"/>
            <p:cNvGrpSpPr/>
            <p:nvPr userDrawn="1"/>
          </p:nvGrpSpPr>
          <p:grpSpPr>
            <a:xfrm>
              <a:off x="12315635" y="2262477"/>
              <a:ext cx="1883559" cy="692624"/>
              <a:chOff x="12315635" y="2207613"/>
              <a:chExt cx="1883559" cy="692624"/>
            </a:xfrm>
          </p:grpSpPr>
          <p:sp>
            <p:nvSpPr>
              <p:cNvPr id="44" name="矩形 5">
                <a:extLst>
                  <a:ext uri="{FF2B5EF4-FFF2-40B4-BE49-F238E27FC236}">
                    <a16:creationId xmlns="" xmlns:a16="http://schemas.microsoft.com/office/drawing/2014/main" id="{3B0B5EC2-EA55-CC45-A9D0-D5EA5D768C99}"/>
                  </a:ext>
                </a:extLst>
              </p:cNvPr>
              <p:cNvSpPr/>
              <p:nvPr userDrawn="1"/>
            </p:nvSpPr>
            <p:spPr>
              <a:xfrm>
                <a:off x="12315635" y="2401808"/>
                <a:ext cx="911019" cy="498429"/>
              </a:xfrm>
              <a:prstGeom prst="rect">
                <a:avLst/>
              </a:prstGeom>
              <a:solidFill>
                <a:srgbClr val="C8102E"/>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4112"/>
                <a:r>
                  <a:rPr kumimoji="1" lang="en-US" altLang="zh-CN" sz="700" b="1" dirty="0">
                    <a:solidFill>
                      <a:srgbClr val="FFFFFF"/>
                    </a:solidFill>
                    <a:ea typeface="Arial" charset="0"/>
                    <a:cs typeface="Arial" charset="0"/>
                  </a:rPr>
                  <a:t>P</a:t>
                </a:r>
                <a:r>
                  <a:rPr kumimoji="1" lang="en-US" altLang="zh-Hant" sz="700" b="1" dirty="0">
                    <a:solidFill>
                      <a:srgbClr val="FFFFFF"/>
                    </a:solidFill>
                    <a:cs typeface="Arial" charset="0"/>
                  </a:rPr>
                  <a:t>ANTONE</a:t>
                </a:r>
                <a:r>
                  <a:rPr kumimoji="1" lang="en-US" altLang="zh-CN" sz="700" b="1" dirty="0">
                    <a:solidFill>
                      <a:srgbClr val="FFFFFF"/>
                    </a:solidFill>
                    <a:ea typeface="Arial" charset="0"/>
                    <a:cs typeface="Arial" charset="0"/>
                  </a:rPr>
                  <a:t> 186C</a:t>
                </a:r>
              </a:p>
              <a:p>
                <a:pPr algn="ctr" defTabSz="914112"/>
                <a:r>
                  <a:rPr kumimoji="1" lang="en-US" altLang="zh-CN" sz="700" b="1" dirty="0">
                    <a:solidFill>
                      <a:srgbClr val="FFFFFF"/>
                    </a:solidFill>
                    <a:ea typeface="Arial" charset="0"/>
                    <a:cs typeface="Arial" charset="0"/>
                  </a:rPr>
                  <a:t>RGB 200/16/46</a:t>
                </a:r>
              </a:p>
            </p:txBody>
          </p:sp>
          <p:sp>
            <p:nvSpPr>
              <p:cNvPr id="45" name="矩形 9">
                <a:extLst>
                  <a:ext uri="{FF2B5EF4-FFF2-40B4-BE49-F238E27FC236}">
                    <a16:creationId xmlns="" xmlns:a16="http://schemas.microsoft.com/office/drawing/2014/main" id="{992224C5-04A6-C041-B257-13137945DBB8}"/>
                  </a:ext>
                </a:extLst>
              </p:cNvPr>
              <p:cNvSpPr/>
              <p:nvPr userDrawn="1"/>
            </p:nvSpPr>
            <p:spPr>
              <a:xfrm>
                <a:off x="13288175" y="2401808"/>
                <a:ext cx="911019" cy="498429"/>
              </a:xfrm>
              <a:prstGeom prst="rect">
                <a:avLst/>
              </a:prstGeom>
              <a:solidFill>
                <a:srgbClr val="C7000B"/>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4112"/>
                <a:r>
                  <a:rPr kumimoji="1" lang="en-US" altLang="zh-CN" sz="700" b="1" dirty="0">
                    <a:solidFill>
                      <a:srgbClr val="FFFFFF"/>
                    </a:solidFill>
                    <a:ea typeface="Arial" charset="0"/>
                    <a:cs typeface="Arial" charset="0"/>
                  </a:rPr>
                  <a:t>P</a:t>
                </a:r>
                <a:r>
                  <a:rPr kumimoji="1" lang="en-US" altLang="zh-Hant" sz="700" b="1" dirty="0">
                    <a:solidFill>
                      <a:srgbClr val="FFFFFF"/>
                    </a:solidFill>
                    <a:cs typeface="Arial" charset="0"/>
                  </a:rPr>
                  <a:t>ANTONE</a:t>
                </a:r>
                <a:r>
                  <a:rPr kumimoji="1" lang="en-US" altLang="zh-CN" sz="700" b="1" dirty="0">
                    <a:solidFill>
                      <a:srgbClr val="FFFFFF"/>
                    </a:solidFill>
                    <a:ea typeface="Arial" charset="0"/>
                    <a:cs typeface="Arial" charset="0"/>
                  </a:rPr>
                  <a:t> 185C</a:t>
                </a:r>
              </a:p>
              <a:p>
                <a:pPr algn="ctr" defTabSz="914112"/>
                <a:r>
                  <a:rPr kumimoji="1" lang="en-US" altLang="zh-CN" sz="700" b="1" dirty="0">
                    <a:solidFill>
                      <a:srgbClr val="FFFFFF"/>
                    </a:solidFill>
                    <a:ea typeface="Arial" charset="0"/>
                    <a:cs typeface="Arial" charset="0"/>
                  </a:rPr>
                  <a:t>RGB 199/0/11</a:t>
                </a:r>
              </a:p>
            </p:txBody>
          </p:sp>
          <p:sp>
            <p:nvSpPr>
              <p:cNvPr id="46" name="文本框 31">
                <a:extLst>
                  <a:ext uri="{FF2B5EF4-FFF2-40B4-BE49-F238E27FC236}">
                    <a16:creationId xmlns="" xmlns:a16="http://schemas.microsoft.com/office/drawing/2014/main" id="{58918196-0639-EE4B-AFC2-315BE04587B9}"/>
                  </a:ext>
                </a:extLst>
              </p:cNvPr>
              <p:cNvSpPr txBox="1"/>
              <p:nvPr userDrawn="1"/>
            </p:nvSpPr>
            <p:spPr>
              <a:xfrm>
                <a:off x="12326898" y="2207613"/>
                <a:ext cx="384721" cy="180071"/>
              </a:xfrm>
              <a:prstGeom prst="rect">
                <a:avLst/>
              </a:prstGeom>
              <a:noFill/>
            </p:spPr>
            <p:txBody>
              <a:bodyPr wrap="none" lIns="0" tIns="0" rIns="0" bIns="0" rtlCol="0">
                <a:spAutoFit/>
              </a:bodyPr>
              <a:lstStyle/>
              <a:p>
                <a:pPr algn="ctr" defTabSz="914112"/>
                <a:r>
                  <a:rPr kumimoji="1" lang="zh-CN" altLang="en-US" sz="1000" dirty="0">
                    <a:solidFill>
                      <a:srgbClr val="1D1D1A"/>
                    </a:solidFill>
                    <a:ea typeface="Microsoft YaHei" panose="020B0503020204020204" pitchFamily="34" charset="-122"/>
                  </a:rPr>
                  <a:t>品牌色</a:t>
                </a:r>
              </a:p>
            </p:txBody>
          </p:sp>
        </p:grpSp>
        <p:grpSp>
          <p:nvGrpSpPr>
            <p:cNvPr id="27" name="组合 26"/>
            <p:cNvGrpSpPr/>
            <p:nvPr userDrawn="1"/>
          </p:nvGrpSpPr>
          <p:grpSpPr>
            <a:xfrm>
              <a:off x="12216278" y="3054642"/>
              <a:ext cx="1982912" cy="3811978"/>
              <a:chOff x="12216278" y="3054642"/>
              <a:chExt cx="1982912" cy="3811978"/>
            </a:xfrm>
          </p:grpSpPr>
          <p:sp>
            <p:nvSpPr>
              <p:cNvPr id="28" name="矩形 12">
                <a:extLst>
                  <a:ext uri="{FF2B5EF4-FFF2-40B4-BE49-F238E27FC236}">
                    <a16:creationId xmlns="" xmlns:a16="http://schemas.microsoft.com/office/drawing/2014/main" id="{DCA8B73C-0B87-284F-805F-752EBF20B768}"/>
                  </a:ext>
                </a:extLst>
              </p:cNvPr>
              <p:cNvSpPr/>
              <p:nvPr userDrawn="1"/>
            </p:nvSpPr>
            <p:spPr>
              <a:xfrm>
                <a:off x="12315640" y="3785971"/>
                <a:ext cx="885201" cy="462672"/>
              </a:xfrm>
              <a:prstGeom prst="rect">
                <a:avLst/>
              </a:prstGeom>
              <a:solidFill>
                <a:srgbClr val="EA5A4F"/>
              </a:solidFill>
              <a:ln>
                <a:solidFill>
                  <a:srgbClr val="EA5A4F"/>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4112"/>
                <a:r>
                  <a:rPr kumimoji="1" lang="mr-IN" altLang="zh-CN" sz="700" b="1" dirty="0">
                    <a:solidFill>
                      <a:srgbClr val="FFFFFF"/>
                    </a:solidFill>
                    <a:ea typeface="Arial" charset="0"/>
                    <a:cs typeface="Arial" charset="0"/>
                  </a:rPr>
                  <a:t>RGB</a:t>
                </a:r>
                <a:r>
                  <a:rPr kumimoji="1" lang="en-US" altLang="zh-CN" sz="700" b="1" dirty="0">
                    <a:solidFill>
                      <a:srgbClr val="FFFFFF"/>
                    </a:solidFill>
                    <a:ea typeface="Arial" charset="0"/>
                    <a:cs typeface="Arial" charset="0"/>
                  </a:rPr>
                  <a:t> 234</a:t>
                </a:r>
                <a:r>
                  <a:rPr kumimoji="1" lang="mr-IN" altLang="zh-CN" sz="700" b="1" dirty="0">
                    <a:solidFill>
                      <a:srgbClr val="FFFFFF"/>
                    </a:solidFill>
                    <a:ea typeface="Arial" charset="0"/>
                    <a:cs typeface="Arial" charset="0"/>
                  </a:rPr>
                  <a:t>/</a:t>
                </a:r>
                <a:r>
                  <a:rPr kumimoji="1" lang="en-US" altLang="zh-CN" sz="700" b="1" dirty="0">
                    <a:solidFill>
                      <a:srgbClr val="FFFFFF"/>
                    </a:solidFill>
                    <a:ea typeface="Arial" charset="0"/>
                    <a:cs typeface="Arial" charset="0"/>
                  </a:rPr>
                  <a:t>90/79</a:t>
                </a:r>
                <a:endParaRPr kumimoji="1" lang="mr-IN" altLang="zh-CN" sz="700" b="1" dirty="0">
                  <a:solidFill>
                    <a:srgbClr val="FFFFFF"/>
                  </a:solidFill>
                  <a:ea typeface="Arial" charset="0"/>
                  <a:cs typeface="Arial" charset="0"/>
                </a:endParaRPr>
              </a:p>
            </p:txBody>
          </p:sp>
          <p:sp>
            <p:nvSpPr>
              <p:cNvPr id="29" name="矩形 13">
                <a:extLst>
                  <a:ext uri="{FF2B5EF4-FFF2-40B4-BE49-F238E27FC236}">
                    <a16:creationId xmlns="" xmlns:a16="http://schemas.microsoft.com/office/drawing/2014/main" id="{138A39A8-BB4E-CD4E-9201-F1785C874F92}"/>
                  </a:ext>
                </a:extLst>
              </p:cNvPr>
              <p:cNvSpPr/>
              <p:nvPr userDrawn="1"/>
            </p:nvSpPr>
            <p:spPr>
              <a:xfrm>
                <a:off x="12315640" y="3259312"/>
                <a:ext cx="885201" cy="462672"/>
              </a:xfrm>
              <a:prstGeom prst="rect">
                <a:avLst/>
              </a:prstGeom>
              <a:solidFill>
                <a:srgbClr val="78000F"/>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4112"/>
                <a:r>
                  <a:rPr kumimoji="1" lang="mr-IN" altLang="zh-CN" sz="700" b="1" dirty="0">
                    <a:solidFill>
                      <a:srgbClr val="FFFFFF"/>
                    </a:solidFill>
                    <a:ea typeface="Arial" charset="0"/>
                    <a:cs typeface="Arial" charset="0"/>
                  </a:rPr>
                  <a:t>RGB</a:t>
                </a:r>
                <a:r>
                  <a:rPr kumimoji="1" lang="en-US" altLang="zh-CN" sz="700" b="1" dirty="0">
                    <a:solidFill>
                      <a:srgbClr val="FFFFFF"/>
                    </a:solidFill>
                    <a:ea typeface="Arial" charset="0"/>
                    <a:cs typeface="Arial" charset="0"/>
                  </a:rPr>
                  <a:t> 120</a:t>
                </a:r>
                <a:r>
                  <a:rPr kumimoji="1" lang="mr-IN" altLang="zh-CN" sz="700" b="1" dirty="0">
                    <a:solidFill>
                      <a:srgbClr val="FFFFFF"/>
                    </a:solidFill>
                    <a:ea typeface="Arial" charset="0"/>
                    <a:cs typeface="Arial" charset="0"/>
                  </a:rPr>
                  <a:t>/</a:t>
                </a:r>
                <a:r>
                  <a:rPr kumimoji="1" lang="en-US" altLang="zh-CN" sz="700" b="1" dirty="0">
                    <a:solidFill>
                      <a:srgbClr val="FFFFFF"/>
                    </a:solidFill>
                    <a:ea typeface="Arial" charset="0"/>
                    <a:cs typeface="Arial" charset="0"/>
                  </a:rPr>
                  <a:t>0/15</a:t>
                </a:r>
                <a:endParaRPr kumimoji="1" lang="mr-IN" altLang="zh-CN" sz="700" b="1" dirty="0">
                  <a:solidFill>
                    <a:srgbClr val="FFFFFF"/>
                  </a:solidFill>
                  <a:ea typeface="Arial" charset="0"/>
                  <a:cs typeface="Arial" charset="0"/>
                </a:endParaRPr>
              </a:p>
            </p:txBody>
          </p:sp>
          <p:sp>
            <p:nvSpPr>
              <p:cNvPr id="30" name="文本框 15">
                <a:extLst>
                  <a:ext uri="{FF2B5EF4-FFF2-40B4-BE49-F238E27FC236}">
                    <a16:creationId xmlns="" xmlns:a16="http://schemas.microsoft.com/office/drawing/2014/main" id="{8F53C07A-1022-C740-8F8D-97538E174D38}"/>
                  </a:ext>
                </a:extLst>
              </p:cNvPr>
              <p:cNvSpPr txBox="1"/>
              <p:nvPr userDrawn="1"/>
            </p:nvSpPr>
            <p:spPr>
              <a:xfrm>
                <a:off x="12216278" y="3054642"/>
                <a:ext cx="569387" cy="180071"/>
              </a:xfrm>
              <a:prstGeom prst="rect">
                <a:avLst/>
              </a:prstGeom>
              <a:noFill/>
            </p:spPr>
            <p:txBody>
              <a:bodyPr wrap="square" lIns="0" tIns="0" rIns="0" bIns="0" rtlCol="0" anchor="b" anchorCtr="0">
                <a:spAutoFit/>
              </a:bodyPr>
              <a:lstStyle/>
              <a:p>
                <a:pPr algn="ctr" defTabSz="914112"/>
                <a:r>
                  <a:rPr kumimoji="1" lang="zh-CN" altLang="en-US" sz="1000" dirty="0">
                    <a:solidFill>
                      <a:srgbClr val="1D1D1A"/>
                    </a:solidFill>
                    <a:ea typeface="Microsoft YaHei" panose="020B0503020204020204" pitchFamily="34" charset="-122"/>
                  </a:rPr>
                  <a:t>辅助色</a:t>
                </a:r>
              </a:p>
            </p:txBody>
          </p:sp>
          <p:sp>
            <p:nvSpPr>
              <p:cNvPr id="31" name="矩形 16">
                <a:extLst>
                  <a:ext uri="{FF2B5EF4-FFF2-40B4-BE49-F238E27FC236}">
                    <a16:creationId xmlns="" xmlns:a16="http://schemas.microsoft.com/office/drawing/2014/main" id="{306A7598-C00D-994F-82DA-B39F3C2E0AAD}"/>
                  </a:ext>
                </a:extLst>
              </p:cNvPr>
              <p:cNvSpPr/>
              <p:nvPr userDrawn="1"/>
            </p:nvSpPr>
            <p:spPr>
              <a:xfrm>
                <a:off x="12315640" y="4836793"/>
                <a:ext cx="885201" cy="462672"/>
              </a:xfrm>
              <a:prstGeom prst="rect">
                <a:avLst/>
              </a:prstGeom>
              <a:solidFill>
                <a:srgbClr val="F8B53C"/>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4112"/>
                <a:r>
                  <a:rPr kumimoji="1" lang="mr-IN" altLang="zh-CN" sz="700" b="1" dirty="0">
                    <a:solidFill>
                      <a:srgbClr val="FFFFFF"/>
                    </a:solidFill>
                    <a:ea typeface="Arial" charset="0"/>
                    <a:cs typeface="Arial" charset="0"/>
                  </a:rPr>
                  <a:t>RGB</a:t>
                </a:r>
                <a:r>
                  <a:rPr kumimoji="1" lang="en-US" altLang="zh-CN" sz="700" b="1" dirty="0">
                    <a:solidFill>
                      <a:srgbClr val="FFFFFF"/>
                    </a:solidFill>
                    <a:ea typeface="Arial" charset="0"/>
                    <a:cs typeface="Arial" charset="0"/>
                  </a:rPr>
                  <a:t> 248</a:t>
                </a:r>
                <a:r>
                  <a:rPr kumimoji="1" lang="mr-IN" altLang="zh-CN" sz="700" b="1" dirty="0">
                    <a:solidFill>
                      <a:srgbClr val="FFFFFF"/>
                    </a:solidFill>
                    <a:ea typeface="Arial" charset="0"/>
                    <a:cs typeface="Arial" charset="0"/>
                  </a:rPr>
                  <a:t>/</a:t>
                </a:r>
                <a:r>
                  <a:rPr kumimoji="1" lang="en-US" altLang="zh-CN" sz="700" b="1" dirty="0">
                    <a:solidFill>
                      <a:srgbClr val="FFFFFF"/>
                    </a:solidFill>
                    <a:ea typeface="Arial" charset="0"/>
                    <a:cs typeface="Arial" charset="0"/>
                  </a:rPr>
                  <a:t>181/60</a:t>
                </a:r>
                <a:endParaRPr kumimoji="1" lang="mr-IN" altLang="zh-CN" sz="700" b="1" dirty="0">
                  <a:solidFill>
                    <a:srgbClr val="FFFFFF"/>
                  </a:solidFill>
                  <a:ea typeface="Arial" charset="0"/>
                  <a:cs typeface="Arial" charset="0"/>
                </a:endParaRPr>
              </a:p>
            </p:txBody>
          </p:sp>
          <p:sp>
            <p:nvSpPr>
              <p:cNvPr id="32" name="矩形 17">
                <a:extLst>
                  <a:ext uri="{FF2B5EF4-FFF2-40B4-BE49-F238E27FC236}">
                    <a16:creationId xmlns="" xmlns:a16="http://schemas.microsoft.com/office/drawing/2014/main" id="{C1423292-FF2F-A74C-943E-1C3C47534098}"/>
                  </a:ext>
                </a:extLst>
              </p:cNvPr>
              <p:cNvSpPr/>
              <p:nvPr userDrawn="1"/>
            </p:nvSpPr>
            <p:spPr>
              <a:xfrm>
                <a:off x="12315640" y="4319278"/>
                <a:ext cx="885201" cy="462672"/>
              </a:xfrm>
              <a:prstGeom prst="rect">
                <a:avLst/>
              </a:prstGeom>
              <a:solidFill>
                <a:srgbClr val="EB5C0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4112"/>
                <a:r>
                  <a:rPr kumimoji="1" lang="mr-IN" altLang="zh-CN" sz="700" b="1" dirty="0">
                    <a:solidFill>
                      <a:srgbClr val="FFFFFF"/>
                    </a:solidFill>
                    <a:ea typeface="Arial" charset="0"/>
                    <a:cs typeface="Arial" charset="0"/>
                  </a:rPr>
                  <a:t>RGB</a:t>
                </a:r>
                <a:r>
                  <a:rPr kumimoji="1" lang="en-US" altLang="zh-CN" sz="700" b="1" dirty="0">
                    <a:solidFill>
                      <a:srgbClr val="FFFFFF"/>
                    </a:solidFill>
                    <a:ea typeface="Arial" charset="0"/>
                    <a:cs typeface="Arial" charset="0"/>
                  </a:rPr>
                  <a:t> 235</a:t>
                </a:r>
                <a:r>
                  <a:rPr kumimoji="1" lang="mr-IN" altLang="zh-CN" sz="700" b="1" dirty="0">
                    <a:solidFill>
                      <a:srgbClr val="FFFFFF"/>
                    </a:solidFill>
                    <a:ea typeface="Arial" charset="0"/>
                    <a:cs typeface="Arial" charset="0"/>
                  </a:rPr>
                  <a:t>/</a:t>
                </a:r>
                <a:r>
                  <a:rPr kumimoji="1" lang="en-US" altLang="zh-CN" sz="700" b="1" dirty="0">
                    <a:solidFill>
                      <a:srgbClr val="FFFFFF"/>
                    </a:solidFill>
                    <a:ea typeface="Arial" charset="0"/>
                    <a:cs typeface="Arial" charset="0"/>
                  </a:rPr>
                  <a:t>92/1</a:t>
                </a:r>
                <a:endParaRPr kumimoji="1" lang="mr-IN" altLang="zh-CN" sz="700" b="1" dirty="0">
                  <a:solidFill>
                    <a:srgbClr val="FFFFFF"/>
                  </a:solidFill>
                  <a:ea typeface="Arial" charset="0"/>
                  <a:cs typeface="Arial" charset="0"/>
                </a:endParaRPr>
              </a:p>
            </p:txBody>
          </p:sp>
          <p:sp>
            <p:nvSpPr>
              <p:cNvPr id="33" name="矩形 18">
                <a:extLst>
                  <a:ext uri="{FF2B5EF4-FFF2-40B4-BE49-F238E27FC236}">
                    <a16:creationId xmlns="" xmlns:a16="http://schemas.microsoft.com/office/drawing/2014/main" id="{2A29AF15-F5C4-A842-A63B-5DBA549CB92F}"/>
                  </a:ext>
                </a:extLst>
              </p:cNvPr>
              <p:cNvSpPr/>
              <p:nvPr userDrawn="1"/>
            </p:nvSpPr>
            <p:spPr>
              <a:xfrm>
                <a:off x="12315636" y="5880294"/>
                <a:ext cx="911019" cy="462672"/>
              </a:xfrm>
              <a:prstGeom prst="rect">
                <a:avLst/>
              </a:prstGeom>
              <a:solidFill>
                <a:srgbClr val="898989"/>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4112"/>
                <a:r>
                  <a:rPr kumimoji="1" lang="mr-IN" altLang="zh-CN" sz="700" b="1" dirty="0">
                    <a:solidFill>
                      <a:srgbClr val="FFFFFF"/>
                    </a:solidFill>
                    <a:ea typeface="Arial" charset="0"/>
                    <a:cs typeface="Arial" charset="0"/>
                  </a:rPr>
                  <a:t>RGB</a:t>
                </a:r>
                <a:r>
                  <a:rPr kumimoji="1" lang="en-US" altLang="zh-CN" sz="700" b="1" dirty="0">
                    <a:solidFill>
                      <a:srgbClr val="FFFFFF"/>
                    </a:solidFill>
                    <a:ea typeface="Arial" charset="0"/>
                    <a:cs typeface="Arial" charset="0"/>
                  </a:rPr>
                  <a:t> 137/137/137</a:t>
                </a:r>
                <a:endParaRPr kumimoji="1" lang="mr-IN" altLang="zh-CN" sz="700" b="1" dirty="0">
                  <a:solidFill>
                    <a:srgbClr val="FFFFFF"/>
                  </a:solidFill>
                  <a:ea typeface="Arial" charset="0"/>
                  <a:cs typeface="Arial" charset="0"/>
                </a:endParaRPr>
              </a:p>
            </p:txBody>
          </p:sp>
          <p:sp>
            <p:nvSpPr>
              <p:cNvPr id="34" name="矩形 19">
                <a:extLst>
                  <a:ext uri="{FF2B5EF4-FFF2-40B4-BE49-F238E27FC236}">
                    <a16:creationId xmlns="" xmlns:a16="http://schemas.microsoft.com/office/drawing/2014/main" id="{E9EA970A-4D36-BC41-B8BE-40DF553320E7}"/>
                  </a:ext>
                </a:extLst>
              </p:cNvPr>
              <p:cNvSpPr/>
              <p:nvPr userDrawn="1"/>
            </p:nvSpPr>
            <p:spPr>
              <a:xfrm>
                <a:off x="12315636" y="5362779"/>
                <a:ext cx="911019" cy="462672"/>
              </a:xfrm>
              <a:prstGeom prst="rect">
                <a:avLst/>
              </a:prstGeom>
              <a:solidFill>
                <a:srgbClr val="231815"/>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4112"/>
                <a:r>
                  <a:rPr kumimoji="1" lang="mr-IN" altLang="zh-CN" sz="700" b="1" dirty="0">
                    <a:solidFill>
                      <a:srgbClr val="FFFFFF"/>
                    </a:solidFill>
                    <a:ea typeface="Arial" charset="0"/>
                    <a:cs typeface="Arial" charset="0"/>
                  </a:rPr>
                  <a:t>RGB</a:t>
                </a:r>
                <a:r>
                  <a:rPr kumimoji="1" lang="en-US" altLang="zh-CN" sz="700" b="1" dirty="0">
                    <a:solidFill>
                      <a:srgbClr val="FFFFFF"/>
                    </a:solidFill>
                    <a:ea typeface="Arial" charset="0"/>
                    <a:cs typeface="Arial" charset="0"/>
                  </a:rPr>
                  <a:t> 35/24/21</a:t>
                </a:r>
                <a:endParaRPr kumimoji="1" lang="mr-IN" altLang="zh-CN" sz="700" b="1" dirty="0">
                  <a:solidFill>
                    <a:srgbClr val="FFFFFF"/>
                  </a:solidFill>
                  <a:ea typeface="Arial" charset="0"/>
                  <a:cs typeface="Arial" charset="0"/>
                </a:endParaRPr>
              </a:p>
            </p:txBody>
          </p:sp>
          <p:sp>
            <p:nvSpPr>
              <p:cNvPr id="35" name="矩形 22">
                <a:extLst>
                  <a:ext uri="{FF2B5EF4-FFF2-40B4-BE49-F238E27FC236}">
                    <a16:creationId xmlns="" xmlns:a16="http://schemas.microsoft.com/office/drawing/2014/main" id="{14EE21FB-1D92-0241-ABA5-5E9A6AEE0DC8}"/>
                  </a:ext>
                </a:extLst>
              </p:cNvPr>
              <p:cNvSpPr/>
              <p:nvPr userDrawn="1"/>
            </p:nvSpPr>
            <p:spPr>
              <a:xfrm>
                <a:off x="12315636" y="6403948"/>
                <a:ext cx="911019" cy="462672"/>
              </a:xfrm>
              <a:prstGeom prst="rect">
                <a:avLst/>
              </a:prstGeom>
              <a:solidFill>
                <a:srgbClr val="DDDDDD"/>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4112"/>
                <a:r>
                  <a:rPr kumimoji="1" lang="mr-IN" altLang="zh-CN" sz="700" b="1" dirty="0">
                    <a:solidFill>
                      <a:srgbClr val="666666"/>
                    </a:solidFill>
                    <a:ea typeface="Arial" charset="0"/>
                    <a:cs typeface="Arial" charset="0"/>
                  </a:rPr>
                  <a:t>RGB</a:t>
                </a:r>
                <a:r>
                  <a:rPr kumimoji="1" lang="en-US" altLang="zh-CN" sz="700" b="1" dirty="0">
                    <a:solidFill>
                      <a:srgbClr val="666666"/>
                    </a:solidFill>
                    <a:ea typeface="Arial" charset="0"/>
                    <a:cs typeface="Arial" charset="0"/>
                  </a:rPr>
                  <a:t> 221</a:t>
                </a:r>
                <a:r>
                  <a:rPr kumimoji="1" lang="mr-IN" altLang="zh-CN" sz="700" b="1" dirty="0">
                    <a:solidFill>
                      <a:srgbClr val="666666"/>
                    </a:solidFill>
                    <a:ea typeface="Arial" charset="0"/>
                    <a:cs typeface="Arial" charset="0"/>
                  </a:rPr>
                  <a:t>/</a:t>
                </a:r>
                <a:r>
                  <a:rPr kumimoji="1" lang="en-US" altLang="zh-CN" sz="700" b="1" dirty="0">
                    <a:solidFill>
                      <a:srgbClr val="666666"/>
                    </a:solidFill>
                    <a:ea typeface="Arial" charset="0"/>
                    <a:cs typeface="Arial" charset="0"/>
                  </a:rPr>
                  <a:t>221/221</a:t>
                </a:r>
                <a:endParaRPr kumimoji="1" lang="mr-IN" altLang="zh-CN" sz="700" b="1" dirty="0">
                  <a:solidFill>
                    <a:srgbClr val="666666"/>
                  </a:solidFill>
                  <a:ea typeface="Arial" charset="0"/>
                  <a:cs typeface="Arial" charset="0"/>
                </a:endParaRPr>
              </a:p>
            </p:txBody>
          </p:sp>
          <p:sp>
            <p:nvSpPr>
              <p:cNvPr id="36" name="矩形 12">
                <a:extLst>
                  <a:ext uri="{FF2B5EF4-FFF2-40B4-BE49-F238E27FC236}">
                    <a16:creationId xmlns="" xmlns:a16="http://schemas.microsoft.com/office/drawing/2014/main" id="{883734A3-2645-434A-9DCC-1416B6C687CC}"/>
                  </a:ext>
                </a:extLst>
              </p:cNvPr>
              <p:cNvSpPr/>
              <p:nvPr userDrawn="1"/>
            </p:nvSpPr>
            <p:spPr>
              <a:xfrm>
                <a:off x="13288175" y="3785971"/>
                <a:ext cx="885201" cy="462672"/>
              </a:xfrm>
              <a:prstGeom prst="rect">
                <a:avLst/>
              </a:prstGeom>
              <a:solidFill>
                <a:srgbClr val="E98C8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4112"/>
                <a:r>
                  <a:rPr kumimoji="1" lang="mr-IN" altLang="zh-CN" sz="700" b="1" dirty="0">
                    <a:solidFill>
                      <a:srgbClr val="FFFFFF"/>
                    </a:solidFill>
                    <a:ea typeface="Arial" charset="0"/>
                    <a:cs typeface="Arial" charset="0"/>
                  </a:rPr>
                  <a:t>RGB</a:t>
                </a:r>
                <a:r>
                  <a:rPr kumimoji="1" lang="en-US" altLang="zh-CN" sz="700" b="1" dirty="0">
                    <a:solidFill>
                      <a:srgbClr val="FFFFFF"/>
                    </a:solidFill>
                    <a:ea typeface="Arial" charset="0"/>
                    <a:cs typeface="Arial" charset="0"/>
                  </a:rPr>
                  <a:t> 233</a:t>
                </a:r>
                <a:r>
                  <a:rPr kumimoji="1" lang="mr-IN" altLang="zh-CN" sz="700" b="1" dirty="0">
                    <a:solidFill>
                      <a:srgbClr val="FFFFFF"/>
                    </a:solidFill>
                    <a:ea typeface="Arial" charset="0"/>
                    <a:cs typeface="Arial" charset="0"/>
                  </a:rPr>
                  <a:t>/</a:t>
                </a:r>
                <a:r>
                  <a:rPr kumimoji="1" lang="en-US" altLang="zh-CN" sz="700" b="1" dirty="0">
                    <a:solidFill>
                      <a:srgbClr val="FFFFFF"/>
                    </a:solidFill>
                    <a:ea typeface="Arial" charset="0"/>
                    <a:cs typeface="Arial" charset="0"/>
                  </a:rPr>
                  <a:t>140/128</a:t>
                </a:r>
                <a:endParaRPr kumimoji="1" lang="mr-IN" altLang="zh-CN" sz="700" b="1" dirty="0">
                  <a:solidFill>
                    <a:srgbClr val="FFFFFF"/>
                  </a:solidFill>
                  <a:ea typeface="Arial" charset="0"/>
                  <a:cs typeface="Arial" charset="0"/>
                </a:endParaRPr>
              </a:p>
            </p:txBody>
          </p:sp>
          <p:sp>
            <p:nvSpPr>
              <p:cNvPr id="37" name="矩形 13">
                <a:extLst>
                  <a:ext uri="{FF2B5EF4-FFF2-40B4-BE49-F238E27FC236}">
                    <a16:creationId xmlns="" xmlns:a16="http://schemas.microsoft.com/office/drawing/2014/main" id="{1FF13552-FB3D-134A-A80A-6CFB35DFE1A1}"/>
                  </a:ext>
                </a:extLst>
              </p:cNvPr>
              <p:cNvSpPr/>
              <p:nvPr userDrawn="1"/>
            </p:nvSpPr>
            <p:spPr>
              <a:xfrm>
                <a:off x="13288175" y="3259312"/>
                <a:ext cx="885201" cy="462672"/>
              </a:xfrm>
              <a:prstGeom prst="rect">
                <a:avLst/>
              </a:prstGeom>
              <a:solidFill>
                <a:srgbClr val="A72126"/>
              </a:solidFill>
              <a:ln>
                <a:solidFill>
                  <a:srgbClr val="9F000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4112"/>
                <a:r>
                  <a:rPr kumimoji="1" lang="mr-IN" altLang="zh-CN" sz="700" b="1" dirty="0">
                    <a:solidFill>
                      <a:srgbClr val="FFFFFF"/>
                    </a:solidFill>
                    <a:ea typeface="Arial" charset="0"/>
                    <a:cs typeface="Arial" charset="0"/>
                  </a:rPr>
                  <a:t>RGB</a:t>
                </a:r>
                <a:r>
                  <a:rPr kumimoji="1" lang="en-US" altLang="zh-CN" sz="700" b="1" dirty="0">
                    <a:solidFill>
                      <a:srgbClr val="FFFFFF"/>
                    </a:solidFill>
                    <a:ea typeface="Arial" charset="0"/>
                    <a:cs typeface="Arial" charset="0"/>
                  </a:rPr>
                  <a:t> 159</a:t>
                </a:r>
                <a:r>
                  <a:rPr kumimoji="1" lang="mr-IN" altLang="zh-CN" sz="700" b="1" dirty="0">
                    <a:solidFill>
                      <a:srgbClr val="FFFFFF"/>
                    </a:solidFill>
                    <a:ea typeface="Arial" charset="0"/>
                    <a:cs typeface="Arial" charset="0"/>
                  </a:rPr>
                  <a:t>/</a:t>
                </a:r>
                <a:r>
                  <a:rPr kumimoji="1" lang="en-US" altLang="zh-CN" sz="700" b="1" dirty="0">
                    <a:solidFill>
                      <a:srgbClr val="FFFFFF"/>
                    </a:solidFill>
                    <a:ea typeface="Arial" charset="0"/>
                    <a:cs typeface="Arial" charset="0"/>
                  </a:rPr>
                  <a:t>0/1</a:t>
                </a:r>
                <a:endParaRPr kumimoji="1" lang="mr-IN" altLang="zh-CN" sz="700" b="1" dirty="0">
                  <a:solidFill>
                    <a:srgbClr val="FFFFFF"/>
                  </a:solidFill>
                  <a:ea typeface="Arial" charset="0"/>
                  <a:cs typeface="Arial" charset="0"/>
                </a:endParaRPr>
              </a:p>
            </p:txBody>
          </p:sp>
          <p:sp>
            <p:nvSpPr>
              <p:cNvPr id="38" name="矩形 16">
                <a:extLst>
                  <a:ext uri="{FF2B5EF4-FFF2-40B4-BE49-F238E27FC236}">
                    <a16:creationId xmlns="" xmlns:a16="http://schemas.microsoft.com/office/drawing/2014/main" id="{0A96471B-CB12-1443-B01F-C14C9112C149}"/>
                  </a:ext>
                </a:extLst>
              </p:cNvPr>
              <p:cNvSpPr/>
              <p:nvPr userDrawn="1"/>
            </p:nvSpPr>
            <p:spPr>
              <a:xfrm>
                <a:off x="13288175" y="4836793"/>
                <a:ext cx="885201" cy="462672"/>
              </a:xfrm>
              <a:prstGeom prst="rect">
                <a:avLst/>
              </a:prstGeom>
              <a:solidFill>
                <a:srgbClr val="F5DC57"/>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4112"/>
                <a:r>
                  <a:rPr kumimoji="1" lang="mr-IN" altLang="zh-CN" sz="700" b="1" dirty="0">
                    <a:solidFill>
                      <a:srgbClr val="666666"/>
                    </a:solidFill>
                    <a:ea typeface="Arial" charset="0"/>
                    <a:cs typeface="Arial" charset="0"/>
                  </a:rPr>
                  <a:t>RGB</a:t>
                </a:r>
                <a:r>
                  <a:rPr kumimoji="1" lang="en-US" altLang="zh-CN" sz="700" b="1" dirty="0">
                    <a:solidFill>
                      <a:srgbClr val="666666"/>
                    </a:solidFill>
                    <a:ea typeface="Arial" charset="0"/>
                    <a:cs typeface="Arial" charset="0"/>
                  </a:rPr>
                  <a:t> 245</a:t>
                </a:r>
                <a:r>
                  <a:rPr kumimoji="1" lang="mr-IN" altLang="zh-CN" sz="700" b="1" dirty="0">
                    <a:solidFill>
                      <a:srgbClr val="666666"/>
                    </a:solidFill>
                    <a:ea typeface="Arial" charset="0"/>
                    <a:cs typeface="Arial" charset="0"/>
                  </a:rPr>
                  <a:t>/</a:t>
                </a:r>
                <a:r>
                  <a:rPr kumimoji="1" lang="en-US" altLang="zh-CN" sz="700" b="1" dirty="0">
                    <a:solidFill>
                      <a:srgbClr val="666666"/>
                    </a:solidFill>
                    <a:ea typeface="Arial" charset="0"/>
                    <a:cs typeface="Arial" charset="0"/>
                  </a:rPr>
                  <a:t>220/87</a:t>
                </a:r>
                <a:endParaRPr kumimoji="1" lang="mr-IN" altLang="zh-CN" sz="700" b="1" dirty="0">
                  <a:solidFill>
                    <a:srgbClr val="666666"/>
                  </a:solidFill>
                  <a:ea typeface="Arial" charset="0"/>
                  <a:cs typeface="Arial" charset="0"/>
                </a:endParaRPr>
              </a:p>
            </p:txBody>
          </p:sp>
          <p:sp>
            <p:nvSpPr>
              <p:cNvPr id="39" name="矩形 17">
                <a:extLst>
                  <a:ext uri="{FF2B5EF4-FFF2-40B4-BE49-F238E27FC236}">
                    <a16:creationId xmlns="" xmlns:a16="http://schemas.microsoft.com/office/drawing/2014/main" id="{61890D59-CF8B-1449-A836-3A304EC9A907}"/>
                  </a:ext>
                </a:extLst>
              </p:cNvPr>
              <p:cNvSpPr/>
              <p:nvPr userDrawn="1"/>
            </p:nvSpPr>
            <p:spPr>
              <a:xfrm>
                <a:off x="13288175" y="4319278"/>
                <a:ext cx="885201" cy="462672"/>
              </a:xfrm>
              <a:prstGeom prst="rect">
                <a:avLst/>
              </a:prstGeom>
              <a:solidFill>
                <a:srgbClr val="F085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4112"/>
                <a:r>
                  <a:rPr kumimoji="1" lang="mr-IN" altLang="zh-CN" sz="700" b="1" dirty="0">
                    <a:solidFill>
                      <a:srgbClr val="FFFFFF"/>
                    </a:solidFill>
                    <a:ea typeface="Arial" charset="0"/>
                    <a:cs typeface="Arial" charset="0"/>
                  </a:rPr>
                  <a:t>RGB</a:t>
                </a:r>
                <a:r>
                  <a:rPr kumimoji="1" lang="en-US" altLang="zh-CN" sz="700" b="1" dirty="0">
                    <a:solidFill>
                      <a:srgbClr val="FFFFFF"/>
                    </a:solidFill>
                    <a:ea typeface="Arial" charset="0"/>
                    <a:cs typeface="Arial" charset="0"/>
                  </a:rPr>
                  <a:t> 240</a:t>
                </a:r>
                <a:r>
                  <a:rPr kumimoji="1" lang="mr-IN" altLang="zh-CN" sz="700" b="1" dirty="0">
                    <a:solidFill>
                      <a:srgbClr val="FFFFFF"/>
                    </a:solidFill>
                    <a:ea typeface="Arial" charset="0"/>
                    <a:cs typeface="Arial" charset="0"/>
                  </a:rPr>
                  <a:t>/</a:t>
                </a:r>
                <a:r>
                  <a:rPr kumimoji="1" lang="en-US" altLang="zh-CN" sz="700" b="1" dirty="0">
                    <a:solidFill>
                      <a:srgbClr val="FFFFFF"/>
                    </a:solidFill>
                    <a:ea typeface="Arial" charset="0"/>
                    <a:cs typeface="Arial" charset="0"/>
                  </a:rPr>
                  <a:t>133/0</a:t>
                </a:r>
                <a:endParaRPr kumimoji="1" lang="mr-IN" altLang="zh-CN" sz="700" b="1" dirty="0">
                  <a:solidFill>
                    <a:srgbClr val="FFFFFF"/>
                  </a:solidFill>
                  <a:ea typeface="Arial" charset="0"/>
                  <a:cs typeface="Arial" charset="0"/>
                </a:endParaRPr>
              </a:p>
            </p:txBody>
          </p:sp>
          <p:sp>
            <p:nvSpPr>
              <p:cNvPr id="40" name="矩形 18">
                <a:extLst>
                  <a:ext uri="{FF2B5EF4-FFF2-40B4-BE49-F238E27FC236}">
                    <a16:creationId xmlns="" xmlns:a16="http://schemas.microsoft.com/office/drawing/2014/main" id="{0466A1E1-E7C7-FD49-9880-9E44BED19FF5}"/>
                  </a:ext>
                </a:extLst>
              </p:cNvPr>
              <p:cNvSpPr/>
              <p:nvPr userDrawn="1"/>
            </p:nvSpPr>
            <p:spPr>
              <a:xfrm>
                <a:off x="13288171" y="5880294"/>
                <a:ext cx="911019" cy="462672"/>
              </a:xfrm>
              <a:prstGeom prst="rect">
                <a:avLst/>
              </a:prstGeom>
              <a:solidFill>
                <a:srgbClr val="B5B5B5"/>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4112"/>
                <a:r>
                  <a:rPr kumimoji="1" lang="mr-IN" altLang="zh-CN" sz="700" b="1" dirty="0">
                    <a:solidFill>
                      <a:srgbClr val="FFFFFF"/>
                    </a:solidFill>
                    <a:ea typeface="Arial" charset="0"/>
                    <a:cs typeface="Arial" charset="0"/>
                  </a:rPr>
                  <a:t>RGB</a:t>
                </a:r>
                <a:r>
                  <a:rPr kumimoji="1" lang="en-US" altLang="zh-CN" sz="700" b="1" dirty="0">
                    <a:solidFill>
                      <a:srgbClr val="FFFFFF"/>
                    </a:solidFill>
                    <a:ea typeface="Arial" charset="0"/>
                    <a:cs typeface="Arial" charset="0"/>
                  </a:rPr>
                  <a:t> 181</a:t>
                </a:r>
                <a:r>
                  <a:rPr kumimoji="1" lang="mr-IN" altLang="zh-CN" sz="700" b="1" dirty="0">
                    <a:solidFill>
                      <a:srgbClr val="FFFFFF"/>
                    </a:solidFill>
                    <a:ea typeface="Arial" charset="0"/>
                    <a:cs typeface="Arial" charset="0"/>
                  </a:rPr>
                  <a:t>/</a:t>
                </a:r>
                <a:r>
                  <a:rPr kumimoji="1" lang="en-US" altLang="zh-CN" sz="700" b="1" dirty="0">
                    <a:solidFill>
                      <a:srgbClr val="FFFFFF"/>
                    </a:solidFill>
                    <a:ea typeface="Arial" charset="0"/>
                    <a:cs typeface="Arial" charset="0"/>
                  </a:rPr>
                  <a:t>181/181</a:t>
                </a:r>
                <a:endParaRPr kumimoji="1" lang="mr-IN" altLang="zh-CN" sz="700" b="1" dirty="0">
                  <a:solidFill>
                    <a:srgbClr val="FFFFFF"/>
                  </a:solidFill>
                  <a:ea typeface="Arial" charset="0"/>
                  <a:cs typeface="Arial" charset="0"/>
                </a:endParaRPr>
              </a:p>
            </p:txBody>
          </p:sp>
          <p:sp>
            <p:nvSpPr>
              <p:cNvPr id="42" name="矩形 19">
                <a:extLst>
                  <a:ext uri="{FF2B5EF4-FFF2-40B4-BE49-F238E27FC236}">
                    <a16:creationId xmlns="" xmlns:a16="http://schemas.microsoft.com/office/drawing/2014/main" id="{B21AD6AC-1275-0142-A9EA-D77B26CB40EF}"/>
                  </a:ext>
                </a:extLst>
              </p:cNvPr>
              <p:cNvSpPr/>
              <p:nvPr userDrawn="1"/>
            </p:nvSpPr>
            <p:spPr>
              <a:xfrm>
                <a:off x="13288171" y="5362779"/>
                <a:ext cx="911019" cy="462672"/>
              </a:xfrm>
              <a:prstGeom prst="rect">
                <a:avLst/>
              </a:prstGeom>
              <a:solidFill>
                <a:srgbClr val="595757"/>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4112"/>
                <a:r>
                  <a:rPr kumimoji="1" lang="mr-IN" altLang="zh-CN" sz="700" b="1" dirty="0">
                    <a:solidFill>
                      <a:srgbClr val="FFFFFF"/>
                    </a:solidFill>
                    <a:ea typeface="Arial" charset="0"/>
                    <a:cs typeface="Arial" charset="0"/>
                  </a:rPr>
                  <a:t>RGB</a:t>
                </a:r>
                <a:r>
                  <a:rPr kumimoji="1" lang="en-US" altLang="zh-CN" sz="700" b="1" dirty="0">
                    <a:solidFill>
                      <a:srgbClr val="FFFFFF"/>
                    </a:solidFill>
                    <a:ea typeface="Arial" charset="0"/>
                    <a:cs typeface="Arial" charset="0"/>
                  </a:rPr>
                  <a:t> 89</a:t>
                </a:r>
                <a:r>
                  <a:rPr kumimoji="1" lang="mr-IN" altLang="zh-CN" sz="700" b="1" dirty="0">
                    <a:solidFill>
                      <a:srgbClr val="FFFFFF"/>
                    </a:solidFill>
                    <a:ea typeface="Arial" charset="0"/>
                    <a:cs typeface="Arial" charset="0"/>
                  </a:rPr>
                  <a:t>/</a:t>
                </a:r>
                <a:r>
                  <a:rPr kumimoji="1" lang="en-US" altLang="zh-CN" sz="700" b="1" dirty="0">
                    <a:solidFill>
                      <a:srgbClr val="FFFFFF"/>
                    </a:solidFill>
                    <a:ea typeface="Arial" charset="0"/>
                    <a:cs typeface="Arial" charset="0"/>
                  </a:rPr>
                  <a:t>87/87</a:t>
                </a:r>
                <a:endParaRPr kumimoji="1" lang="mr-IN" altLang="zh-CN" sz="700" b="1" dirty="0">
                  <a:solidFill>
                    <a:srgbClr val="FFFFFF"/>
                  </a:solidFill>
                  <a:ea typeface="Arial" charset="0"/>
                  <a:cs typeface="Arial" charset="0"/>
                </a:endParaRPr>
              </a:p>
            </p:txBody>
          </p:sp>
          <p:sp>
            <p:nvSpPr>
              <p:cNvPr id="43" name="矩形 22">
                <a:extLst>
                  <a:ext uri="{FF2B5EF4-FFF2-40B4-BE49-F238E27FC236}">
                    <a16:creationId xmlns="" xmlns:a16="http://schemas.microsoft.com/office/drawing/2014/main" id="{238BAC2A-AE09-A84D-875D-8472236D6610}"/>
                  </a:ext>
                </a:extLst>
              </p:cNvPr>
              <p:cNvSpPr/>
              <p:nvPr userDrawn="1"/>
            </p:nvSpPr>
            <p:spPr>
              <a:xfrm>
                <a:off x="13288171" y="6403948"/>
                <a:ext cx="911019" cy="462672"/>
              </a:xfrm>
              <a:prstGeom prst="rect">
                <a:avLst/>
              </a:prstGeom>
              <a:solidFill>
                <a:srgbClr val="FFFFFF"/>
              </a:solidFill>
              <a:ln w="6350">
                <a:solidFill>
                  <a:schemeClr val="bg1">
                    <a:lumMod val="10000"/>
                    <a:lumOff val="9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4112"/>
                <a:r>
                  <a:rPr kumimoji="1" lang="mr-IN" altLang="zh-CN" sz="700" b="1" dirty="0">
                    <a:solidFill>
                      <a:srgbClr val="666666"/>
                    </a:solidFill>
                    <a:ea typeface="Arial" charset="0"/>
                    <a:cs typeface="Arial" charset="0"/>
                  </a:rPr>
                  <a:t>RGB</a:t>
                </a:r>
                <a:r>
                  <a:rPr kumimoji="1" lang="en-US" altLang="zh-CN" sz="700" b="1" dirty="0">
                    <a:solidFill>
                      <a:srgbClr val="666666"/>
                    </a:solidFill>
                    <a:ea typeface="Arial" charset="0"/>
                    <a:cs typeface="Arial" charset="0"/>
                  </a:rPr>
                  <a:t> 255</a:t>
                </a:r>
                <a:r>
                  <a:rPr kumimoji="1" lang="mr-IN" altLang="zh-CN" sz="700" b="1" dirty="0">
                    <a:solidFill>
                      <a:srgbClr val="666666"/>
                    </a:solidFill>
                    <a:ea typeface="Arial" charset="0"/>
                    <a:cs typeface="Arial" charset="0"/>
                  </a:rPr>
                  <a:t>/</a:t>
                </a:r>
                <a:r>
                  <a:rPr kumimoji="1" lang="en-US" altLang="zh-CN" sz="700" b="1" dirty="0">
                    <a:solidFill>
                      <a:srgbClr val="666666"/>
                    </a:solidFill>
                    <a:ea typeface="Arial" charset="0"/>
                    <a:cs typeface="Arial" charset="0"/>
                  </a:rPr>
                  <a:t>255/255</a:t>
                </a:r>
                <a:endParaRPr kumimoji="1" lang="mr-IN" altLang="zh-CN" sz="700" b="1" dirty="0">
                  <a:solidFill>
                    <a:srgbClr val="666666"/>
                  </a:solidFill>
                  <a:ea typeface="Arial" charset="0"/>
                  <a:cs typeface="Arial" charset="0"/>
                </a:endParaRPr>
              </a:p>
            </p:txBody>
          </p:sp>
        </p:grpSp>
      </p:grpSp>
      <p:sp>
        <p:nvSpPr>
          <p:cNvPr id="5" name="CuadroTexto 4">
            <a:extLst>
              <a:ext uri="{FF2B5EF4-FFF2-40B4-BE49-F238E27FC236}">
                <a16:creationId xmlns="" xmlns:a16="http://schemas.microsoft.com/office/drawing/2014/main" id="{920B224A-4973-4713-2F3B-7A9C48BD35E6}"/>
              </a:ext>
            </a:extLst>
          </p:cNvPr>
          <p:cNvSpPr txBox="1"/>
          <p:nvPr userDrawn="1">
            <p:extLst>
              <p:ext uri="{1162E1C5-73C7-4A58-AE30-91384D911F3F}">
                <p184:classification xmlns="" xmlns:p184="http://schemas.microsoft.com/office/powerpoint/2018/4/main" val="hdr"/>
              </p:ext>
            </p:extLst>
          </p:nvPr>
        </p:nvSpPr>
        <p:spPr>
          <a:xfrm>
            <a:off x="11083925" y="0"/>
            <a:ext cx="1141413" cy="152400"/>
          </a:xfrm>
          <a:prstGeom prst="rect">
            <a:avLst/>
          </a:prstGeom>
        </p:spPr>
        <p:txBody>
          <a:bodyPr horzOverflow="overflow" lIns="0" tIns="0" rIns="0" bIns="0">
            <a:spAutoFit/>
          </a:bodyPr>
          <a:lstStyle/>
          <a:p>
            <a:pPr algn="l"/>
            <a:r>
              <a:rPr lang="es-AR" sz="1000">
                <a:solidFill>
                  <a:srgbClr val="000000"/>
                </a:solidFill>
                <a:latin typeface="Calibri" panose="020F0502020204030204" pitchFamily="34" charset="0"/>
                <a:cs typeface="Calibri" panose="020F0502020204030204" pitchFamily="34" charset="0"/>
              </a:rPr>
              <a:t>Documento: Personal</a:t>
            </a:r>
          </a:p>
        </p:txBody>
      </p:sp>
    </p:spTree>
    <p:extLst>
      <p:ext uri="{BB962C8B-B14F-4D97-AF65-F5344CB8AC3E}">
        <p14:creationId xmlns:p14="http://schemas.microsoft.com/office/powerpoint/2010/main" val="533921032"/>
      </p:ext>
    </p:extLst>
  </p:cSld>
  <p:clrMap bg1="lt1" tx1="dk1" bg2="lt2" tx2="dk2" accent1="accent1" accent2="accent2" accent3="accent3" accent4="accent4" accent5="accent5" accent6="accent6" hlink="hlink" folHlink="folHlink"/>
  <p:sldLayoutIdLst>
    <p:sldLayoutId id="2147484002" r:id="rId1"/>
    <p:sldLayoutId id="2147484004" r:id="rId2"/>
    <p:sldLayoutId id="2147484005" r:id="rId3"/>
  </p:sldLayoutIdLst>
  <p:hf hdr="0" ftr="0" dt="0"/>
  <p:txStyles>
    <p:titleStyle>
      <a:lvl1pPr algn="l" defTabSz="1187323" rtl="0" eaLnBrk="1" latinLnBrk="0" hangingPunct="1">
        <a:lnSpc>
          <a:spcPct val="90000"/>
        </a:lnSpc>
        <a:spcBef>
          <a:spcPct val="0"/>
        </a:spcBef>
        <a:buNone/>
        <a:defRPr sz="5714" kern="1200">
          <a:solidFill>
            <a:schemeClr val="tx1"/>
          </a:solidFill>
          <a:latin typeface="Arial"/>
          <a:ea typeface="+mj-ea"/>
          <a:cs typeface="+mj-cs"/>
        </a:defRPr>
      </a:lvl1pPr>
    </p:titleStyle>
    <p:bodyStyle>
      <a:lvl1pPr marL="296831" indent="-296831" algn="l" defTabSz="1187323" rtl="0" eaLnBrk="1" latinLnBrk="0" hangingPunct="1">
        <a:lnSpc>
          <a:spcPct val="90000"/>
        </a:lnSpc>
        <a:spcBef>
          <a:spcPts val="1298"/>
        </a:spcBef>
        <a:buFont typeface="Arial" panose="020B0604020202020204" pitchFamily="34" charset="0"/>
        <a:buChar char="•"/>
        <a:defRPr sz="3635" kern="1200">
          <a:solidFill>
            <a:schemeClr val="tx1"/>
          </a:solidFill>
          <a:latin typeface="Arial"/>
          <a:ea typeface="+mn-ea"/>
          <a:cs typeface="+mn-cs"/>
        </a:defRPr>
      </a:lvl1pPr>
      <a:lvl2pPr marL="890493" indent="-296831" algn="l" defTabSz="1187323" rtl="0" eaLnBrk="1" latinLnBrk="0" hangingPunct="1">
        <a:lnSpc>
          <a:spcPct val="90000"/>
        </a:lnSpc>
        <a:spcBef>
          <a:spcPts val="650"/>
        </a:spcBef>
        <a:buFont typeface="Arial" panose="020B0604020202020204" pitchFamily="34" charset="0"/>
        <a:buChar char="•"/>
        <a:defRPr sz="3117" kern="1200">
          <a:solidFill>
            <a:schemeClr val="tx1"/>
          </a:solidFill>
          <a:latin typeface="Arial"/>
          <a:ea typeface="+mn-ea"/>
          <a:cs typeface="+mn-cs"/>
        </a:defRPr>
      </a:lvl2pPr>
      <a:lvl3pPr marL="1484154" indent="-296831" algn="l" defTabSz="1187323" rtl="0" eaLnBrk="1" latinLnBrk="0" hangingPunct="1">
        <a:lnSpc>
          <a:spcPct val="90000"/>
        </a:lnSpc>
        <a:spcBef>
          <a:spcPts val="650"/>
        </a:spcBef>
        <a:buFont typeface="Arial" panose="020B0604020202020204" pitchFamily="34" charset="0"/>
        <a:buChar char="•"/>
        <a:defRPr sz="2597" kern="1200">
          <a:solidFill>
            <a:schemeClr val="tx1"/>
          </a:solidFill>
          <a:latin typeface="Arial"/>
          <a:ea typeface="+mn-ea"/>
          <a:cs typeface="+mn-cs"/>
        </a:defRPr>
      </a:lvl3pPr>
      <a:lvl4pPr marL="2077817" indent="-296831" algn="l" defTabSz="1187323" rtl="0" eaLnBrk="1" latinLnBrk="0" hangingPunct="1">
        <a:lnSpc>
          <a:spcPct val="90000"/>
        </a:lnSpc>
        <a:spcBef>
          <a:spcPts val="650"/>
        </a:spcBef>
        <a:buFont typeface="Arial" panose="020B0604020202020204" pitchFamily="34" charset="0"/>
        <a:buChar char="•"/>
        <a:defRPr sz="2337" kern="1200">
          <a:solidFill>
            <a:schemeClr val="tx1"/>
          </a:solidFill>
          <a:latin typeface="Arial"/>
          <a:ea typeface="+mn-ea"/>
          <a:cs typeface="+mn-cs"/>
        </a:defRPr>
      </a:lvl4pPr>
      <a:lvl5pPr marL="2671478" indent="-296831" algn="l" defTabSz="1187323" rtl="0" eaLnBrk="1" latinLnBrk="0" hangingPunct="1">
        <a:lnSpc>
          <a:spcPct val="90000"/>
        </a:lnSpc>
        <a:spcBef>
          <a:spcPts val="650"/>
        </a:spcBef>
        <a:buFont typeface="Arial" panose="020B0604020202020204" pitchFamily="34" charset="0"/>
        <a:buChar char="•"/>
        <a:defRPr sz="2337" kern="1200">
          <a:solidFill>
            <a:schemeClr val="tx1"/>
          </a:solidFill>
          <a:latin typeface="Arial"/>
          <a:ea typeface="+mn-ea"/>
          <a:cs typeface="+mn-cs"/>
        </a:defRPr>
      </a:lvl5pPr>
      <a:lvl6pPr marL="3265140" indent="-296831" algn="l" defTabSz="1187323" rtl="0" eaLnBrk="1" latinLnBrk="0" hangingPunct="1">
        <a:lnSpc>
          <a:spcPct val="90000"/>
        </a:lnSpc>
        <a:spcBef>
          <a:spcPts val="650"/>
        </a:spcBef>
        <a:buFont typeface="Arial" panose="020B0604020202020204" pitchFamily="34" charset="0"/>
        <a:buChar char="•"/>
        <a:defRPr sz="2337" kern="1200">
          <a:solidFill>
            <a:schemeClr val="tx1"/>
          </a:solidFill>
          <a:latin typeface="Arial"/>
          <a:ea typeface="+mn-ea"/>
          <a:cs typeface="+mn-cs"/>
        </a:defRPr>
      </a:lvl6pPr>
      <a:lvl7pPr marL="3858802" indent="-296831" algn="l" defTabSz="1187323" rtl="0" eaLnBrk="1" latinLnBrk="0" hangingPunct="1">
        <a:lnSpc>
          <a:spcPct val="90000"/>
        </a:lnSpc>
        <a:spcBef>
          <a:spcPts val="650"/>
        </a:spcBef>
        <a:buFont typeface="Arial" panose="020B0604020202020204" pitchFamily="34" charset="0"/>
        <a:buChar char="•"/>
        <a:defRPr sz="2337" kern="1200">
          <a:solidFill>
            <a:schemeClr val="tx1"/>
          </a:solidFill>
          <a:latin typeface="Arial"/>
          <a:ea typeface="+mn-ea"/>
          <a:cs typeface="+mn-cs"/>
        </a:defRPr>
      </a:lvl7pPr>
      <a:lvl8pPr marL="4452463" indent="-296831" algn="l" defTabSz="1187323" rtl="0" eaLnBrk="1" latinLnBrk="0" hangingPunct="1">
        <a:lnSpc>
          <a:spcPct val="90000"/>
        </a:lnSpc>
        <a:spcBef>
          <a:spcPts val="650"/>
        </a:spcBef>
        <a:buFont typeface="Arial" panose="020B0604020202020204" pitchFamily="34" charset="0"/>
        <a:buChar char="•"/>
        <a:defRPr sz="2337" kern="1200">
          <a:solidFill>
            <a:schemeClr val="tx1"/>
          </a:solidFill>
          <a:latin typeface="Arial"/>
          <a:ea typeface="+mn-ea"/>
          <a:cs typeface="+mn-cs"/>
        </a:defRPr>
      </a:lvl8pPr>
      <a:lvl9pPr marL="5046125" indent="-296831" algn="l" defTabSz="1187323" rtl="0" eaLnBrk="1" latinLnBrk="0" hangingPunct="1">
        <a:lnSpc>
          <a:spcPct val="90000"/>
        </a:lnSpc>
        <a:spcBef>
          <a:spcPts val="650"/>
        </a:spcBef>
        <a:buFont typeface="Arial" panose="020B0604020202020204" pitchFamily="34" charset="0"/>
        <a:buChar char="•"/>
        <a:defRPr sz="2337" kern="1200">
          <a:solidFill>
            <a:schemeClr val="tx1"/>
          </a:solidFill>
          <a:latin typeface="Arial"/>
          <a:ea typeface="+mn-ea"/>
          <a:cs typeface="+mn-cs"/>
        </a:defRPr>
      </a:lvl9pPr>
    </p:bodyStyle>
    <p:otherStyle>
      <a:defPPr>
        <a:defRPr lang="en-US"/>
      </a:defPPr>
      <a:lvl1pPr marL="0" algn="l" defTabSz="1187323" rtl="0" eaLnBrk="1" latinLnBrk="0" hangingPunct="1">
        <a:defRPr sz="2337" kern="1200">
          <a:solidFill>
            <a:schemeClr val="tx1"/>
          </a:solidFill>
          <a:latin typeface="Arial"/>
          <a:ea typeface="+mn-ea"/>
          <a:cs typeface="+mn-cs"/>
        </a:defRPr>
      </a:lvl1pPr>
      <a:lvl2pPr marL="593662" algn="l" defTabSz="1187323" rtl="0" eaLnBrk="1" latinLnBrk="0" hangingPunct="1">
        <a:defRPr sz="2337" kern="1200">
          <a:solidFill>
            <a:schemeClr val="tx1"/>
          </a:solidFill>
          <a:latin typeface="Arial"/>
          <a:ea typeface="+mn-ea"/>
          <a:cs typeface="+mn-cs"/>
        </a:defRPr>
      </a:lvl2pPr>
      <a:lvl3pPr marL="1187323" algn="l" defTabSz="1187323" rtl="0" eaLnBrk="1" latinLnBrk="0" hangingPunct="1">
        <a:defRPr sz="2337" kern="1200">
          <a:solidFill>
            <a:schemeClr val="tx1"/>
          </a:solidFill>
          <a:latin typeface="Arial"/>
          <a:ea typeface="+mn-ea"/>
          <a:cs typeface="+mn-cs"/>
        </a:defRPr>
      </a:lvl3pPr>
      <a:lvl4pPr marL="1780986" algn="l" defTabSz="1187323" rtl="0" eaLnBrk="1" latinLnBrk="0" hangingPunct="1">
        <a:defRPr sz="2337" kern="1200">
          <a:solidFill>
            <a:schemeClr val="tx1"/>
          </a:solidFill>
          <a:latin typeface="Arial"/>
          <a:ea typeface="+mn-ea"/>
          <a:cs typeface="+mn-cs"/>
        </a:defRPr>
      </a:lvl4pPr>
      <a:lvl5pPr marL="2374648" algn="l" defTabSz="1187323" rtl="0" eaLnBrk="1" latinLnBrk="0" hangingPunct="1">
        <a:defRPr sz="2337" kern="1200">
          <a:solidFill>
            <a:schemeClr val="tx1"/>
          </a:solidFill>
          <a:latin typeface="Arial"/>
          <a:ea typeface="+mn-ea"/>
          <a:cs typeface="+mn-cs"/>
        </a:defRPr>
      </a:lvl5pPr>
      <a:lvl6pPr marL="2968309" algn="l" defTabSz="1187323" rtl="0" eaLnBrk="1" latinLnBrk="0" hangingPunct="1">
        <a:defRPr sz="2337" kern="1200">
          <a:solidFill>
            <a:schemeClr val="tx1"/>
          </a:solidFill>
          <a:latin typeface="Arial"/>
          <a:ea typeface="+mn-ea"/>
          <a:cs typeface="+mn-cs"/>
        </a:defRPr>
      </a:lvl6pPr>
      <a:lvl7pPr marL="3561971" algn="l" defTabSz="1187323" rtl="0" eaLnBrk="1" latinLnBrk="0" hangingPunct="1">
        <a:defRPr sz="2337" kern="1200">
          <a:solidFill>
            <a:schemeClr val="tx1"/>
          </a:solidFill>
          <a:latin typeface="Arial"/>
          <a:ea typeface="+mn-ea"/>
          <a:cs typeface="+mn-cs"/>
        </a:defRPr>
      </a:lvl7pPr>
      <a:lvl8pPr marL="4155634" algn="l" defTabSz="1187323" rtl="0" eaLnBrk="1" latinLnBrk="0" hangingPunct="1">
        <a:defRPr sz="2337" kern="1200">
          <a:solidFill>
            <a:schemeClr val="tx1"/>
          </a:solidFill>
          <a:latin typeface="Arial"/>
          <a:ea typeface="+mn-ea"/>
          <a:cs typeface="+mn-cs"/>
        </a:defRPr>
      </a:lvl8pPr>
      <a:lvl9pPr marL="4749295" algn="l" defTabSz="1187323" rtl="0" eaLnBrk="1" latinLnBrk="0" hangingPunct="1">
        <a:defRPr sz="2337" kern="1200">
          <a:solidFill>
            <a:schemeClr val="tx1"/>
          </a:solidFill>
          <a:latin typeface="Arial"/>
          <a:ea typeface="+mn-ea"/>
          <a:cs typeface="+mn-cs"/>
        </a:defRPr>
      </a:lvl9pPr>
    </p:otherStyle>
  </p:txStyles>
  <p:extLst>
    <p:ext uri="{27BBF7A9-308A-43DC-89C8-2F10F3537804}">
      <p15:sldGuideLst xmlns="" xmlns:p15="http://schemas.microsoft.com/office/powerpoint/2012/main">
        <p15:guide id="1" orient="horz" pos="2161">
          <p15:clr>
            <a:srgbClr val="F26B43"/>
          </p15:clr>
        </p15:guide>
        <p15:guide id="2" pos="3842">
          <p15:clr>
            <a:srgbClr val="F26B43"/>
          </p15:clr>
        </p15:guide>
        <p15:guide id="3" pos="458">
          <p15:clr>
            <a:srgbClr val="F26B43"/>
          </p15:clr>
        </p15:guide>
        <p15:guide id="4" pos="7225">
          <p15:clr>
            <a:srgbClr val="F26B43"/>
          </p15:clr>
        </p15:guide>
        <p15:guide id="5" orient="horz" pos="4100">
          <p15:clr>
            <a:srgbClr val="F26B43"/>
          </p15:clr>
        </p15:guide>
      </p15:sldGuideLst>
    </p:ext>
  </p:extLst>
</p:sldMaster>
</file>

<file path=ppt/slideMasters/slideMaster9.xml><?xml version="1.0" encoding="utf-8"?>
<p:sldMaster xmlns:a="http://schemas.openxmlformats.org/drawingml/2006/main" xmlns:r="http://schemas.openxmlformats.org/officeDocument/2006/relationships" xmlns:p="http://schemas.openxmlformats.org/presentationml/2006/main" preserve="1">
  <p:cSld>
    <p:bg>
      <p:bgPr>
        <a:solidFill>
          <a:srgbClr val="FFFFFF"/>
        </a:solidFill>
        <a:effectLst/>
      </p:bgPr>
    </p:bg>
    <p:spTree>
      <p:nvGrpSpPr>
        <p:cNvPr id="1" name=""/>
        <p:cNvGrpSpPr/>
        <p:nvPr/>
      </p:nvGrpSpPr>
      <p:grpSpPr>
        <a:xfrm>
          <a:off x="0" y="0"/>
          <a:ext cx="0" cy="0"/>
          <a:chOff x="0" y="0"/>
          <a:chExt cx="0" cy="0"/>
        </a:xfrm>
      </p:grpSpPr>
      <p:sp>
        <p:nvSpPr>
          <p:cNvPr id="3" name="TextBox 2">
            <a:extLst>
              <a:ext uri="{FF2B5EF4-FFF2-40B4-BE49-F238E27FC236}">
                <a16:creationId xmlns="" xmlns:a16="http://schemas.microsoft.com/office/drawing/2014/main" id="{6785A3D6-1271-D247-9E96-1B376F4BE7BE}"/>
              </a:ext>
            </a:extLst>
          </p:cNvPr>
          <p:cNvSpPr txBox="1"/>
          <p:nvPr userDrawn="1"/>
        </p:nvSpPr>
        <p:spPr>
          <a:xfrm>
            <a:off x="1095468" y="6356939"/>
            <a:ext cx="1463467" cy="242864"/>
          </a:xfrm>
          <a:prstGeom prst="rect">
            <a:avLst/>
          </a:prstGeom>
          <a:noFill/>
        </p:spPr>
        <p:txBody>
          <a:bodyPr wrap="square" rtlCol="0">
            <a:spAutoFit/>
          </a:bodyPr>
          <a:lstStyle/>
          <a:p>
            <a:pPr defTabSz="914112"/>
            <a:r>
              <a:rPr lang="en-US" sz="974" dirty="0">
                <a:solidFill>
                  <a:srgbClr val="1D1D1B"/>
                </a:solidFill>
                <a:cs typeface="Arial" panose="020B0604020202020204" pitchFamily="34" charset="0"/>
              </a:rPr>
              <a:t>Huawei Confidential</a:t>
            </a:r>
          </a:p>
        </p:txBody>
      </p:sp>
      <p:sp>
        <p:nvSpPr>
          <p:cNvPr id="4" name="TextBox 3">
            <a:extLst>
              <a:ext uri="{FF2B5EF4-FFF2-40B4-BE49-F238E27FC236}">
                <a16:creationId xmlns="" xmlns:a16="http://schemas.microsoft.com/office/drawing/2014/main" id="{EABEE2EE-BF4D-7A4A-B3C6-9E47668CCD98}"/>
              </a:ext>
            </a:extLst>
          </p:cNvPr>
          <p:cNvSpPr txBox="1"/>
          <p:nvPr userDrawn="1"/>
        </p:nvSpPr>
        <p:spPr>
          <a:xfrm>
            <a:off x="734132" y="6402806"/>
            <a:ext cx="499729" cy="150296"/>
          </a:xfrm>
          <a:prstGeom prst="rect">
            <a:avLst/>
          </a:prstGeom>
          <a:noFill/>
        </p:spPr>
        <p:txBody>
          <a:bodyPr wrap="square" lIns="0" tIns="0" rIns="0" bIns="0" rtlCol="0">
            <a:spAutoFit/>
          </a:bodyPr>
          <a:lstStyle/>
          <a:p>
            <a:pPr defTabSz="890493">
              <a:defRPr/>
            </a:pPr>
            <a:fld id="{C3837181-38C6-AD4F-B8BA-B444770388BB}" type="slidenum">
              <a:rPr lang="en-US" sz="974">
                <a:solidFill>
                  <a:srgbClr val="1D1D1B"/>
                </a:solidFill>
                <a:cs typeface="Arial" panose="020B0604020202020204" pitchFamily="34" charset="0"/>
              </a:rPr>
              <a:pPr defTabSz="890493">
                <a:defRPr/>
              </a:pPr>
              <a:t>‹Nº›</a:t>
            </a:fld>
            <a:endParaRPr lang="en-US" sz="974" dirty="0">
              <a:solidFill>
                <a:srgbClr val="1D1D1B"/>
              </a:solidFill>
              <a:cs typeface="Arial" panose="020B0604020202020204" pitchFamily="34" charset="0"/>
            </a:endParaRPr>
          </a:p>
        </p:txBody>
      </p:sp>
      <p:pic>
        <p:nvPicPr>
          <p:cNvPr id="41" name="图片 40"/>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10196000" y="6319872"/>
            <a:ext cx="1269075" cy="271153"/>
          </a:xfrm>
          <a:prstGeom prst="rect">
            <a:avLst/>
          </a:prstGeom>
        </p:spPr>
      </p:pic>
      <p:grpSp>
        <p:nvGrpSpPr>
          <p:cNvPr id="25" name="组合 24"/>
          <p:cNvGrpSpPr/>
          <p:nvPr userDrawn="1"/>
        </p:nvGrpSpPr>
        <p:grpSpPr>
          <a:xfrm>
            <a:off x="12216278" y="2931937"/>
            <a:ext cx="1982916" cy="3934682"/>
            <a:chOff x="12216278" y="2262477"/>
            <a:chExt cx="1982916" cy="4604143"/>
          </a:xfrm>
        </p:grpSpPr>
        <p:grpSp>
          <p:nvGrpSpPr>
            <p:cNvPr id="26" name="组合 25"/>
            <p:cNvGrpSpPr/>
            <p:nvPr userDrawn="1"/>
          </p:nvGrpSpPr>
          <p:grpSpPr>
            <a:xfrm>
              <a:off x="12315635" y="2262477"/>
              <a:ext cx="1883559" cy="692624"/>
              <a:chOff x="12315635" y="2207613"/>
              <a:chExt cx="1883559" cy="692624"/>
            </a:xfrm>
          </p:grpSpPr>
          <p:sp>
            <p:nvSpPr>
              <p:cNvPr id="44" name="矩形 5">
                <a:extLst>
                  <a:ext uri="{FF2B5EF4-FFF2-40B4-BE49-F238E27FC236}">
                    <a16:creationId xmlns="" xmlns:a16="http://schemas.microsoft.com/office/drawing/2014/main" id="{3B0B5EC2-EA55-CC45-A9D0-D5EA5D768C99}"/>
                  </a:ext>
                </a:extLst>
              </p:cNvPr>
              <p:cNvSpPr/>
              <p:nvPr userDrawn="1"/>
            </p:nvSpPr>
            <p:spPr>
              <a:xfrm>
                <a:off x="12315635" y="2401808"/>
                <a:ext cx="911019" cy="498429"/>
              </a:xfrm>
              <a:prstGeom prst="rect">
                <a:avLst/>
              </a:prstGeom>
              <a:solidFill>
                <a:srgbClr val="C8102E"/>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4112"/>
                <a:r>
                  <a:rPr kumimoji="1" lang="en-US" altLang="zh-CN" sz="700" b="1" dirty="0">
                    <a:solidFill>
                      <a:srgbClr val="FFFFFF"/>
                    </a:solidFill>
                    <a:ea typeface="Arial" charset="0"/>
                    <a:cs typeface="Arial" charset="0"/>
                  </a:rPr>
                  <a:t>P</a:t>
                </a:r>
                <a:r>
                  <a:rPr kumimoji="1" lang="en-US" altLang="zh-Hant" sz="700" b="1" dirty="0">
                    <a:solidFill>
                      <a:srgbClr val="FFFFFF"/>
                    </a:solidFill>
                    <a:cs typeface="Arial" charset="0"/>
                  </a:rPr>
                  <a:t>ANTONE</a:t>
                </a:r>
                <a:r>
                  <a:rPr kumimoji="1" lang="en-US" altLang="zh-CN" sz="700" b="1" dirty="0">
                    <a:solidFill>
                      <a:srgbClr val="FFFFFF"/>
                    </a:solidFill>
                    <a:ea typeface="Arial" charset="0"/>
                    <a:cs typeface="Arial" charset="0"/>
                  </a:rPr>
                  <a:t> 186C</a:t>
                </a:r>
              </a:p>
              <a:p>
                <a:pPr algn="ctr" defTabSz="914112"/>
                <a:r>
                  <a:rPr kumimoji="1" lang="en-US" altLang="zh-CN" sz="700" b="1" dirty="0">
                    <a:solidFill>
                      <a:srgbClr val="FFFFFF"/>
                    </a:solidFill>
                    <a:ea typeface="Arial" charset="0"/>
                    <a:cs typeface="Arial" charset="0"/>
                  </a:rPr>
                  <a:t>RGB 200/16/46</a:t>
                </a:r>
              </a:p>
            </p:txBody>
          </p:sp>
          <p:sp>
            <p:nvSpPr>
              <p:cNvPr id="45" name="矩形 9">
                <a:extLst>
                  <a:ext uri="{FF2B5EF4-FFF2-40B4-BE49-F238E27FC236}">
                    <a16:creationId xmlns="" xmlns:a16="http://schemas.microsoft.com/office/drawing/2014/main" id="{992224C5-04A6-C041-B257-13137945DBB8}"/>
                  </a:ext>
                </a:extLst>
              </p:cNvPr>
              <p:cNvSpPr/>
              <p:nvPr userDrawn="1"/>
            </p:nvSpPr>
            <p:spPr>
              <a:xfrm>
                <a:off x="13288175" y="2401808"/>
                <a:ext cx="911019" cy="498429"/>
              </a:xfrm>
              <a:prstGeom prst="rect">
                <a:avLst/>
              </a:prstGeom>
              <a:solidFill>
                <a:srgbClr val="C7000B"/>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4112"/>
                <a:r>
                  <a:rPr kumimoji="1" lang="en-US" altLang="zh-CN" sz="700" b="1" dirty="0">
                    <a:solidFill>
                      <a:srgbClr val="FFFFFF"/>
                    </a:solidFill>
                    <a:ea typeface="Arial" charset="0"/>
                    <a:cs typeface="Arial" charset="0"/>
                  </a:rPr>
                  <a:t>P</a:t>
                </a:r>
                <a:r>
                  <a:rPr kumimoji="1" lang="en-US" altLang="zh-Hant" sz="700" b="1" dirty="0">
                    <a:solidFill>
                      <a:srgbClr val="FFFFFF"/>
                    </a:solidFill>
                    <a:cs typeface="Arial" charset="0"/>
                  </a:rPr>
                  <a:t>ANTONE</a:t>
                </a:r>
                <a:r>
                  <a:rPr kumimoji="1" lang="en-US" altLang="zh-CN" sz="700" b="1" dirty="0">
                    <a:solidFill>
                      <a:srgbClr val="FFFFFF"/>
                    </a:solidFill>
                    <a:ea typeface="Arial" charset="0"/>
                    <a:cs typeface="Arial" charset="0"/>
                  </a:rPr>
                  <a:t> 185C</a:t>
                </a:r>
              </a:p>
              <a:p>
                <a:pPr algn="ctr" defTabSz="914112"/>
                <a:r>
                  <a:rPr kumimoji="1" lang="en-US" altLang="zh-CN" sz="700" b="1" dirty="0">
                    <a:solidFill>
                      <a:srgbClr val="FFFFFF"/>
                    </a:solidFill>
                    <a:ea typeface="Arial" charset="0"/>
                    <a:cs typeface="Arial" charset="0"/>
                  </a:rPr>
                  <a:t>RGB 199/0/11</a:t>
                </a:r>
              </a:p>
            </p:txBody>
          </p:sp>
          <p:sp>
            <p:nvSpPr>
              <p:cNvPr id="46" name="文本框 31">
                <a:extLst>
                  <a:ext uri="{FF2B5EF4-FFF2-40B4-BE49-F238E27FC236}">
                    <a16:creationId xmlns="" xmlns:a16="http://schemas.microsoft.com/office/drawing/2014/main" id="{58918196-0639-EE4B-AFC2-315BE04587B9}"/>
                  </a:ext>
                </a:extLst>
              </p:cNvPr>
              <p:cNvSpPr txBox="1"/>
              <p:nvPr userDrawn="1"/>
            </p:nvSpPr>
            <p:spPr>
              <a:xfrm>
                <a:off x="12326898" y="2207613"/>
                <a:ext cx="384721" cy="180071"/>
              </a:xfrm>
              <a:prstGeom prst="rect">
                <a:avLst/>
              </a:prstGeom>
              <a:noFill/>
            </p:spPr>
            <p:txBody>
              <a:bodyPr wrap="none" lIns="0" tIns="0" rIns="0" bIns="0" rtlCol="0">
                <a:spAutoFit/>
              </a:bodyPr>
              <a:lstStyle/>
              <a:p>
                <a:pPr algn="ctr" defTabSz="914112"/>
                <a:r>
                  <a:rPr kumimoji="1" lang="zh-CN" altLang="en-US" sz="1000" dirty="0">
                    <a:solidFill>
                      <a:srgbClr val="1D1D1A"/>
                    </a:solidFill>
                    <a:ea typeface="Microsoft YaHei" panose="020B0503020204020204" pitchFamily="34" charset="-122"/>
                  </a:rPr>
                  <a:t>品牌色</a:t>
                </a:r>
              </a:p>
            </p:txBody>
          </p:sp>
        </p:grpSp>
        <p:grpSp>
          <p:nvGrpSpPr>
            <p:cNvPr id="27" name="组合 26"/>
            <p:cNvGrpSpPr/>
            <p:nvPr userDrawn="1"/>
          </p:nvGrpSpPr>
          <p:grpSpPr>
            <a:xfrm>
              <a:off x="12216278" y="3054642"/>
              <a:ext cx="1982912" cy="3811978"/>
              <a:chOff x="12216278" y="3054642"/>
              <a:chExt cx="1982912" cy="3811978"/>
            </a:xfrm>
          </p:grpSpPr>
          <p:sp>
            <p:nvSpPr>
              <p:cNvPr id="28" name="矩形 12">
                <a:extLst>
                  <a:ext uri="{FF2B5EF4-FFF2-40B4-BE49-F238E27FC236}">
                    <a16:creationId xmlns="" xmlns:a16="http://schemas.microsoft.com/office/drawing/2014/main" id="{DCA8B73C-0B87-284F-805F-752EBF20B768}"/>
                  </a:ext>
                </a:extLst>
              </p:cNvPr>
              <p:cNvSpPr/>
              <p:nvPr userDrawn="1"/>
            </p:nvSpPr>
            <p:spPr>
              <a:xfrm>
                <a:off x="12315640" y="3785971"/>
                <a:ext cx="885201" cy="462672"/>
              </a:xfrm>
              <a:prstGeom prst="rect">
                <a:avLst/>
              </a:prstGeom>
              <a:solidFill>
                <a:srgbClr val="EA5A4F"/>
              </a:solidFill>
              <a:ln>
                <a:solidFill>
                  <a:srgbClr val="EA5A4F"/>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4112"/>
                <a:r>
                  <a:rPr kumimoji="1" lang="mr-IN" altLang="zh-CN" sz="700" b="1" dirty="0">
                    <a:solidFill>
                      <a:srgbClr val="FFFFFF"/>
                    </a:solidFill>
                    <a:ea typeface="Arial" charset="0"/>
                    <a:cs typeface="Arial" charset="0"/>
                  </a:rPr>
                  <a:t>RGB</a:t>
                </a:r>
                <a:r>
                  <a:rPr kumimoji="1" lang="en-US" altLang="zh-CN" sz="700" b="1" dirty="0">
                    <a:solidFill>
                      <a:srgbClr val="FFFFFF"/>
                    </a:solidFill>
                    <a:ea typeface="Arial" charset="0"/>
                    <a:cs typeface="Arial" charset="0"/>
                  </a:rPr>
                  <a:t> 234</a:t>
                </a:r>
                <a:r>
                  <a:rPr kumimoji="1" lang="mr-IN" altLang="zh-CN" sz="700" b="1" dirty="0">
                    <a:solidFill>
                      <a:srgbClr val="FFFFFF"/>
                    </a:solidFill>
                    <a:ea typeface="Arial" charset="0"/>
                    <a:cs typeface="Arial" charset="0"/>
                  </a:rPr>
                  <a:t>/</a:t>
                </a:r>
                <a:r>
                  <a:rPr kumimoji="1" lang="en-US" altLang="zh-CN" sz="700" b="1" dirty="0">
                    <a:solidFill>
                      <a:srgbClr val="FFFFFF"/>
                    </a:solidFill>
                    <a:ea typeface="Arial" charset="0"/>
                    <a:cs typeface="Arial" charset="0"/>
                  </a:rPr>
                  <a:t>90/79</a:t>
                </a:r>
                <a:endParaRPr kumimoji="1" lang="mr-IN" altLang="zh-CN" sz="700" b="1" dirty="0">
                  <a:solidFill>
                    <a:srgbClr val="FFFFFF"/>
                  </a:solidFill>
                  <a:ea typeface="Arial" charset="0"/>
                  <a:cs typeface="Arial" charset="0"/>
                </a:endParaRPr>
              </a:p>
            </p:txBody>
          </p:sp>
          <p:sp>
            <p:nvSpPr>
              <p:cNvPr id="29" name="矩形 13">
                <a:extLst>
                  <a:ext uri="{FF2B5EF4-FFF2-40B4-BE49-F238E27FC236}">
                    <a16:creationId xmlns="" xmlns:a16="http://schemas.microsoft.com/office/drawing/2014/main" id="{138A39A8-BB4E-CD4E-9201-F1785C874F92}"/>
                  </a:ext>
                </a:extLst>
              </p:cNvPr>
              <p:cNvSpPr/>
              <p:nvPr userDrawn="1"/>
            </p:nvSpPr>
            <p:spPr>
              <a:xfrm>
                <a:off x="12315640" y="3259312"/>
                <a:ext cx="885201" cy="462672"/>
              </a:xfrm>
              <a:prstGeom prst="rect">
                <a:avLst/>
              </a:prstGeom>
              <a:solidFill>
                <a:srgbClr val="78000F"/>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4112"/>
                <a:r>
                  <a:rPr kumimoji="1" lang="mr-IN" altLang="zh-CN" sz="700" b="1" dirty="0">
                    <a:solidFill>
                      <a:srgbClr val="FFFFFF"/>
                    </a:solidFill>
                    <a:ea typeface="Arial" charset="0"/>
                    <a:cs typeface="Arial" charset="0"/>
                  </a:rPr>
                  <a:t>RGB</a:t>
                </a:r>
                <a:r>
                  <a:rPr kumimoji="1" lang="en-US" altLang="zh-CN" sz="700" b="1" dirty="0">
                    <a:solidFill>
                      <a:srgbClr val="FFFFFF"/>
                    </a:solidFill>
                    <a:ea typeface="Arial" charset="0"/>
                    <a:cs typeface="Arial" charset="0"/>
                  </a:rPr>
                  <a:t> 120</a:t>
                </a:r>
                <a:r>
                  <a:rPr kumimoji="1" lang="mr-IN" altLang="zh-CN" sz="700" b="1" dirty="0">
                    <a:solidFill>
                      <a:srgbClr val="FFFFFF"/>
                    </a:solidFill>
                    <a:ea typeface="Arial" charset="0"/>
                    <a:cs typeface="Arial" charset="0"/>
                  </a:rPr>
                  <a:t>/</a:t>
                </a:r>
                <a:r>
                  <a:rPr kumimoji="1" lang="en-US" altLang="zh-CN" sz="700" b="1" dirty="0">
                    <a:solidFill>
                      <a:srgbClr val="FFFFFF"/>
                    </a:solidFill>
                    <a:ea typeface="Arial" charset="0"/>
                    <a:cs typeface="Arial" charset="0"/>
                  </a:rPr>
                  <a:t>0/15</a:t>
                </a:r>
                <a:endParaRPr kumimoji="1" lang="mr-IN" altLang="zh-CN" sz="700" b="1" dirty="0">
                  <a:solidFill>
                    <a:srgbClr val="FFFFFF"/>
                  </a:solidFill>
                  <a:ea typeface="Arial" charset="0"/>
                  <a:cs typeface="Arial" charset="0"/>
                </a:endParaRPr>
              </a:p>
            </p:txBody>
          </p:sp>
          <p:sp>
            <p:nvSpPr>
              <p:cNvPr id="30" name="文本框 15">
                <a:extLst>
                  <a:ext uri="{FF2B5EF4-FFF2-40B4-BE49-F238E27FC236}">
                    <a16:creationId xmlns="" xmlns:a16="http://schemas.microsoft.com/office/drawing/2014/main" id="{8F53C07A-1022-C740-8F8D-97538E174D38}"/>
                  </a:ext>
                </a:extLst>
              </p:cNvPr>
              <p:cNvSpPr txBox="1"/>
              <p:nvPr userDrawn="1"/>
            </p:nvSpPr>
            <p:spPr>
              <a:xfrm>
                <a:off x="12216278" y="3054642"/>
                <a:ext cx="569387" cy="180071"/>
              </a:xfrm>
              <a:prstGeom prst="rect">
                <a:avLst/>
              </a:prstGeom>
              <a:noFill/>
            </p:spPr>
            <p:txBody>
              <a:bodyPr wrap="square" lIns="0" tIns="0" rIns="0" bIns="0" rtlCol="0" anchor="b" anchorCtr="0">
                <a:spAutoFit/>
              </a:bodyPr>
              <a:lstStyle/>
              <a:p>
                <a:pPr algn="ctr" defTabSz="914112"/>
                <a:r>
                  <a:rPr kumimoji="1" lang="zh-CN" altLang="en-US" sz="1000" dirty="0">
                    <a:solidFill>
                      <a:srgbClr val="1D1D1A"/>
                    </a:solidFill>
                    <a:ea typeface="Microsoft YaHei" panose="020B0503020204020204" pitchFamily="34" charset="-122"/>
                  </a:rPr>
                  <a:t>辅助色</a:t>
                </a:r>
              </a:p>
            </p:txBody>
          </p:sp>
          <p:sp>
            <p:nvSpPr>
              <p:cNvPr id="31" name="矩形 16">
                <a:extLst>
                  <a:ext uri="{FF2B5EF4-FFF2-40B4-BE49-F238E27FC236}">
                    <a16:creationId xmlns="" xmlns:a16="http://schemas.microsoft.com/office/drawing/2014/main" id="{306A7598-C00D-994F-82DA-B39F3C2E0AAD}"/>
                  </a:ext>
                </a:extLst>
              </p:cNvPr>
              <p:cNvSpPr/>
              <p:nvPr userDrawn="1"/>
            </p:nvSpPr>
            <p:spPr>
              <a:xfrm>
                <a:off x="12315640" y="4836793"/>
                <a:ext cx="885201" cy="462672"/>
              </a:xfrm>
              <a:prstGeom prst="rect">
                <a:avLst/>
              </a:prstGeom>
              <a:solidFill>
                <a:srgbClr val="F8B53C"/>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4112"/>
                <a:r>
                  <a:rPr kumimoji="1" lang="mr-IN" altLang="zh-CN" sz="700" b="1" dirty="0">
                    <a:solidFill>
                      <a:srgbClr val="FFFFFF"/>
                    </a:solidFill>
                    <a:ea typeface="Arial" charset="0"/>
                    <a:cs typeface="Arial" charset="0"/>
                  </a:rPr>
                  <a:t>RGB</a:t>
                </a:r>
                <a:r>
                  <a:rPr kumimoji="1" lang="en-US" altLang="zh-CN" sz="700" b="1" dirty="0">
                    <a:solidFill>
                      <a:srgbClr val="FFFFFF"/>
                    </a:solidFill>
                    <a:ea typeface="Arial" charset="0"/>
                    <a:cs typeface="Arial" charset="0"/>
                  </a:rPr>
                  <a:t> 248</a:t>
                </a:r>
                <a:r>
                  <a:rPr kumimoji="1" lang="mr-IN" altLang="zh-CN" sz="700" b="1" dirty="0">
                    <a:solidFill>
                      <a:srgbClr val="FFFFFF"/>
                    </a:solidFill>
                    <a:ea typeface="Arial" charset="0"/>
                    <a:cs typeface="Arial" charset="0"/>
                  </a:rPr>
                  <a:t>/</a:t>
                </a:r>
                <a:r>
                  <a:rPr kumimoji="1" lang="en-US" altLang="zh-CN" sz="700" b="1" dirty="0">
                    <a:solidFill>
                      <a:srgbClr val="FFFFFF"/>
                    </a:solidFill>
                    <a:ea typeface="Arial" charset="0"/>
                    <a:cs typeface="Arial" charset="0"/>
                  </a:rPr>
                  <a:t>181/60</a:t>
                </a:r>
                <a:endParaRPr kumimoji="1" lang="mr-IN" altLang="zh-CN" sz="700" b="1" dirty="0">
                  <a:solidFill>
                    <a:srgbClr val="FFFFFF"/>
                  </a:solidFill>
                  <a:ea typeface="Arial" charset="0"/>
                  <a:cs typeface="Arial" charset="0"/>
                </a:endParaRPr>
              </a:p>
            </p:txBody>
          </p:sp>
          <p:sp>
            <p:nvSpPr>
              <p:cNvPr id="32" name="矩形 17">
                <a:extLst>
                  <a:ext uri="{FF2B5EF4-FFF2-40B4-BE49-F238E27FC236}">
                    <a16:creationId xmlns="" xmlns:a16="http://schemas.microsoft.com/office/drawing/2014/main" id="{C1423292-FF2F-A74C-943E-1C3C47534098}"/>
                  </a:ext>
                </a:extLst>
              </p:cNvPr>
              <p:cNvSpPr/>
              <p:nvPr userDrawn="1"/>
            </p:nvSpPr>
            <p:spPr>
              <a:xfrm>
                <a:off x="12315640" y="4319278"/>
                <a:ext cx="885201" cy="462672"/>
              </a:xfrm>
              <a:prstGeom prst="rect">
                <a:avLst/>
              </a:prstGeom>
              <a:solidFill>
                <a:srgbClr val="EB5C0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4112"/>
                <a:r>
                  <a:rPr kumimoji="1" lang="mr-IN" altLang="zh-CN" sz="700" b="1" dirty="0">
                    <a:solidFill>
                      <a:srgbClr val="FFFFFF"/>
                    </a:solidFill>
                    <a:ea typeface="Arial" charset="0"/>
                    <a:cs typeface="Arial" charset="0"/>
                  </a:rPr>
                  <a:t>RGB</a:t>
                </a:r>
                <a:r>
                  <a:rPr kumimoji="1" lang="en-US" altLang="zh-CN" sz="700" b="1" dirty="0">
                    <a:solidFill>
                      <a:srgbClr val="FFFFFF"/>
                    </a:solidFill>
                    <a:ea typeface="Arial" charset="0"/>
                    <a:cs typeface="Arial" charset="0"/>
                  </a:rPr>
                  <a:t> 235</a:t>
                </a:r>
                <a:r>
                  <a:rPr kumimoji="1" lang="mr-IN" altLang="zh-CN" sz="700" b="1" dirty="0">
                    <a:solidFill>
                      <a:srgbClr val="FFFFFF"/>
                    </a:solidFill>
                    <a:ea typeface="Arial" charset="0"/>
                    <a:cs typeface="Arial" charset="0"/>
                  </a:rPr>
                  <a:t>/</a:t>
                </a:r>
                <a:r>
                  <a:rPr kumimoji="1" lang="en-US" altLang="zh-CN" sz="700" b="1" dirty="0">
                    <a:solidFill>
                      <a:srgbClr val="FFFFFF"/>
                    </a:solidFill>
                    <a:ea typeface="Arial" charset="0"/>
                    <a:cs typeface="Arial" charset="0"/>
                  </a:rPr>
                  <a:t>92/1</a:t>
                </a:r>
                <a:endParaRPr kumimoji="1" lang="mr-IN" altLang="zh-CN" sz="700" b="1" dirty="0">
                  <a:solidFill>
                    <a:srgbClr val="FFFFFF"/>
                  </a:solidFill>
                  <a:ea typeface="Arial" charset="0"/>
                  <a:cs typeface="Arial" charset="0"/>
                </a:endParaRPr>
              </a:p>
            </p:txBody>
          </p:sp>
          <p:sp>
            <p:nvSpPr>
              <p:cNvPr id="33" name="矩形 18">
                <a:extLst>
                  <a:ext uri="{FF2B5EF4-FFF2-40B4-BE49-F238E27FC236}">
                    <a16:creationId xmlns="" xmlns:a16="http://schemas.microsoft.com/office/drawing/2014/main" id="{2A29AF15-F5C4-A842-A63B-5DBA549CB92F}"/>
                  </a:ext>
                </a:extLst>
              </p:cNvPr>
              <p:cNvSpPr/>
              <p:nvPr userDrawn="1"/>
            </p:nvSpPr>
            <p:spPr>
              <a:xfrm>
                <a:off x="12315636" y="5880294"/>
                <a:ext cx="911019" cy="462672"/>
              </a:xfrm>
              <a:prstGeom prst="rect">
                <a:avLst/>
              </a:prstGeom>
              <a:solidFill>
                <a:srgbClr val="898989"/>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4112"/>
                <a:r>
                  <a:rPr kumimoji="1" lang="mr-IN" altLang="zh-CN" sz="700" b="1" dirty="0">
                    <a:solidFill>
                      <a:srgbClr val="FFFFFF"/>
                    </a:solidFill>
                    <a:ea typeface="Arial" charset="0"/>
                    <a:cs typeface="Arial" charset="0"/>
                  </a:rPr>
                  <a:t>RGB</a:t>
                </a:r>
                <a:r>
                  <a:rPr kumimoji="1" lang="en-US" altLang="zh-CN" sz="700" b="1" dirty="0">
                    <a:solidFill>
                      <a:srgbClr val="FFFFFF"/>
                    </a:solidFill>
                    <a:ea typeface="Arial" charset="0"/>
                    <a:cs typeface="Arial" charset="0"/>
                  </a:rPr>
                  <a:t> 137/137/137</a:t>
                </a:r>
                <a:endParaRPr kumimoji="1" lang="mr-IN" altLang="zh-CN" sz="700" b="1" dirty="0">
                  <a:solidFill>
                    <a:srgbClr val="FFFFFF"/>
                  </a:solidFill>
                  <a:ea typeface="Arial" charset="0"/>
                  <a:cs typeface="Arial" charset="0"/>
                </a:endParaRPr>
              </a:p>
            </p:txBody>
          </p:sp>
          <p:sp>
            <p:nvSpPr>
              <p:cNvPr id="34" name="矩形 19">
                <a:extLst>
                  <a:ext uri="{FF2B5EF4-FFF2-40B4-BE49-F238E27FC236}">
                    <a16:creationId xmlns="" xmlns:a16="http://schemas.microsoft.com/office/drawing/2014/main" id="{E9EA970A-4D36-BC41-B8BE-40DF553320E7}"/>
                  </a:ext>
                </a:extLst>
              </p:cNvPr>
              <p:cNvSpPr/>
              <p:nvPr userDrawn="1"/>
            </p:nvSpPr>
            <p:spPr>
              <a:xfrm>
                <a:off x="12315636" y="5362779"/>
                <a:ext cx="911019" cy="462672"/>
              </a:xfrm>
              <a:prstGeom prst="rect">
                <a:avLst/>
              </a:prstGeom>
              <a:solidFill>
                <a:srgbClr val="231815"/>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4112"/>
                <a:r>
                  <a:rPr kumimoji="1" lang="mr-IN" altLang="zh-CN" sz="700" b="1" dirty="0">
                    <a:solidFill>
                      <a:srgbClr val="FFFFFF"/>
                    </a:solidFill>
                    <a:ea typeface="Arial" charset="0"/>
                    <a:cs typeface="Arial" charset="0"/>
                  </a:rPr>
                  <a:t>RGB</a:t>
                </a:r>
                <a:r>
                  <a:rPr kumimoji="1" lang="en-US" altLang="zh-CN" sz="700" b="1" dirty="0">
                    <a:solidFill>
                      <a:srgbClr val="FFFFFF"/>
                    </a:solidFill>
                    <a:ea typeface="Arial" charset="0"/>
                    <a:cs typeface="Arial" charset="0"/>
                  </a:rPr>
                  <a:t> 35/24/21</a:t>
                </a:r>
                <a:endParaRPr kumimoji="1" lang="mr-IN" altLang="zh-CN" sz="700" b="1" dirty="0">
                  <a:solidFill>
                    <a:srgbClr val="FFFFFF"/>
                  </a:solidFill>
                  <a:ea typeface="Arial" charset="0"/>
                  <a:cs typeface="Arial" charset="0"/>
                </a:endParaRPr>
              </a:p>
            </p:txBody>
          </p:sp>
          <p:sp>
            <p:nvSpPr>
              <p:cNvPr id="35" name="矩形 22">
                <a:extLst>
                  <a:ext uri="{FF2B5EF4-FFF2-40B4-BE49-F238E27FC236}">
                    <a16:creationId xmlns="" xmlns:a16="http://schemas.microsoft.com/office/drawing/2014/main" id="{14EE21FB-1D92-0241-ABA5-5E9A6AEE0DC8}"/>
                  </a:ext>
                </a:extLst>
              </p:cNvPr>
              <p:cNvSpPr/>
              <p:nvPr userDrawn="1"/>
            </p:nvSpPr>
            <p:spPr>
              <a:xfrm>
                <a:off x="12315636" y="6403948"/>
                <a:ext cx="911019" cy="462672"/>
              </a:xfrm>
              <a:prstGeom prst="rect">
                <a:avLst/>
              </a:prstGeom>
              <a:solidFill>
                <a:srgbClr val="DDDDDD"/>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4112"/>
                <a:r>
                  <a:rPr kumimoji="1" lang="mr-IN" altLang="zh-CN" sz="700" b="1" dirty="0">
                    <a:solidFill>
                      <a:srgbClr val="666666"/>
                    </a:solidFill>
                    <a:ea typeface="Arial" charset="0"/>
                    <a:cs typeface="Arial" charset="0"/>
                  </a:rPr>
                  <a:t>RGB</a:t>
                </a:r>
                <a:r>
                  <a:rPr kumimoji="1" lang="en-US" altLang="zh-CN" sz="700" b="1" dirty="0">
                    <a:solidFill>
                      <a:srgbClr val="666666"/>
                    </a:solidFill>
                    <a:ea typeface="Arial" charset="0"/>
                    <a:cs typeface="Arial" charset="0"/>
                  </a:rPr>
                  <a:t> 221</a:t>
                </a:r>
                <a:r>
                  <a:rPr kumimoji="1" lang="mr-IN" altLang="zh-CN" sz="700" b="1" dirty="0">
                    <a:solidFill>
                      <a:srgbClr val="666666"/>
                    </a:solidFill>
                    <a:ea typeface="Arial" charset="0"/>
                    <a:cs typeface="Arial" charset="0"/>
                  </a:rPr>
                  <a:t>/</a:t>
                </a:r>
                <a:r>
                  <a:rPr kumimoji="1" lang="en-US" altLang="zh-CN" sz="700" b="1" dirty="0">
                    <a:solidFill>
                      <a:srgbClr val="666666"/>
                    </a:solidFill>
                    <a:ea typeface="Arial" charset="0"/>
                    <a:cs typeface="Arial" charset="0"/>
                  </a:rPr>
                  <a:t>221/221</a:t>
                </a:r>
                <a:endParaRPr kumimoji="1" lang="mr-IN" altLang="zh-CN" sz="700" b="1" dirty="0">
                  <a:solidFill>
                    <a:srgbClr val="666666"/>
                  </a:solidFill>
                  <a:ea typeface="Arial" charset="0"/>
                  <a:cs typeface="Arial" charset="0"/>
                </a:endParaRPr>
              </a:p>
            </p:txBody>
          </p:sp>
          <p:sp>
            <p:nvSpPr>
              <p:cNvPr id="36" name="矩形 12">
                <a:extLst>
                  <a:ext uri="{FF2B5EF4-FFF2-40B4-BE49-F238E27FC236}">
                    <a16:creationId xmlns="" xmlns:a16="http://schemas.microsoft.com/office/drawing/2014/main" id="{883734A3-2645-434A-9DCC-1416B6C687CC}"/>
                  </a:ext>
                </a:extLst>
              </p:cNvPr>
              <p:cNvSpPr/>
              <p:nvPr userDrawn="1"/>
            </p:nvSpPr>
            <p:spPr>
              <a:xfrm>
                <a:off x="13288175" y="3785971"/>
                <a:ext cx="885201" cy="462672"/>
              </a:xfrm>
              <a:prstGeom prst="rect">
                <a:avLst/>
              </a:prstGeom>
              <a:solidFill>
                <a:srgbClr val="E98C8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4112"/>
                <a:r>
                  <a:rPr kumimoji="1" lang="mr-IN" altLang="zh-CN" sz="700" b="1" dirty="0">
                    <a:solidFill>
                      <a:srgbClr val="FFFFFF"/>
                    </a:solidFill>
                    <a:ea typeface="Arial" charset="0"/>
                    <a:cs typeface="Arial" charset="0"/>
                  </a:rPr>
                  <a:t>RGB</a:t>
                </a:r>
                <a:r>
                  <a:rPr kumimoji="1" lang="en-US" altLang="zh-CN" sz="700" b="1" dirty="0">
                    <a:solidFill>
                      <a:srgbClr val="FFFFFF"/>
                    </a:solidFill>
                    <a:ea typeface="Arial" charset="0"/>
                    <a:cs typeface="Arial" charset="0"/>
                  </a:rPr>
                  <a:t> 233</a:t>
                </a:r>
                <a:r>
                  <a:rPr kumimoji="1" lang="mr-IN" altLang="zh-CN" sz="700" b="1" dirty="0">
                    <a:solidFill>
                      <a:srgbClr val="FFFFFF"/>
                    </a:solidFill>
                    <a:ea typeface="Arial" charset="0"/>
                    <a:cs typeface="Arial" charset="0"/>
                  </a:rPr>
                  <a:t>/</a:t>
                </a:r>
                <a:r>
                  <a:rPr kumimoji="1" lang="en-US" altLang="zh-CN" sz="700" b="1" dirty="0">
                    <a:solidFill>
                      <a:srgbClr val="FFFFFF"/>
                    </a:solidFill>
                    <a:ea typeface="Arial" charset="0"/>
                    <a:cs typeface="Arial" charset="0"/>
                  </a:rPr>
                  <a:t>140/128</a:t>
                </a:r>
                <a:endParaRPr kumimoji="1" lang="mr-IN" altLang="zh-CN" sz="700" b="1" dirty="0">
                  <a:solidFill>
                    <a:srgbClr val="FFFFFF"/>
                  </a:solidFill>
                  <a:ea typeface="Arial" charset="0"/>
                  <a:cs typeface="Arial" charset="0"/>
                </a:endParaRPr>
              </a:p>
            </p:txBody>
          </p:sp>
          <p:sp>
            <p:nvSpPr>
              <p:cNvPr id="37" name="矩形 13">
                <a:extLst>
                  <a:ext uri="{FF2B5EF4-FFF2-40B4-BE49-F238E27FC236}">
                    <a16:creationId xmlns="" xmlns:a16="http://schemas.microsoft.com/office/drawing/2014/main" id="{1FF13552-FB3D-134A-A80A-6CFB35DFE1A1}"/>
                  </a:ext>
                </a:extLst>
              </p:cNvPr>
              <p:cNvSpPr/>
              <p:nvPr userDrawn="1"/>
            </p:nvSpPr>
            <p:spPr>
              <a:xfrm>
                <a:off x="13288175" y="3259312"/>
                <a:ext cx="885201" cy="462672"/>
              </a:xfrm>
              <a:prstGeom prst="rect">
                <a:avLst/>
              </a:prstGeom>
              <a:solidFill>
                <a:srgbClr val="A72126"/>
              </a:solidFill>
              <a:ln>
                <a:solidFill>
                  <a:srgbClr val="9F000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4112"/>
                <a:r>
                  <a:rPr kumimoji="1" lang="mr-IN" altLang="zh-CN" sz="700" b="1" dirty="0">
                    <a:solidFill>
                      <a:srgbClr val="FFFFFF"/>
                    </a:solidFill>
                    <a:ea typeface="Arial" charset="0"/>
                    <a:cs typeface="Arial" charset="0"/>
                  </a:rPr>
                  <a:t>RGB</a:t>
                </a:r>
                <a:r>
                  <a:rPr kumimoji="1" lang="en-US" altLang="zh-CN" sz="700" b="1" dirty="0">
                    <a:solidFill>
                      <a:srgbClr val="FFFFFF"/>
                    </a:solidFill>
                    <a:ea typeface="Arial" charset="0"/>
                    <a:cs typeface="Arial" charset="0"/>
                  </a:rPr>
                  <a:t> 159</a:t>
                </a:r>
                <a:r>
                  <a:rPr kumimoji="1" lang="mr-IN" altLang="zh-CN" sz="700" b="1" dirty="0">
                    <a:solidFill>
                      <a:srgbClr val="FFFFFF"/>
                    </a:solidFill>
                    <a:ea typeface="Arial" charset="0"/>
                    <a:cs typeface="Arial" charset="0"/>
                  </a:rPr>
                  <a:t>/</a:t>
                </a:r>
                <a:r>
                  <a:rPr kumimoji="1" lang="en-US" altLang="zh-CN" sz="700" b="1" dirty="0">
                    <a:solidFill>
                      <a:srgbClr val="FFFFFF"/>
                    </a:solidFill>
                    <a:ea typeface="Arial" charset="0"/>
                    <a:cs typeface="Arial" charset="0"/>
                  </a:rPr>
                  <a:t>0/1</a:t>
                </a:r>
                <a:endParaRPr kumimoji="1" lang="mr-IN" altLang="zh-CN" sz="700" b="1" dirty="0">
                  <a:solidFill>
                    <a:srgbClr val="FFFFFF"/>
                  </a:solidFill>
                  <a:ea typeface="Arial" charset="0"/>
                  <a:cs typeface="Arial" charset="0"/>
                </a:endParaRPr>
              </a:p>
            </p:txBody>
          </p:sp>
          <p:sp>
            <p:nvSpPr>
              <p:cNvPr id="38" name="矩形 16">
                <a:extLst>
                  <a:ext uri="{FF2B5EF4-FFF2-40B4-BE49-F238E27FC236}">
                    <a16:creationId xmlns="" xmlns:a16="http://schemas.microsoft.com/office/drawing/2014/main" id="{0A96471B-CB12-1443-B01F-C14C9112C149}"/>
                  </a:ext>
                </a:extLst>
              </p:cNvPr>
              <p:cNvSpPr/>
              <p:nvPr userDrawn="1"/>
            </p:nvSpPr>
            <p:spPr>
              <a:xfrm>
                <a:off x="13288175" y="4836793"/>
                <a:ext cx="885201" cy="462672"/>
              </a:xfrm>
              <a:prstGeom prst="rect">
                <a:avLst/>
              </a:prstGeom>
              <a:solidFill>
                <a:srgbClr val="F5DC57"/>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4112"/>
                <a:r>
                  <a:rPr kumimoji="1" lang="mr-IN" altLang="zh-CN" sz="700" b="1" dirty="0">
                    <a:solidFill>
                      <a:srgbClr val="666666"/>
                    </a:solidFill>
                    <a:ea typeface="Arial" charset="0"/>
                    <a:cs typeface="Arial" charset="0"/>
                  </a:rPr>
                  <a:t>RGB</a:t>
                </a:r>
                <a:r>
                  <a:rPr kumimoji="1" lang="en-US" altLang="zh-CN" sz="700" b="1" dirty="0">
                    <a:solidFill>
                      <a:srgbClr val="666666"/>
                    </a:solidFill>
                    <a:ea typeface="Arial" charset="0"/>
                    <a:cs typeface="Arial" charset="0"/>
                  </a:rPr>
                  <a:t> 245</a:t>
                </a:r>
                <a:r>
                  <a:rPr kumimoji="1" lang="mr-IN" altLang="zh-CN" sz="700" b="1" dirty="0">
                    <a:solidFill>
                      <a:srgbClr val="666666"/>
                    </a:solidFill>
                    <a:ea typeface="Arial" charset="0"/>
                    <a:cs typeface="Arial" charset="0"/>
                  </a:rPr>
                  <a:t>/</a:t>
                </a:r>
                <a:r>
                  <a:rPr kumimoji="1" lang="en-US" altLang="zh-CN" sz="700" b="1" dirty="0">
                    <a:solidFill>
                      <a:srgbClr val="666666"/>
                    </a:solidFill>
                    <a:ea typeface="Arial" charset="0"/>
                    <a:cs typeface="Arial" charset="0"/>
                  </a:rPr>
                  <a:t>220/87</a:t>
                </a:r>
                <a:endParaRPr kumimoji="1" lang="mr-IN" altLang="zh-CN" sz="700" b="1" dirty="0">
                  <a:solidFill>
                    <a:srgbClr val="666666"/>
                  </a:solidFill>
                  <a:ea typeface="Arial" charset="0"/>
                  <a:cs typeface="Arial" charset="0"/>
                </a:endParaRPr>
              </a:p>
            </p:txBody>
          </p:sp>
          <p:sp>
            <p:nvSpPr>
              <p:cNvPr id="39" name="矩形 17">
                <a:extLst>
                  <a:ext uri="{FF2B5EF4-FFF2-40B4-BE49-F238E27FC236}">
                    <a16:creationId xmlns="" xmlns:a16="http://schemas.microsoft.com/office/drawing/2014/main" id="{61890D59-CF8B-1449-A836-3A304EC9A907}"/>
                  </a:ext>
                </a:extLst>
              </p:cNvPr>
              <p:cNvSpPr/>
              <p:nvPr userDrawn="1"/>
            </p:nvSpPr>
            <p:spPr>
              <a:xfrm>
                <a:off x="13288175" y="4319278"/>
                <a:ext cx="885201" cy="462672"/>
              </a:xfrm>
              <a:prstGeom prst="rect">
                <a:avLst/>
              </a:prstGeom>
              <a:solidFill>
                <a:srgbClr val="F085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4112"/>
                <a:r>
                  <a:rPr kumimoji="1" lang="mr-IN" altLang="zh-CN" sz="700" b="1" dirty="0">
                    <a:solidFill>
                      <a:srgbClr val="FFFFFF"/>
                    </a:solidFill>
                    <a:ea typeface="Arial" charset="0"/>
                    <a:cs typeface="Arial" charset="0"/>
                  </a:rPr>
                  <a:t>RGB</a:t>
                </a:r>
                <a:r>
                  <a:rPr kumimoji="1" lang="en-US" altLang="zh-CN" sz="700" b="1" dirty="0">
                    <a:solidFill>
                      <a:srgbClr val="FFFFFF"/>
                    </a:solidFill>
                    <a:ea typeface="Arial" charset="0"/>
                    <a:cs typeface="Arial" charset="0"/>
                  </a:rPr>
                  <a:t> 240</a:t>
                </a:r>
                <a:r>
                  <a:rPr kumimoji="1" lang="mr-IN" altLang="zh-CN" sz="700" b="1" dirty="0">
                    <a:solidFill>
                      <a:srgbClr val="FFFFFF"/>
                    </a:solidFill>
                    <a:ea typeface="Arial" charset="0"/>
                    <a:cs typeface="Arial" charset="0"/>
                  </a:rPr>
                  <a:t>/</a:t>
                </a:r>
                <a:r>
                  <a:rPr kumimoji="1" lang="en-US" altLang="zh-CN" sz="700" b="1" dirty="0">
                    <a:solidFill>
                      <a:srgbClr val="FFFFFF"/>
                    </a:solidFill>
                    <a:ea typeface="Arial" charset="0"/>
                    <a:cs typeface="Arial" charset="0"/>
                  </a:rPr>
                  <a:t>133/0</a:t>
                </a:r>
                <a:endParaRPr kumimoji="1" lang="mr-IN" altLang="zh-CN" sz="700" b="1" dirty="0">
                  <a:solidFill>
                    <a:srgbClr val="FFFFFF"/>
                  </a:solidFill>
                  <a:ea typeface="Arial" charset="0"/>
                  <a:cs typeface="Arial" charset="0"/>
                </a:endParaRPr>
              </a:p>
            </p:txBody>
          </p:sp>
          <p:sp>
            <p:nvSpPr>
              <p:cNvPr id="40" name="矩形 18">
                <a:extLst>
                  <a:ext uri="{FF2B5EF4-FFF2-40B4-BE49-F238E27FC236}">
                    <a16:creationId xmlns="" xmlns:a16="http://schemas.microsoft.com/office/drawing/2014/main" id="{0466A1E1-E7C7-FD49-9880-9E44BED19FF5}"/>
                  </a:ext>
                </a:extLst>
              </p:cNvPr>
              <p:cNvSpPr/>
              <p:nvPr userDrawn="1"/>
            </p:nvSpPr>
            <p:spPr>
              <a:xfrm>
                <a:off x="13288171" y="5880294"/>
                <a:ext cx="911019" cy="462672"/>
              </a:xfrm>
              <a:prstGeom prst="rect">
                <a:avLst/>
              </a:prstGeom>
              <a:solidFill>
                <a:srgbClr val="B5B5B5"/>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4112"/>
                <a:r>
                  <a:rPr kumimoji="1" lang="mr-IN" altLang="zh-CN" sz="700" b="1" dirty="0">
                    <a:solidFill>
                      <a:srgbClr val="FFFFFF"/>
                    </a:solidFill>
                    <a:ea typeface="Arial" charset="0"/>
                    <a:cs typeface="Arial" charset="0"/>
                  </a:rPr>
                  <a:t>RGB</a:t>
                </a:r>
                <a:r>
                  <a:rPr kumimoji="1" lang="en-US" altLang="zh-CN" sz="700" b="1" dirty="0">
                    <a:solidFill>
                      <a:srgbClr val="FFFFFF"/>
                    </a:solidFill>
                    <a:ea typeface="Arial" charset="0"/>
                    <a:cs typeface="Arial" charset="0"/>
                  </a:rPr>
                  <a:t> 181</a:t>
                </a:r>
                <a:r>
                  <a:rPr kumimoji="1" lang="mr-IN" altLang="zh-CN" sz="700" b="1" dirty="0">
                    <a:solidFill>
                      <a:srgbClr val="FFFFFF"/>
                    </a:solidFill>
                    <a:ea typeface="Arial" charset="0"/>
                    <a:cs typeface="Arial" charset="0"/>
                  </a:rPr>
                  <a:t>/</a:t>
                </a:r>
                <a:r>
                  <a:rPr kumimoji="1" lang="en-US" altLang="zh-CN" sz="700" b="1" dirty="0">
                    <a:solidFill>
                      <a:srgbClr val="FFFFFF"/>
                    </a:solidFill>
                    <a:ea typeface="Arial" charset="0"/>
                    <a:cs typeface="Arial" charset="0"/>
                  </a:rPr>
                  <a:t>181/181</a:t>
                </a:r>
                <a:endParaRPr kumimoji="1" lang="mr-IN" altLang="zh-CN" sz="700" b="1" dirty="0">
                  <a:solidFill>
                    <a:srgbClr val="FFFFFF"/>
                  </a:solidFill>
                  <a:ea typeface="Arial" charset="0"/>
                  <a:cs typeface="Arial" charset="0"/>
                </a:endParaRPr>
              </a:p>
            </p:txBody>
          </p:sp>
          <p:sp>
            <p:nvSpPr>
              <p:cNvPr id="42" name="矩形 19">
                <a:extLst>
                  <a:ext uri="{FF2B5EF4-FFF2-40B4-BE49-F238E27FC236}">
                    <a16:creationId xmlns="" xmlns:a16="http://schemas.microsoft.com/office/drawing/2014/main" id="{B21AD6AC-1275-0142-A9EA-D77B26CB40EF}"/>
                  </a:ext>
                </a:extLst>
              </p:cNvPr>
              <p:cNvSpPr/>
              <p:nvPr userDrawn="1"/>
            </p:nvSpPr>
            <p:spPr>
              <a:xfrm>
                <a:off x="13288171" y="5362779"/>
                <a:ext cx="911019" cy="462672"/>
              </a:xfrm>
              <a:prstGeom prst="rect">
                <a:avLst/>
              </a:prstGeom>
              <a:solidFill>
                <a:srgbClr val="595757"/>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4112"/>
                <a:r>
                  <a:rPr kumimoji="1" lang="mr-IN" altLang="zh-CN" sz="700" b="1" dirty="0">
                    <a:solidFill>
                      <a:srgbClr val="FFFFFF"/>
                    </a:solidFill>
                    <a:ea typeface="Arial" charset="0"/>
                    <a:cs typeface="Arial" charset="0"/>
                  </a:rPr>
                  <a:t>RGB</a:t>
                </a:r>
                <a:r>
                  <a:rPr kumimoji="1" lang="en-US" altLang="zh-CN" sz="700" b="1" dirty="0">
                    <a:solidFill>
                      <a:srgbClr val="FFFFFF"/>
                    </a:solidFill>
                    <a:ea typeface="Arial" charset="0"/>
                    <a:cs typeface="Arial" charset="0"/>
                  </a:rPr>
                  <a:t> 89</a:t>
                </a:r>
                <a:r>
                  <a:rPr kumimoji="1" lang="mr-IN" altLang="zh-CN" sz="700" b="1" dirty="0">
                    <a:solidFill>
                      <a:srgbClr val="FFFFFF"/>
                    </a:solidFill>
                    <a:ea typeface="Arial" charset="0"/>
                    <a:cs typeface="Arial" charset="0"/>
                  </a:rPr>
                  <a:t>/</a:t>
                </a:r>
                <a:r>
                  <a:rPr kumimoji="1" lang="en-US" altLang="zh-CN" sz="700" b="1" dirty="0">
                    <a:solidFill>
                      <a:srgbClr val="FFFFFF"/>
                    </a:solidFill>
                    <a:ea typeface="Arial" charset="0"/>
                    <a:cs typeface="Arial" charset="0"/>
                  </a:rPr>
                  <a:t>87/87</a:t>
                </a:r>
                <a:endParaRPr kumimoji="1" lang="mr-IN" altLang="zh-CN" sz="700" b="1" dirty="0">
                  <a:solidFill>
                    <a:srgbClr val="FFFFFF"/>
                  </a:solidFill>
                  <a:ea typeface="Arial" charset="0"/>
                  <a:cs typeface="Arial" charset="0"/>
                </a:endParaRPr>
              </a:p>
            </p:txBody>
          </p:sp>
          <p:sp>
            <p:nvSpPr>
              <p:cNvPr id="43" name="矩形 22">
                <a:extLst>
                  <a:ext uri="{FF2B5EF4-FFF2-40B4-BE49-F238E27FC236}">
                    <a16:creationId xmlns="" xmlns:a16="http://schemas.microsoft.com/office/drawing/2014/main" id="{238BAC2A-AE09-A84D-875D-8472236D6610}"/>
                  </a:ext>
                </a:extLst>
              </p:cNvPr>
              <p:cNvSpPr/>
              <p:nvPr userDrawn="1"/>
            </p:nvSpPr>
            <p:spPr>
              <a:xfrm>
                <a:off x="13288171" y="6403948"/>
                <a:ext cx="911019" cy="462672"/>
              </a:xfrm>
              <a:prstGeom prst="rect">
                <a:avLst/>
              </a:prstGeom>
              <a:solidFill>
                <a:srgbClr val="FFFFFF"/>
              </a:solidFill>
              <a:ln w="6350">
                <a:solidFill>
                  <a:schemeClr val="bg1">
                    <a:lumMod val="10000"/>
                    <a:lumOff val="9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4112"/>
                <a:r>
                  <a:rPr kumimoji="1" lang="mr-IN" altLang="zh-CN" sz="700" b="1" dirty="0">
                    <a:solidFill>
                      <a:srgbClr val="666666"/>
                    </a:solidFill>
                    <a:ea typeface="Arial" charset="0"/>
                    <a:cs typeface="Arial" charset="0"/>
                  </a:rPr>
                  <a:t>RGB</a:t>
                </a:r>
                <a:r>
                  <a:rPr kumimoji="1" lang="en-US" altLang="zh-CN" sz="700" b="1" dirty="0">
                    <a:solidFill>
                      <a:srgbClr val="666666"/>
                    </a:solidFill>
                    <a:ea typeface="Arial" charset="0"/>
                    <a:cs typeface="Arial" charset="0"/>
                  </a:rPr>
                  <a:t> 255</a:t>
                </a:r>
                <a:r>
                  <a:rPr kumimoji="1" lang="mr-IN" altLang="zh-CN" sz="700" b="1" dirty="0">
                    <a:solidFill>
                      <a:srgbClr val="666666"/>
                    </a:solidFill>
                    <a:ea typeface="Arial" charset="0"/>
                    <a:cs typeface="Arial" charset="0"/>
                  </a:rPr>
                  <a:t>/</a:t>
                </a:r>
                <a:r>
                  <a:rPr kumimoji="1" lang="en-US" altLang="zh-CN" sz="700" b="1" dirty="0">
                    <a:solidFill>
                      <a:srgbClr val="666666"/>
                    </a:solidFill>
                    <a:ea typeface="Arial" charset="0"/>
                    <a:cs typeface="Arial" charset="0"/>
                  </a:rPr>
                  <a:t>255/255</a:t>
                </a:r>
                <a:endParaRPr kumimoji="1" lang="mr-IN" altLang="zh-CN" sz="700" b="1" dirty="0">
                  <a:solidFill>
                    <a:srgbClr val="666666"/>
                  </a:solidFill>
                  <a:ea typeface="Arial" charset="0"/>
                  <a:cs typeface="Arial" charset="0"/>
                </a:endParaRPr>
              </a:p>
            </p:txBody>
          </p:sp>
        </p:grpSp>
      </p:grpSp>
      <p:sp>
        <p:nvSpPr>
          <p:cNvPr id="5" name="CuadroTexto 4">
            <a:extLst>
              <a:ext uri="{FF2B5EF4-FFF2-40B4-BE49-F238E27FC236}">
                <a16:creationId xmlns="" xmlns:a16="http://schemas.microsoft.com/office/drawing/2014/main" id="{400F478A-C1A7-A411-0E6A-51BE31009748}"/>
              </a:ext>
            </a:extLst>
          </p:cNvPr>
          <p:cNvSpPr txBox="1"/>
          <p:nvPr userDrawn="1">
            <p:extLst>
              <p:ext uri="{1162E1C5-73C7-4A58-AE30-91384D911F3F}">
                <p184:classification xmlns="" xmlns:p184="http://schemas.microsoft.com/office/powerpoint/2018/4/main" val="hdr"/>
              </p:ext>
            </p:extLst>
          </p:nvPr>
        </p:nvSpPr>
        <p:spPr>
          <a:xfrm>
            <a:off x="11083925" y="0"/>
            <a:ext cx="1141413" cy="152400"/>
          </a:xfrm>
          <a:prstGeom prst="rect">
            <a:avLst/>
          </a:prstGeom>
        </p:spPr>
        <p:txBody>
          <a:bodyPr horzOverflow="overflow" lIns="0" tIns="0" rIns="0" bIns="0">
            <a:spAutoFit/>
          </a:bodyPr>
          <a:lstStyle/>
          <a:p>
            <a:pPr algn="l"/>
            <a:r>
              <a:rPr lang="es-AR" sz="1000">
                <a:solidFill>
                  <a:srgbClr val="000000"/>
                </a:solidFill>
                <a:latin typeface="Calibri" panose="020F0502020204030204" pitchFamily="34" charset="0"/>
                <a:cs typeface="Calibri" panose="020F0502020204030204" pitchFamily="34" charset="0"/>
              </a:rPr>
              <a:t>Documento: Personal</a:t>
            </a:r>
          </a:p>
        </p:txBody>
      </p:sp>
    </p:spTree>
    <p:extLst>
      <p:ext uri="{BB962C8B-B14F-4D97-AF65-F5344CB8AC3E}">
        <p14:creationId xmlns:p14="http://schemas.microsoft.com/office/powerpoint/2010/main" val="4068765412"/>
      </p:ext>
    </p:extLst>
  </p:cSld>
  <p:clrMap bg1="lt1" tx1="dk1" bg2="lt2" tx2="dk2" accent1="accent1" accent2="accent2" accent3="accent3" accent4="accent4" accent5="accent5" accent6="accent6" hlink="hlink" folHlink="folHlink"/>
  <p:sldLayoutIdLst>
    <p:sldLayoutId id="2147484008" r:id="rId1"/>
    <p:sldLayoutId id="2147484010" r:id="rId2"/>
    <p:sldLayoutId id="2147484011" r:id="rId3"/>
    <p:sldLayoutId id="2147484012" r:id="rId4"/>
  </p:sldLayoutIdLst>
  <p:hf hdr="0" ftr="0" dt="0"/>
  <p:txStyles>
    <p:titleStyle>
      <a:lvl1pPr algn="l" defTabSz="1187323" rtl="0" eaLnBrk="1" latinLnBrk="0" hangingPunct="1">
        <a:lnSpc>
          <a:spcPct val="90000"/>
        </a:lnSpc>
        <a:spcBef>
          <a:spcPct val="0"/>
        </a:spcBef>
        <a:buNone/>
        <a:defRPr sz="5714" kern="1200">
          <a:solidFill>
            <a:schemeClr val="tx1"/>
          </a:solidFill>
          <a:latin typeface="Arial"/>
          <a:ea typeface="+mj-ea"/>
          <a:cs typeface="+mj-cs"/>
        </a:defRPr>
      </a:lvl1pPr>
    </p:titleStyle>
    <p:bodyStyle>
      <a:lvl1pPr marL="296831" indent="-296831" algn="l" defTabSz="1187323" rtl="0" eaLnBrk="1" latinLnBrk="0" hangingPunct="1">
        <a:lnSpc>
          <a:spcPct val="90000"/>
        </a:lnSpc>
        <a:spcBef>
          <a:spcPts val="1298"/>
        </a:spcBef>
        <a:buFont typeface="Arial" panose="020B0604020202020204" pitchFamily="34" charset="0"/>
        <a:buChar char="•"/>
        <a:defRPr sz="3635" kern="1200">
          <a:solidFill>
            <a:schemeClr val="tx1"/>
          </a:solidFill>
          <a:latin typeface="Arial"/>
          <a:ea typeface="+mn-ea"/>
          <a:cs typeface="+mn-cs"/>
        </a:defRPr>
      </a:lvl1pPr>
      <a:lvl2pPr marL="890493" indent="-296831" algn="l" defTabSz="1187323" rtl="0" eaLnBrk="1" latinLnBrk="0" hangingPunct="1">
        <a:lnSpc>
          <a:spcPct val="90000"/>
        </a:lnSpc>
        <a:spcBef>
          <a:spcPts val="650"/>
        </a:spcBef>
        <a:buFont typeface="Arial" panose="020B0604020202020204" pitchFamily="34" charset="0"/>
        <a:buChar char="•"/>
        <a:defRPr sz="3117" kern="1200">
          <a:solidFill>
            <a:schemeClr val="tx1"/>
          </a:solidFill>
          <a:latin typeface="Arial"/>
          <a:ea typeface="+mn-ea"/>
          <a:cs typeface="+mn-cs"/>
        </a:defRPr>
      </a:lvl2pPr>
      <a:lvl3pPr marL="1484154" indent="-296831" algn="l" defTabSz="1187323" rtl="0" eaLnBrk="1" latinLnBrk="0" hangingPunct="1">
        <a:lnSpc>
          <a:spcPct val="90000"/>
        </a:lnSpc>
        <a:spcBef>
          <a:spcPts val="650"/>
        </a:spcBef>
        <a:buFont typeface="Arial" panose="020B0604020202020204" pitchFamily="34" charset="0"/>
        <a:buChar char="•"/>
        <a:defRPr sz="2597" kern="1200">
          <a:solidFill>
            <a:schemeClr val="tx1"/>
          </a:solidFill>
          <a:latin typeface="Arial"/>
          <a:ea typeface="+mn-ea"/>
          <a:cs typeface="+mn-cs"/>
        </a:defRPr>
      </a:lvl3pPr>
      <a:lvl4pPr marL="2077817" indent="-296831" algn="l" defTabSz="1187323" rtl="0" eaLnBrk="1" latinLnBrk="0" hangingPunct="1">
        <a:lnSpc>
          <a:spcPct val="90000"/>
        </a:lnSpc>
        <a:spcBef>
          <a:spcPts val="650"/>
        </a:spcBef>
        <a:buFont typeface="Arial" panose="020B0604020202020204" pitchFamily="34" charset="0"/>
        <a:buChar char="•"/>
        <a:defRPr sz="2337" kern="1200">
          <a:solidFill>
            <a:schemeClr val="tx1"/>
          </a:solidFill>
          <a:latin typeface="Arial"/>
          <a:ea typeface="+mn-ea"/>
          <a:cs typeface="+mn-cs"/>
        </a:defRPr>
      </a:lvl4pPr>
      <a:lvl5pPr marL="2671478" indent="-296831" algn="l" defTabSz="1187323" rtl="0" eaLnBrk="1" latinLnBrk="0" hangingPunct="1">
        <a:lnSpc>
          <a:spcPct val="90000"/>
        </a:lnSpc>
        <a:spcBef>
          <a:spcPts val="650"/>
        </a:spcBef>
        <a:buFont typeface="Arial" panose="020B0604020202020204" pitchFamily="34" charset="0"/>
        <a:buChar char="•"/>
        <a:defRPr sz="2337" kern="1200">
          <a:solidFill>
            <a:schemeClr val="tx1"/>
          </a:solidFill>
          <a:latin typeface="Arial"/>
          <a:ea typeface="+mn-ea"/>
          <a:cs typeface="+mn-cs"/>
        </a:defRPr>
      </a:lvl5pPr>
      <a:lvl6pPr marL="3265140" indent="-296831" algn="l" defTabSz="1187323" rtl="0" eaLnBrk="1" latinLnBrk="0" hangingPunct="1">
        <a:lnSpc>
          <a:spcPct val="90000"/>
        </a:lnSpc>
        <a:spcBef>
          <a:spcPts val="650"/>
        </a:spcBef>
        <a:buFont typeface="Arial" panose="020B0604020202020204" pitchFamily="34" charset="0"/>
        <a:buChar char="•"/>
        <a:defRPr sz="2337" kern="1200">
          <a:solidFill>
            <a:schemeClr val="tx1"/>
          </a:solidFill>
          <a:latin typeface="Arial"/>
          <a:ea typeface="+mn-ea"/>
          <a:cs typeface="+mn-cs"/>
        </a:defRPr>
      </a:lvl6pPr>
      <a:lvl7pPr marL="3858802" indent="-296831" algn="l" defTabSz="1187323" rtl="0" eaLnBrk="1" latinLnBrk="0" hangingPunct="1">
        <a:lnSpc>
          <a:spcPct val="90000"/>
        </a:lnSpc>
        <a:spcBef>
          <a:spcPts val="650"/>
        </a:spcBef>
        <a:buFont typeface="Arial" panose="020B0604020202020204" pitchFamily="34" charset="0"/>
        <a:buChar char="•"/>
        <a:defRPr sz="2337" kern="1200">
          <a:solidFill>
            <a:schemeClr val="tx1"/>
          </a:solidFill>
          <a:latin typeface="Arial"/>
          <a:ea typeface="+mn-ea"/>
          <a:cs typeface="+mn-cs"/>
        </a:defRPr>
      </a:lvl7pPr>
      <a:lvl8pPr marL="4452463" indent="-296831" algn="l" defTabSz="1187323" rtl="0" eaLnBrk="1" latinLnBrk="0" hangingPunct="1">
        <a:lnSpc>
          <a:spcPct val="90000"/>
        </a:lnSpc>
        <a:spcBef>
          <a:spcPts val="650"/>
        </a:spcBef>
        <a:buFont typeface="Arial" panose="020B0604020202020204" pitchFamily="34" charset="0"/>
        <a:buChar char="•"/>
        <a:defRPr sz="2337" kern="1200">
          <a:solidFill>
            <a:schemeClr val="tx1"/>
          </a:solidFill>
          <a:latin typeface="Arial"/>
          <a:ea typeface="+mn-ea"/>
          <a:cs typeface="+mn-cs"/>
        </a:defRPr>
      </a:lvl8pPr>
      <a:lvl9pPr marL="5046125" indent="-296831" algn="l" defTabSz="1187323" rtl="0" eaLnBrk="1" latinLnBrk="0" hangingPunct="1">
        <a:lnSpc>
          <a:spcPct val="90000"/>
        </a:lnSpc>
        <a:spcBef>
          <a:spcPts val="650"/>
        </a:spcBef>
        <a:buFont typeface="Arial" panose="020B0604020202020204" pitchFamily="34" charset="0"/>
        <a:buChar char="•"/>
        <a:defRPr sz="2337" kern="1200">
          <a:solidFill>
            <a:schemeClr val="tx1"/>
          </a:solidFill>
          <a:latin typeface="Arial"/>
          <a:ea typeface="+mn-ea"/>
          <a:cs typeface="+mn-cs"/>
        </a:defRPr>
      </a:lvl9pPr>
    </p:bodyStyle>
    <p:otherStyle>
      <a:defPPr>
        <a:defRPr lang="en-US"/>
      </a:defPPr>
      <a:lvl1pPr marL="0" algn="l" defTabSz="1187323" rtl="0" eaLnBrk="1" latinLnBrk="0" hangingPunct="1">
        <a:defRPr sz="2337" kern="1200">
          <a:solidFill>
            <a:schemeClr val="tx1"/>
          </a:solidFill>
          <a:latin typeface="Arial"/>
          <a:ea typeface="+mn-ea"/>
          <a:cs typeface="+mn-cs"/>
        </a:defRPr>
      </a:lvl1pPr>
      <a:lvl2pPr marL="593662" algn="l" defTabSz="1187323" rtl="0" eaLnBrk="1" latinLnBrk="0" hangingPunct="1">
        <a:defRPr sz="2337" kern="1200">
          <a:solidFill>
            <a:schemeClr val="tx1"/>
          </a:solidFill>
          <a:latin typeface="Arial"/>
          <a:ea typeface="+mn-ea"/>
          <a:cs typeface="+mn-cs"/>
        </a:defRPr>
      </a:lvl2pPr>
      <a:lvl3pPr marL="1187323" algn="l" defTabSz="1187323" rtl="0" eaLnBrk="1" latinLnBrk="0" hangingPunct="1">
        <a:defRPr sz="2337" kern="1200">
          <a:solidFill>
            <a:schemeClr val="tx1"/>
          </a:solidFill>
          <a:latin typeface="Arial"/>
          <a:ea typeface="+mn-ea"/>
          <a:cs typeface="+mn-cs"/>
        </a:defRPr>
      </a:lvl3pPr>
      <a:lvl4pPr marL="1780986" algn="l" defTabSz="1187323" rtl="0" eaLnBrk="1" latinLnBrk="0" hangingPunct="1">
        <a:defRPr sz="2337" kern="1200">
          <a:solidFill>
            <a:schemeClr val="tx1"/>
          </a:solidFill>
          <a:latin typeface="Arial"/>
          <a:ea typeface="+mn-ea"/>
          <a:cs typeface="+mn-cs"/>
        </a:defRPr>
      </a:lvl4pPr>
      <a:lvl5pPr marL="2374648" algn="l" defTabSz="1187323" rtl="0" eaLnBrk="1" latinLnBrk="0" hangingPunct="1">
        <a:defRPr sz="2337" kern="1200">
          <a:solidFill>
            <a:schemeClr val="tx1"/>
          </a:solidFill>
          <a:latin typeface="Arial"/>
          <a:ea typeface="+mn-ea"/>
          <a:cs typeface="+mn-cs"/>
        </a:defRPr>
      </a:lvl5pPr>
      <a:lvl6pPr marL="2968309" algn="l" defTabSz="1187323" rtl="0" eaLnBrk="1" latinLnBrk="0" hangingPunct="1">
        <a:defRPr sz="2337" kern="1200">
          <a:solidFill>
            <a:schemeClr val="tx1"/>
          </a:solidFill>
          <a:latin typeface="Arial"/>
          <a:ea typeface="+mn-ea"/>
          <a:cs typeface="+mn-cs"/>
        </a:defRPr>
      </a:lvl6pPr>
      <a:lvl7pPr marL="3561971" algn="l" defTabSz="1187323" rtl="0" eaLnBrk="1" latinLnBrk="0" hangingPunct="1">
        <a:defRPr sz="2337" kern="1200">
          <a:solidFill>
            <a:schemeClr val="tx1"/>
          </a:solidFill>
          <a:latin typeface="Arial"/>
          <a:ea typeface="+mn-ea"/>
          <a:cs typeface="+mn-cs"/>
        </a:defRPr>
      </a:lvl7pPr>
      <a:lvl8pPr marL="4155634" algn="l" defTabSz="1187323" rtl="0" eaLnBrk="1" latinLnBrk="0" hangingPunct="1">
        <a:defRPr sz="2337" kern="1200">
          <a:solidFill>
            <a:schemeClr val="tx1"/>
          </a:solidFill>
          <a:latin typeface="Arial"/>
          <a:ea typeface="+mn-ea"/>
          <a:cs typeface="+mn-cs"/>
        </a:defRPr>
      </a:lvl8pPr>
      <a:lvl9pPr marL="4749295" algn="l" defTabSz="1187323" rtl="0" eaLnBrk="1" latinLnBrk="0" hangingPunct="1">
        <a:defRPr sz="2337" kern="1200">
          <a:solidFill>
            <a:schemeClr val="tx1"/>
          </a:solidFill>
          <a:latin typeface="Arial"/>
          <a:ea typeface="+mn-ea"/>
          <a:cs typeface="+mn-cs"/>
        </a:defRPr>
      </a:lvl9pPr>
    </p:otherStyle>
  </p:txStyles>
  <p:extLst>
    <p:ext uri="{27BBF7A9-308A-43DC-89C8-2F10F3537804}">
      <p15:sldGuideLst xmlns="" xmlns:p15="http://schemas.microsoft.com/office/powerpoint/2012/main">
        <p15:guide id="1" orient="horz" pos="2161">
          <p15:clr>
            <a:srgbClr val="F26B43"/>
          </p15:clr>
        </p15:guide>
        <p15:guide id="2" pos="3842">
          <p15:clr>
            <a:srgbClr val="F26B43"/>
          </p15:clr>
        </p15:guide>
        <p15:guide id="3" pos="458">
          <p15:clr>
            <a:srgbClr val="F26B43"/>
          </p15:clr>
        </p15:guide>
        <p15:guide id="4" pos="7225">
          <p15:clr>
            <a:srgbClr val="F26B43"/>
          </p15:clr>
        </p15:guide>
        <p15:guide id="5" orient="horz" pos="4100">
          <p15:clr>
            <a:srgbClr val="F26B43"/>
          </p15:clr>
        </p15:guide>
      </p15:sldGuideLst>
    </p:ext>
  </p:extLst>
</p:sldMaster>
</file>

<file path=ppt/slideMasters/slideMaster10.xml><?xml version="1.0" encoding="utf-8"?>
<p:sldMaster xmlns:a="http://schemas.openxmlformats.org/drawingml/2006/main" xmlns:r="http://schemas.openxmlformats.org/officeDocument/2006/relationships" xmlns:p="http://schemas.openxmlformats.org/presentationml/2006/main" preserve="1">
  <p:cSld>
    <p:bg>
      <p:bgPr>
        <a:solidFill>
          <a:srgbClr val="FFFFFF"/>
        </a:solidFill>
        <a:effectLst/>
      </p:bgPr>
    </p:bg>
    <p:spTree>
      <p:nvGrpSpPr>
        <p:cNvPr id="1" name=""/>
        <p:cNvGrpSpPr/>
        <p:nvPr/>
      </p:nvGrpSpPr>
      <p:grpSpPr>
        <a:xfrm>
          <a:off x="0" y="0"/>
          <a:ext cx="0" cy="0"/>
          <a:chOff x="0" y="0"/>
          <a:chExt cx="0" cy="0"/>
        </a:xfrm>
      </p:grpSpPr>
      <p:sp>
        <p:nvSpPr>
          <p:cNvPr id="3" name="TextBox 2">
            <a:extLst>
              <a:ext uri="{FF2B5EF4-FFF2-40B4-BE49-F238E27FC236}">
                <a16:creationId xmlns="" xmlns:a16="http://schemas.microsoft.com/office/drawing/2014/main" id="{6785A3D6-1271-D247-9E96-1B376F4BE7BE}"/>
              </a:ext>
            </a:extLst>
          </p:cNvPr>
          <p:cNvSpPr txBox="1"/>
          <p:nvPr userDrawn="1"/>
        </p:nvSpPr>
        <p:spPr>
          <a:xfrm>
            <a:off x="1095468" y="6356939"/>
            <a:ext cx="1463467" cy="242864"/>
          </a:xfrm>
          <a:prstGeom prst="rect">
            <a:avLst/>
          </a:prstGeom>
          <a:noFill/>
        </p:spPr>
        <p:txBody>
          <a:bodyPr wrap="square" rtlCol="0">
            <a:spAutoFit/>
          </a:bodyPr>
          <a:lstStyle/>
          <a:p>
            <a:pPr defTabSz="914112"/>
            <a:r>
              <a:rPr lang="en-US" sz="974" dirty="0">
                <a:solidFill>
                  <a:srgbClr val="1D1D1B"/>
                </a:solidFill>
                <a:cs typeface="Arial" panose="020B0604020202020204" pitchFamily="34" charset="0"/>
              </a:rPr>
              <a:t>Huawei Confidential</a:t>
            </a:r>
          </a:p>
        </p:txBody>
      </p:sp>
      <p:sp>
        <p:nvSpPr>
          <p:cNvPr id="4" name="TextBox 3">
            <a:extLst>
              <a:ext uri="{FF2B5EF4-FFF2-40B4-BE49-F238E27FC236}">
                <a16:creationId xmlns="" xmlns:a16="http://schemas.microsoft.com/office/drawing/2014/main" id="{EABEE2EE-BF4D-7A4A-B3C6-9E47668CCD98}"/>
              </a:ext>
            </a:extLst>
          </p:cNvPr>
          <p:cNvSpPr txBox="1"/>
          <p:nvPr userDrawn="1"/>
        </p:nvSpPr>
        <p:spPr>
          <a:xfrm>
            <a:off x="734132" y="6402806"/>
            <a:ext cx="499729" cy="150296"/>
          </a:xfrm>
          <a:prstGeom prst="rect">
            <a:avLst/>
          </a:prstGeom>
          <a:noFill/>
        </p:spPr>
        <p:txBody>
          <a:bodyPr wrap="square" lIns="0" tIns="0" rIns="0" bIns="0" rtlCol="0">
            <a:spAutoFit/>
          </a:bodyPr>
          <a:lstStyle/>
          <a:p>
            <a:pPr defTabSz="890493">
              <a:defRPr/>
            </a:pPr>
            <a:fld id="{C3837181-38C6-AD4F-B8BA-B444770388BB}" type="slidenum">
              <a:rPr lang="en-US" sz="974">
                <a:solidFill>
                  <a:srgbClr val="1D1D1B"/>
                </a:solidFill>
                <a:cs typeface="Arial" panose="020B0604020202020204" pitchFamily="34" charset="0"/>
              </a:rPr>
              <a:pPr defTabSz="890493">
                <a:defRPr/>
              </a:pPr>
              <a:t>‹Nº›</a:t>
            </a:fld>
            <a:endParaRPr lang="en-US" sz="974" dirty="0">
              <a:solidFill>
                <a:srgbClr val="1D1D1B"/>
              </a:solidFill>
              <a:cs typeface="Arial" panose="020B0604020202020204" pitchFamily="34" charset="0"/>
            </a:endParaRPr>
          </a:p>
        </p:txBody>
      </p:sp>
      <p:pic>
        <p:nvPicPr>
          <p:cNvPr id="41" name="图片 40"/>
          <p:cNvPicPr>
            <a:picLocks noChangeAspect="1"/>
          </p:cNvPicPr>
          <p:nvPr userDrawn="1"/>
        </p:nvPicPr>
        <p:blipFill>
          <a:blip r:embed="rId8" cstate="print">
            <a:extLst>
              <a:ext uri="{28A0092B-C50C-407E-A947-70E740481C1C}">
                <a14:useLocalDpi xmlns:a14="http://schemas.microsoft.com/office/drawing/2010/main" val="0"/>
              </a:ext>
            </a:extLst>
          </a:blip>
          <a:stretch>
            <a:fillRect/>
          </a:stretch>
        </p:blipFill>
        <p:spPr>
          <a:xfrm>
            <a:off x="10196000" y="6319872"/>
            <a:ext cx="1269075" cy="271153"/>
          </a:xfrm>
          <a:prstGeom prst="rect">
            <a:avLst/>
          </a:prstGeom>
        </p:spPr>
      </p:pic>
      <p:grpSp>
        <p:nvGrpSpPr>
          <p:cNvPr id="25" name="组合 24"/>
          <p:cNvGrpSpPr/>
          <p:nvPr userDrawn="1"/>
        </p:nvGrpSpPr>
        <p:grpSpPr>
          <a:xfrm>
            <a:off x="12216278" y="2931937"/>
            <a:ext cx="1982916" cy="3934682"/>
            <a:chOff x="12216278" y="2262477"/>
            <a:chExt cx="1982916" cy="4604143"/>
          </a:xfrm>
        </p:grpSpPr>
        <p:grpSp>
          <p:nvGrpSpPr>
            <p:cNvPr id="26" name="组合 25"/>
            <p:cNvGrpSpPr/>
            <p:nvPr userDrawn="1"/>
          </p:nvGrpSpPr>
          <p:grpSpPr>
            <a:xfrm>
              <a:off x="12315635" y="2262477"/>
              <a:ext cx="1883559" cy="692624"/>
              <a:chOff x="12315635" y="2207613"/>
              <a:chExt cx="1883559" cy="692624"/>
            </a:xfrm>
          </p:grpSpPr>
          <p:sp>
            <p:nvSpPr>
              <p:cNvPr id="44" name="矩形 5">
                <a:extLst>
                  <a:ext uri="{FF2B5EF4-FFF2-40B4-BE49-F238E27FC236}">
                    <a16:creationId xmlns="" xmlns:a16="http://schemas.microsoft.com/office/drawing/2014/main" id="{3B0B5EC2-EA55-CC45-A9D0-D5EA5D768C99}"/>
                  </a:ext>
                </a:extLst>
              </p:cNvPr>
              <p:cNvSpPr/>
              <p:nvPr userDrawn="1"/>
            </p:nvSpPr>
            <p:spPr>
              <a:xfrm>
                <a:off x="12315635" y="2401808"/>
                <a:ext cx="911019" cy="498429"/>
              </a:xfrm>
              <a:prstGeom prst="rect">
                <a:avLst/>
              </a:prstGeom>
              <a:solidFill>
                <a:srgbClr val="C8102E"/>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4112"/>
                <a:r>
                  <a:rPr kumimoji="1" lang="en-US" altLang="zh-CN" sz="700" b="1" dirty="0">
                    <a:solidFill>
                      <a:srgbClr val="FFFFFF"/>
                    </a:solidFill>
                    <a:ea typeface="Arial" charset="0"/>
                    <a:cs typeface="Arial" charset="0"/>
                  </a:rPr>
                  <a:t>P</a:t>
                </a:r>
                <a:r>
                  <a:rPr kumimoji="1" lang="en-US" altLang="zh-Hant" sz="700" b="1" dirty="0">
                    <a:solidFill>
                      <a:srgbClr val="FFFFFF"/>
                    </a:solidFill>
                    <a:cs typeface="Arial" charset="0"/>
                  </a:rPr>
                  <a:t>ANTONE</a:t>
                </a:r>
                <a:r>
                  <a:rPr kumimoji="1" lang="en-US" altLang="zh-CN" sz="700" b="1" dirty="0">
                    <a:solidFill>
                      <a:srgbClr val="FFFFFF"/>
                    </a:solidFill>
                    <a:ea typeface="Arial" charset="0"/>
                    <a:cs typeface="Arial" charset="0"/>
                  </a:rPr>
                  <a:t> 186C</a:t>
                </a:r>
              </a:p>
              <a:p>
                <a:pPr algn="ctr" defTabSz="914112"/>
                <a:r>
                  <a:rPr kumimoji="1" lang="en-US" altLang="zh-CN" sz="700" b="1" dirty="0">
                    <a:solidFill>
                      <a:srgbClr val="FFFFFF"/>
                    </a:solidFill>
                    <a:ea typeface="Arial" charset="0"/>
                    <a:cs typeface="Arial" charset="0"/>
                  </a:rPr>
                  <a:t>RGB 200/16/46</a:t>
                </a:r>
              </a:p>
            </p:txBody>
          </p:sp>
          <p:sp>
            <p:nvSpPr>
              <p:cNvPr id="45" name="矩形 9">
                <a:extLst>
                  <a:ext uri="{FF2B5EF4-FFF2-40B4-BE49-F238E27FC236}">
                    <a16:creationId xmlns="" xmlns:a16="http://schemas.microsoft.com/office/drawing/2014/main" id="{992224C5-04A6-C041-B257-13137945DBB8}"/>
                  </a:ext>
                </a:extLst>
              </p:cNvPr>
              <p:cNvSpPr/>
              <p:nvPr userDrawn="1"/>
            </p:nvSpPr>
            <p:spPr>
              <a:xfrm>
                <a:off x="13288175" y="2401808"/>
                <a:ext cx="911019" cy="498429"/>
              </a:xfrm>
              <a:prstGeom prst="rect">
                <a:avLst/>
              </a:prstGeom>
              <a:solidFill>
                <a:srgbClr val="C7000B"/>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4112"/>
                <a:r>
                  <a:rPr kumimoji="1" lang="en-US" altLang="zh-CN" sz="700" b="1" dirty="0">
                    <a:solidFill>
                      <a:srgbClr val="FFFFFF"/>
                    </a:solidFill>
                    <a:ea typeface="Arial" charset="0"/>
                    <a:cs typeface="Arial" charset="0"/>
                  </a:rPr>
                  <a:t>P</a:t>
                </a:r>
                <a:r>
                  <a:rPr kumimoji="1" lang="en-US" altLang="zh-Hant" sz="700" b="1" dirty="0">
                    <a:solidFill>
                      <a:srgbClr val="FFFFFF"/>
                    </a:solidFill>
                    <a:cs typeface="Arial" charset="0"/>
                  </a:rPr>
                  <a:t>ANTONE</a:t>
                </a:r>
                <a:r>
                  <a:rPr kumimoji="1" lang="en-US" altLang="zh-CN" sz="700" b="1" dirty="0">
                    <a:solidFill>
                      <a:srgbClr val="FFFFFF"/>
                    </a:solidFill>
                    <a:ea typeface="Arial" charset="0"/>
                    <a:cs typeface="Arial" charset="0"/>
                  </a:rPr>
                  <a:t> 185C</a:t>
                </a:r>
              </a:p>
              <a:p>
                <a:pPr algn="ctr" defTabSz="914112"/>
                <a:r>
                  <a:rPr kumimoji="1" lang="en-US" altLang="zh-CN" sz="700" b="1" dirty="0">
                    <a:solidFill>
                      <a:srgbClr val="FFFFFF"/>
                    </a:solidFill>
                    <a:ea typeface="Arial" charset="0"/>
                    <a:cs typeface="Arial" charset="0"/>
                  </a:rPr>
                  <a:t>RGB 199/0/11</a:t>
                </a:r>
              </a:p>
            </p:txBody>
          </p:sp>
          <p:sp>
            <p:nvSpPr>
              <p:cNvPr id="46" name="文本框 31">
                <a:extLst>
                  <a:ext uri="{FF2B5EF4-FFF2-40B4-BE49-F238E27FC236}">
                    <a16:creationId xmlns="" xmlns:a16="http://schemas.microsoft.com/office/drawing/2014/main" id="{58918196-0639-EE4B-AFC2-315BE04587B9}"/>
                  </a:ext>
                </a:extLst>
              </p:cNvPr>
              <p:cNvSpPr txBox="1"/>
              <p:nvPr userDrawn="1"/>
            </p:nvSpPr>
            <p:spPr>
              <a:xfrm>
                <a:off x="12326898" y="2207613"/>
                <a:ext cx="384721" cy="180071"/>
              </a:xfrm>
              <a:prstGeom prst="rect">
                <a:avLst/>
              </a:prstGeom>
              <a:noFill/>
            </p:spPr>
            <p:txBody>
              <a:bodyPr wrap="none" lIns="0" tIns="0" rIns="0" bIns="0" rtlCol="0">
                <a:spAutoFit/>
              </a:bodyPr>
              <a:lstStyle/>
              <a:p>
                <a:pPr algn="ctr" defTabSz="914112"/>
                <a:r>
                  <a:rPr kumimoji="1" lang="zh-CN" altLang="en-US" sz="1000" dirty="0">
                    <a:solidFill>
                      <a:srgbClr val="1D1D1A"/>
                    </a:solidFill>
                    <a:ea typeface="Microsoft YaHei" panose="020B0503020204020204" pitchFamily="34" charset="-122"/>
                  </a:rPr>
                  <a:t>品牌色</a:t>
                </a:r>
              </a:p>
            </p:txBody>
          </p:sp>
        </p:grpSp>
        <p:grpSp>
          <p:nvGrpSpPr>
            <p:cNvPr id="27" name="组合 26"/>
            <p:cNvGrpSpPr/>
            <p:nvPr userDrawn="1"/>
          </p:nvGrpSpPr>
          <p:grpSpPr>
            <a:xfrm>
              <a:off x="12216278" y="3054642"/>
              <a:ext cx="1982912" cy="3811978"/>
              <a:chOff x="12216278" y="3054642"/>
              <a:chExt cx="1982912" cy="3811978"/>
            </a:xfrm>
          </p:grpSpPr>
          <p:sp>
            <p:nvSpPr>
              <p:cNvPr id="28" name="矩形 12">
                <a:extLst>
                  <a:ext uri="{FF2B5EF4-FFF2-40B4-BE49-F238E27FC236}">
                    <a16:creationId xmlns="" xmlns:a16="http://schemas.microsoft.com/office/drawing/2014/main" id="{DCA8B73C-0B87-284F-805F-752EBF20B768}"/>
                  </a:ext>
                </a:extLst>
              </p:cNvPr>
              <p:cNvSpPr/>
              <p:nvPr userDrawn="1"/>
            </p:nvSpPr>
            <p:spPr>
              <a:xfrm>
                <a:off x="12315640" y="3785971"/>
                <a:ext cx="885201" cy="462672"/>
              </a:xfrm>
              <a:prstGeom prst="rect">
                <a:avLst/>
              </a:prstGeom>
              <a:solidFill>
                <a:srgbClr val="EA5A4F"/>
              </a:solidFill>
              <a:ln>
                <a:solidFill>
                  <a:srgbClr val="EA5A4F"/>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4112"/>
                <a:r>
                  <a:rPr kumimoji="1" lang="mr-IN" altLang="zh-CN" sz="700" b="1" dirty="0">
                    <a:solidFill>
                      <a:srgbClr val="FFFFFF"/>
                    </a:solidFill>
                    <a:ea typeface="Arial" charset="0"/>
                    <a:cs typeface="Arial" charset="0"/>
                  </a:rPr>
                  <a:t>RGB</a:t>
                </a:r>
                <a:r>
                  <a:rPr kumimoji="1" lang="en-US" altLang="zh-CN" sz="700" b="1" dirty="0">
                    <a:solidFill>
                      <a:srgbClr val="FFFFFF"/>
                    </a:solidFill>
                    <a:ea typeface="Arial" charset="0"/>
                    <a:cs typeface="Arial" charset="0"/>
                  </a:rPr>
                  <a:t> 234</a:t>
                </a:r>
                <a:r>
                  <a:rPr kumimoji="1" lang="mr-IN" altLang="zh-CN" sz="700" b="1" dirty="0">
                    <a:solidFill>
                      <a:srgbClr val="FFFFFF"/>
                    </a:solidFill>
                    <a:ea typeface="Arial" charset="0"/>
                    <a:cs typeface="Arial" charset="0"/>
                  </a:rPr>
                  <a:t>/</a:t>
                </a:r>
                <a:r>
                  <a:rPr kumimoji="1" lang="en-US" altLang="zh-CN" sz="700" b="1" dirty="0">
                    <a:solidFill>
                      <a:srgbClr val="FFFFFF"/>
                    </a:solidFill>
                    <a:ea typeface="Arial" charset="0"/>
                    <a:cs typeface="Arial" charset="0"/>
                  </a:rPr>
                  <a:t>90/79</a:t>
                </a:r>
                <a:endParaRPr kumimoji="1" lang="mr-IN" altLang="zh-CN" sz="700" b="1" dirty="0">
                  <a:solidFill>
                    <a:srgbClr val="FFFFFF"/>
                  </a:solidFill>
                  <a:ea typeface="Arial" charset="0"/>
                  <a:cs typeface="Arial" charset="0"/>
                </a:endParaRPr>
              </a:p>
            </p:txBody>
          </p:sp>
          <p:sp>
            <p:nvSpPr>
              <p:cNvPr id="29" name="矩形 13">
                <a:extLst>
                  <a:ext uri="{FF2B5EF4-FFF2-40B4-BE49-F238E27FC236}">
                    <a16:creationId xmlns="" xmlns:a16="http://schemas.microsoft.com/office/drawing/2014/main" id="{138A39A8-BB4E-CD4E-9201-F1785C874F92}"/>
                  </a:ext>
                </a:extLst>
              </p:cNvPr>
              <p:cNvSpPr/>
              <p:nvPr userDrawn="1"/>
            </p:nvSpPr>
            <p:spPr>
              <a:xfrm>
                <a:off x="12315640" y="3259312"/>
                <a:ext cx="885201" cy="462672"/>
              </a:xfrm>
              <a:prstGeom prst="rect">
                <a:avLst/>
              </a:prstGeom>
              <a:solidFill>
                <a:srgbClr val="78000F"/>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4112"/>
                <a:r>
                  <a:rPr kumimoji="1" lang="mr-IN" altLang="zh-CN" sz="700" b="1" dirty="0">
                    <a:solidFill>
                      <a:srgbClr val="FFFFFF"/>
                    </a:solidFill>
                    <a:ea typeface="Arial" charset="0"/>
                    <a:cs typeface="Arial" charset="0"/>
                  </a:rPr>
                  <a:t>RGB</a:t>
                </a:r>
                <a:r>
                  <a:rPr kumimoji="1" lang="en-US" altLang="zh-CN" sz="700" b="1" dirty="0">
                    <a:solidFill>
                      <a:srgbClr val="FFFFFF"/>
                    </a:solidFill>
                    <a:ea typeface="Arial" charset="0"/>
                    <a:cs typeface="Arial" charset="0"/>
                  </a:rPr>
                  <a:t> 120</a:t>
                </a:r>
                <a:r>
                  <a:rPr kumimoji="1" lang="mr-IN" altLang="zh-CN" sz="700" b="1" dirty="0">
                    <a:solidFill>
                      <a:srgbClr val="FFFFFF"/>
                    </a:solidFill>
                    <a:ea typeface="Arial" charset="0"/>
                    <a:cs typeface="Arial" charset="0"/>
                  </a:rPr>
                  <a:t>/</a:t>
                </a:r>
                <a:r>
                  <a:rPr kumimoji="1" lang="en-US" altLang="zh-CN" sz="700" b="1" dirty="0">
                    <a:solidFill>
                      <a:srgbClr val="FFFFFF"/>
                    </a:solidFill>
                    <a:ea typeface="Arial" charset="0"/>
                    <a:cs typeface="Arial" charset="0"/>
                  </a:rPr>
                  <a:t>0/15</a:t>
                </a:r>
                <a:endParaRPr kumimoji="1" lang="mr-IN" altLang="zh-CN" sz="700" b="1" dirty="0">
                  <a:solidFill>
                    <a:srgbClr val="FFFFFF"/>
                  </a:solidFill>
                  <a:ea typeface="Arial" charset="0"/>
                  <a:cs typeface="Arial" charset="0"/>
                </a:endParaRPr>
              </a:p>
            </p:txBody>
          </p:sp>
          <p:sp>
            <p:nvSpPr>
              <p:cNvPr id="30" name="文本框 15">
                <a:extLst>
                  <a:ext uri="{FF2B5EF4-FFF2-40B4-BE49-F238E27FC236}">
                    <a16:creationId xmlns="" xmlns:a16="http://schemas.microsoft.com/office/drawing/2014/main" id="{8F53C07A-1022-C740-8F8D-97538E174D38}"/>
                  </a:ext>
                </a:extLst>
              </p:cNvPr>
              <p:cNvSpPr txBox="1"/>
              <p:nvPr userDrawn="1"/>
            </p:nvSpPr>
            <p:spPr>
              <a:xfrm>
                <a:off x="12216278" y="3054642"/>
                <a:ext cx="569387" cy="180071"/>
              </a:xfrm>
              <a:prstGeom prst="rect">
                <a:avLst/>
              </a:prstGeom>
              <a:noFill/>
            </p:spPr>
            <p:txBody>
              <a:bodyPr wrap="square" lIns="0" tIns="0" rIns="0" bIns="0" rtlCol="0" anchor="b" anchorCtr="0">
                <a:spAutoFit/>
              </a:bodyPr>
              <a:lstStyle/>
              <a:p>
                <a:pPr algn="ctr" defTabSz="914112"/>
                <a:r>
                  <a:rPr kumimoji="1" lang="zh-CN" altLang="en-US" sz="1000" dirty="0">
                    <a:solidFill>
                      <a:srgbClr val="1D1D1A"/>
                    </a:solidFill>
                    <a:ea typeface="Microsoft YaHei" panose="020B0503020204020204" pitchFamily="34" charset="-122"/>
                  </a:rPr>
                  <a:t>辅助色</a:t>
                </a:r>
              </a:p>
            </p:txBody>
          </p:sp>
          <p:sp>
            <p:nvSpPr>
              <p:cNvPr id="31" name="矩形 16">
                <a:extLst>
                  <a:ext uri="{FF2B5EF4-FFF2-40B4-BE49-F238E27FC236}">
                    <a16:creationId xmlns="" xmlns:a16="http://schemas.microsoft.com/office/drawing/2014/main" id="{306A7598-C00D-994F-82DA-B39F3C2E0AAD}"/>
                  </a:ext>
                </a:extLst>
              </p:cNvPr>
              <p:cNvSpPr/>
              <p:nvPr userDrawn="1"/>
            </p:nvSpPr>
            <p:spPr>
              <a:xfrm>
                <a:off x="12315640" y="4836793"/>
                <a:ext cx="885201" cy="462672"/>
              </a:xfrm>
              <a:prstGeom prst="rect">
                <a:avLst/>
              </a:prstGeom>
              <a:solidFill>
                <a:srgbClr val="F8B53C"/>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4112"/>
                <a:r>
                  <a:rPr kumimoji="1" lang="mr-IN" altLang="zh-CN" sz="700" b="1" dirty="0">
                    <a:solidFill>
                      <a:srgbClr val="FFFFFF"/>
                    </a:solidFill>
                    <a:ea typeface="Arial" charset="0"/>
                    <a:cs typeface="Arial" charset="0"/>
                  </a:rPr>
                  <a:t>RGB</a:t>
                </a:r>
                <a:r>
                  <a:rPr kumimoji="1" lang="en-US" altLang="zh-CN" sz="700" b="1" dirty="0">
                    <a:solidFill>
                      <a:srgbClr val="FFFFFF"/>
                    </a:solidFill>
                    <a:ea typeface="Arial" charset="0"/>
                    <a:cs typeface="Arial" charset="0"/>
                  </a:rPr>
                  <a:t> 248</a:t>
                </a:r>
                <a:r>
                  <a:rPr kumimoji="1" lang="mr-IN" altLang="zh-CN" sz="700" b="1" dirty="0">
                    <a:solidFill>
                      <a:srgbClr val="FFFFFF"/>
                    </a:solidFill>
                    <a:ea typeface="Arial" charset="0"/>
                    <a:cs typeface="Arial" charset="0"/>
                  </a:rPr>
                  <a:t>/</a:t>
                </a:r>
                <a:r>
                  <a:rPr kumimoji="1" lang="en-US" altLang="zh-CN" sz="700" b="1" dirty="0">
                    <a:solidFill>
                      <a:srgbClr val="FFFFFF"/>
                    </a:solidFill>
                    <a:ea typeface="Arial" charset="0"/>
                    <a:cs typeface="Arial" charset="0"/>
                  </a:rPr>
                  <a:t>181/60</a:t>
                </a:r>
                <a:endParaRPr kumimoji="1" lang="mr-IN" altLang="zh-CN" sz="700" b="1" dirty="0">
                  <a:solidFill>
                    <a:srgbClr val="FFFFFF"/>
                  </a:solidFill>
                  <a:ea typeface="Arial" charset="0"/>
                  <a:cs typeface="Arial" charset="0"/>
                </a:endParaRPr>
              </a:p>
            </p:txBody>
          </p:sp>
          <p:sp>
            <p:nvSpPr>
              <p:cNvPr id="32" name="矩形 17">
                <a:extLst>
                  <a:ext uri="{FF2B5EF4-FFF2-40B4-BE49-F238E27FC236}">
                    <a16:creationId xmlns="" xmlns:a16="http://schemas.microsoft.com/office/drawing/2014/main" id="{C1423292-FF2F-A74C-943E-1C3C47534098}"/>
                  </a:ext>
                </a:extLst>
              </p:cNvPr>
              <p:cNvSpPr/>
              <p:nvPr userDrawn="1"/>
            </p:nvSpPr>
            <p:spPr>
              <a:xfrm>
                <a:off x="12315640" y="4319278"/>
                <a:ext cx="885201" cy="462672"/>
              </a:xfrm>
              <a:prstGeom prst="rect">
                <a:avLst/>
              </a:prstGeom>
              <a:solidFill>
                <a:srgbClr val="EB5C0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4112"/>
                <a:r>
                  <a:rPr kumimoji="1" lang="mr-IN" altLang="zh-CN" sz="700" b="1" dirty="0">
                    <a:solidFill>
                      <a:srgbClr val="FFFFFF"/>
                    </a:solidFill>
                    <a:ea typeface="Arial" charset="0"/>
                    <a:cs typeface="Arial" charset="0"/>
                  </a:rPr>
                  <a:t>RGB</a:t>
                </a:r>
                <a:r>
                  <a:rPr kumimoji="1" lang="en-US" altLang="zh-CN" sz="700" b="1" dirty="0">
                    <a:solidFill>
                      <a:srgbClr val="FFFFFF"/>
                    </a:solidFill>
                    <a:ea typeface="Arial" charset="0"/>
                    <a:cs typeface="Arial" charset="0"/>
                  </a:rPr>
                  <a:t> 235</a:t>
                </a:r>
                <a:r>
                  <a:rPr kumimoji="1" lang="mr-IN" altLang="zh-CN" sz="700" b="1" dirty="0">
                    <a:solidFill>
                      <a:srgbClr val="FFFFFF"/>
                    </a:solidFill>
                    <a:ea typeface="Arial" charset="0"/>
                    <a:cs typeface="Arial" charset="0"/>
                  </a:rPr>
                  <a:t>/</a:t>
                </a:r>
                <a:r>
                  <a:rPr kumimoji="1" lang="en-US" altLang="zh-CN" sz="700" b="1" dirty="0">
                    <a:solidFill>
                      <a:srgbClr val="FFFFFF"/>
                    </a:solidFill>
                    <a:ea typeface="Arial" charset="0"/>
                    <a:cs typeface="Arial" charset="0"/>
                  </a:rPr>
                  <a:t>92/1</a:t>
                </a:r>
                <a:endParaRPr kumimoji="1" lang="mr-IN" altLang="zh-CN" sz="700" b="1" dirty="0">
                  <a:solidFill>
                    <a:srgbClr val="FFFFFF"/>
                  </a:solidFill>
                  <a:ea typeface="Arial" charset="0"/>
                  <a:cs typeface="Arial" charset="0"/>
                </a:endParaRPr>
              </a:p>
            </p:txBody>
          </p:sp>
          <p:sp>
            <p:nvSpPr>
              <p:cNvPr id="33" name="矩形 18">
                <a:extLst>
                  <a:ext uri="{FF2B5EF4-FFF2-40B4-BE49-F238E27FC236}">
                    <a16:creationId xmlns="" xmlns:a16="http://schemas.microsoft.com/office/drawing/2014/main" id="{2A29AF15-F5C4-A842-A63B-5DBA549CB92F}"/>
                  </a:ext>
                </a:extLst>
              </p:cNvPr>
              <p:cNvSpPr/>
              <p:nvPr userDrawn="1"/>
            </p:nvSpPr>
            <p:spPr>
              <a:xfrm>
                <a:off x="12315636" y="5880294"/>
                <a:ext cx="911019" cy="462672"/>
              </a:xfrm>
              <a:prstGeom prst="rect">
                <a:avLst/>
              </a:prstGeom>
              <a:solidFill>
                <a:srgbClr val="898989"/>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4112"/>
                <a:r>
                  <a:rPr kumimoji="1" lang="mr-IN" altLang="zh-CN" sz="700" b="1" dirty="0">
                    <a:solidFill>
                      <a:srgbClr val="FFFFFF"/>
                    </a:solidFill>
                    <a:ea typeface="Arial" charset="0"/>
                    <a:cs typeface="Arial" charset="0"/>
                  </a:rPr>
                  <a:t>RGB</a:t>
                </a:r>
                <a:r>
                  <a:rPr kumimoji="1" lang="en-US" altLang="zh-CN" sz="700" b="1" dirty="0">
                    <a:solidFill>
                      <a:srgbClr val="FFFFFF"/>
                    </a:solidFill>
                    <a:ea typeface="Arial" charset="0"/>
                    <a:cs typeface="Arial" charset="0"/>
                  </a:rPr>
                  <a:t> 137/137/137</a:t>
                </a:r>
                <a:endParaRPr kumimoji="1" lang="mr-IN" altLang="zh-CN" sz="700" b="1" dirty="0">
                  <a:solidFill>
                    <a:srgbClr val="FFFFFF"/>
                  </a:solidFill>
                  <a:ea typeface="Arial" charset="0"/>
                  <a:cs typeface="Arial" charset="0"/>
                </a:endParaRPr>
              </a:p>
            </p:txBody>
          </p:sp>
          <p:sp>
            <p:nvSpPr>
              <p:cNvPr id="34" name="矩形 19">
                <a:extLst>
                  <a:ext uri="{FF2B5EF4-FFF2-40B4-BE49-F238E27FC236}">
                    <a16:creationId xmlns="" xmlns:a16="http://schemas.microsoft.com/office/drawing/2014/main" id="{E9EA970A-4D36-BC41-B8BE-40DF553320E7}"/>
                  </a:ext>
                </a:extLst>
              </p:cNvPr>
              <p:cNvSpPr/>
              <p:nvPr userDrawn="1"/>
            </p:nvSpPr>
            <p:spPr>
              <a:xfrm>
                <a:off x="12315636" y="5362779"/>
                <a:ext cx="911019" cy="462672"/>
              </a:xfrm>
              <a:prstGeom prst="rect">
                <a:avLst/>
              </a:prstGeom>
              <a:solidFill>
                <a:srgbClr val="231815"/>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4112"/>
                <a:r>
                  <a:rPr kumimoji="1" lang="mr-IN" altLang="zh-CN" sz="700" b="1" dirty="0">
                    <a:solidFill>
                      <a:srgbClr val="FFFFFF"/>
                    </a:solidFill>
                    <a:ea typeface="Arial" charset="0"/>
                    <a:cs typeface="Arial" charset="0"/>
                  </a:rPr>
                  <a:t>RGB</a:t>
                </a:r>
                <a:r>
                  <a:rPr kumimoji="1" lang="en-US" altLang="zh-CN" sz="700" b="1" dirty="0">
                    <a:solidFill>
                      <a:srgbClr val="FFFFFF"/>
                    </a:solidFill>
                    <a:ea typeface="Arial" charset="0"/>
                    <a:cs typeface="Arial" charset="0"/>
                  </a:rPr>
                  <a:t> 35/24/21</a:t>
                </a:r>
                <a:endParaRPr kumimoji="1" lang="mr-IN" altLang="zh-CN" sz="700" b="1" dirty="0">
                  <a:solidFill>
                    <a:srgbClr val="FFFFFF"/>
                  </a:solidFill>
                  <a:ea typeface="Arial" charset="0"/>
                  <a:cs typeface="Arial" charset="0"/>
                </a:endParaRPr>
              </a:p>
            </p:txBody>
          </p:sp>
          <p:sp>
            <p:nvSpPr>
              <p:cNvPr id="35" name="矩形 22">
                <a:extLst>
                  <a:ext uri="{FF2B5EF4-FFF2-40B4-BE49-F238E27FC236}">
                    <a16:creationId xmlns="" xmlns:a16="http://schemas.microsoft.com/office/drawing/2014/main" id="{14EE21FB-1D92-0241-ABA5-5E9A6AEE0DC8}"/>
                  </a:ext>
                </a:extLst>
              </p:cNvPr>
              <p:cNvSpPr/>
              <p:nvPr userDrawn="1"/>
            </p:nvSpPr>
            <p:spPr>
              <a:xfrm>
                <a:off x="12315636" y="6403948"/>
                <a:ext cx="911019" cy="462672"/>
              </a:xfrm>
              <a:prstGeom prst="rect">
                <a:avLst/>
              </a:prstGeom>
              <a:solidFill>
                <a:srgbClr val="DDDDDD"/>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4112"/>
                <a:r>
                  <a:rPr kumimoji="1" lang="mr-IN" altLang="zh-CN" sz="700" b="1" dirty="0">
                    <a:solidFill>
                      <a:srgbClr val="666666"/>
                    </a:solidFill>
                    <a:ea typeface="Arial" charset="0"/>
                    <a:cs typeface="Arial" charset="0"/>
                  </a:rPr>
                  <a:t>RGB</a:t>
                </a:r>
                <a:r>
                  <a:rPr kumimoji="1" lang="en-US" altLang="zh-CN" sz="700" b="1" dirty="0">
                    <a:solidFill>
                      <a:srgbClr val="666666"/>
                    </a:solidFill>
                    <a:ea typeface="Arial" charset="0"/>
                    <a:cs typeface="Arial" charset="0"/>
                  </a:rPr>
                  <a:t> 221</a:t>
                </a:r>
                <a:r>
                  <a:rPr kumimoji="1" lang="mr-IN" altLang="zh-CN" sz="700" b="1" dirty="0">
                    <a:solidFill>
                      <a:srgbClr val="666666"/>
                    </a:solidFill>
                    <a:ea typeface="Arial" charset="0"/>
                    <a:cs typeface="Arial" charset="0"/>
                  </a:rPr>
                  <a:t>/</a:t>
                </a:r>
                <a:r>
                  <a:rPr kumimoji="1" lang="en-US" altLang="zh-CN" sz="700" b="1" dirty="0">
                    <a:solidFill>
                      <a:srgbClr val="666666"/>
                    </a:solidFill>
                    <a:ea typeface="Arial" charset="0"/>
                    <a:cs typeface="Arial" charset="0"/>
                  </a:rPr>
                  <a:t>221/221</a:t>
                </a:r>
                <a:endParaRPr kumimoji="1" lang="mr-IN" altLang="zh-CN" sz="700" b="1" dirty="0">
                  <a:solidFill>
                    <a:srgbClr val="666666"/>
                  </a:solidFill>
                  <a:ea typeface="Arial" charset="0"/>
                  <a:cs typeface="Arial" charset="0"/>
                </a:endParaRPr>
              </a:p>
            </p:txBody>
          </p:sp>
          <p:sp>
            <p:nvSpPr>
              <p:cNvPr id="36" name="矩形 12">
                <a:extLst>
                  <a:ext uri="{FF2B5EF4-FFF2-40B4-BE49-F238E27FC236}">
                    <a16:creationId xmlns="" xmlns:a16="http://schemas.microsoft.com/office/drawing/2014/main" id="{883734A3-2645-434A-9DCC-1416B6C687CC}"/>
                  </a:ext>
                </a:extLst>
              </p:cNvPr>
              <p:cNvSpPr/>
              <p:nvPr userDrawn="1"/>
            </p:nvSpPr>
            <p:spPr>
              <a:xfrm>
                <a:off x="13288175" y="3785971"/>
                <a:ext cx="885201" cy="462672"/>
              </a:xfrm>
              <a:prstGeom prst="rect">
                <a:avLst/>
              </a:prstGeom>
              <a:solidFill>
                <a:srgbClr val="E98C8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4112"/>
                <a:r>
                  <a:rPr kumimoji="1" lang="mr-IN" altLang="zh-CN" sz="700" b="1" dirty="0">
                    <a:solidFill>
                      <a:srgbClr val="FFFFFF"/>
                    </a:solidFill>
                    <a:ea typeface="Arial" charset="0"/>
                    <a:cs typeface="Arial" charset="0"/>
                  </a:rPr>
                  <a:t>RGB</a:t>
                </a:r>
                <a:r>
                  <a:rPr kumimoji="1" lang="en-US" altLang="zh-CN" sz="700" b="1" dirty="0">
                    <a:solidFill>
                      <a:srgbClr val="FFFFFF"/>
                    </a:solidFill>
                    <a:ea typeface="Arial" charset="0"/>
                    <a:cs typeface="Arial" charset="0"/>
                  </a:rPr>
                  <a:t> 233</a:t>
                </a:r>
                <a:r>
                  <a:rPr kumimoji="1" lang="mr-IN" altLang="zh-CN" sz="700" b="1" dirty="0">
                    <a:solidFill>
                      <a:srgbClr val="FFFFFF"/>
                    </a:solidFill>
                    <a:ea typeface="Arial" charset="0"/>
                    <a:cs typeface="Arial" charset="0"/>
                  </a:rPr>
                  <a:t>/</a:t>
                </a:r>
                <a:r>
                  <a:rPr kumimoji="1" lang="en-US" altLang="zh-CN" sz="700" b="1" dirty="0">
                    <a:solidFill>
                      <a:srgbClr val="FFFFFF"/>
                    </a:solidFill>
                    <a:ea typeface="Arial" charset="0"/>
                    <a:cs typeface="Arial" charset="0"/>
                  </a:rPr>
                  <a:t>140/128</a:t>
                </a:r>
                <a:endParaRPr kumimoji="1" lang="mr-IN" altLang="zh-CN" sz="700" b="1" dirty="0">
                  <a:solidFill>
                    <a:srgbClr val="FFFFFF"/>
                  </a:solidFill>
                  <a:ea typeface="Arial" charset="0"/>
                  <a:cs typeface="Arial" charset="0"/>
                </a:endParaRPr>
              </a:p>
            </p:txBody>
          </p:sp>
          <p:sp>
            <p:nvSpPr>
              <p:cNvPr id="37" name="矩形 13">
                <a:extLst>
                  <a:ext uri="{FF2B5EF4-FFF2-40B4-BE49-F238E27FC236}">
                    <a16:creationId xmlns="" xmlns:a16="http://schemas.microsoft.com/office/drawing/2014/main" id="{1FF13552-FB3D-134A-A80A-6CFB35DFE1A1}"/>
                  </a:ext>
                </a:extLst>
              </p:cNvPr>
              <p:cNvSpPr/>
              <p:nvPr userDrawn="1"/>
            </p:nvSpPr>
            <p:spPr>
              <a:xfrm>
                <a:off x="13288175" y="3259312"/>
                <a:ext cx="885201" cy="462672"/>
              </a:xfrm>
              <a:prstGeom prst="rect">
                <a:avLst/>
              </a:prstGeom>
              <a:solidFill>
                <a:srgbClr val="A72126"/>
              </a:solidFill>
              <a:ln>
                <a:solidFill>
                  <a:srgbClr val="9F000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4112"/>
                <a:r>
                  <a:rPr kumimoji="1" lang="mr-IN" altLang="zh-CN" sz="700" b="1" dirty="0">
                    <a:solidFill>
                      <a:srgbClr val="FFFFFF"/>
                    </a:solidFill>
                    <a:ea typeface="Arial" charset="0"/>
                    <a:cs typeface="Arial" charset="0"/>
                  </a:rPr>
                  <a:t>RGB</a:t>
                </a:r>
                <a:r>
                  <a:rPr kumimoji="1" lang="en-US" altLang="zh-CN" sz="700" b="1" dirty="0">
                    <a:solidFill>
                      <a:srgbClr val="FFFFFF"/>
                    </a:solidFill>
                    <a:ea typeface="Arial" charset="0"/>
                    <a:cs typeface="Arial" charset="0"/>
                  </a:rPr>
                  <a:t> 159</a:t>
                </a:r>
                <a:r>
                  <a:rPr kumimoji="1" lang="mr-IN" altLang="zh-CN" sz="700" b="1" dirty="0">
                    <a:solidFill>
                      <a:srgbClr val="FFFFFF"/>
                    </a:solidFill>
                    <a:ea typeface="Arial" charset="0"/>
                    <a:cs typeface="Arial" charset="0"/>
                  </a:rPr>
                  <a:t>/</a:t>
                </a:r>
                <a:r>
                  <a:rPr kumimoji="1" lang="en-US" altLang="zh-CN" sz="700" b="1" dirty="0">
                    <a:solidFill>
                      <a:srgbClr val="FFFFFF"/>
                    </a:solidFill>
                    <a:ea typeface="Arial" charset="0"/>
                    <a:cs typeface="Arial" charset="0"/>
                  </a:rPr>
                  <a:t>0/1</a:t>
                </a:r>
                <a:endParaRPr kumimoji="1" lang="mr-IN" altLang="zh-CN" sz="700" b="1" dirty="0">
                  <a:solidFill>
                    <a:srgbClr val="FFFFFF"/>
                  </a:solidFill>
                  <a:ea typeface="Arial" charset="0"/>
                  <a:cs typeface="Arial" charset="0"/>
                </a:endParaRPr>
              </a:p>
            </p:txBody>
          </p:sp>
          <p:sp>
            <p:nvSpPr>
              <p:cNvPr id="38" name="矩形 16">
                <a:extLst>
                  <a:ext uri="{FF2B5EF4-FFF2-40B4-BE49-F238E27FC236}">
                    <a16:creationId xmlns="" xmlns:a16="http://schemas.microsoft.com/office/drawing/2014/main" id="{0A96471B-CB12-1443-B01F-C14C9112C149}"/>
                  </a:ext>
                </a:extLst>
              </p:cNvPr>
              <p:cNvSpPr/>
              <p:nvPr userDrawn="1"/>
            </p:nvSpPr>
            <p:spPr>
              <a:xfrm>
                <a:off x="13288175" y="4836793"/>
                <a:ext cx="885201" cy="462672"/>
              </a:xfrm>
              <a:prstGeom prst="rect">
                <a:avLst/>
              </a:prstGeom>
              <a:solidFill>
                <a:srgbClr val="F5DC57"/>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4112"/>
                <a:r>
                  <a:rPr kumimoji="1" lang="mr-IN" altLang="zh-CN" sz="700" b="1" dirty="0">
                    <a:solidFill>
                      <a:srgbClr val="666666"/>
                    </a:solidFill>
                    <a:ea typeface="Arial" charset="0"/>
                    <a:cs typeface="Arial" charset="0"/>
                  </a:rPr>
                  <a:t>RGB</a:t>
                </a:r>
                <a:r>
                  <a:rPr kumimoji="1" lang="en-US" altLang="zh-CN" sz="700" b="1" dirty="0">
                    <a:solidFill>
                      <a:srgbClr val="666666"/>
                    </a:solidFill>
                    <a:ea typeface="Arial" charset="0"/>
                    <a:cs typeface="Arial" charset="0"/>
                  </a:rPr>
                  <a:t> 245</a:t>
                </a:r>
                <a:r>
                  <a:rPr kumimoji="1" lang="mr-IN" altLang="zh-CN" sz="700" b="1" dirty="0">
                    <a:solidFill>
                      <a:srgbClr val="666666"/>
                    </a:solidFill>
                    <a:ea typeface="Arial" charset="0"/>
                    <a:cs typeface="Arial" charset="0"/>
                  </a:rPr>
                  <a:t>/</a:t>
                </a:r>
                <a:r>
                  <a:rPr kumimoji="1" lang="en-US" altLang="zh-CN" sz="700" b="1" dirty="0">
                    <a:solidFill>
                      <a:srgbClr val="666666"/>
                    </a:solidFill>
                    <a:ea typeface="Arial" charset="0"/>
                    <a:cs typeface="Arial" charset="0"/>
                  </a:rPr>
                  <a:t>220/87</a:t>
                </a:r>
                <a:endParaRPr kumimoji="1" lang="mr-IN" altLang="zh-CN" sz="700" b="1" dirty="0">
                  <a:solidFill>
                    <a:srgbClr val="666666"/>
                  </a:solidFill>
                  <a:ea typeface="Arial" charset="0"/>
                  <a:cs typeface="Arial" charset="0"/>
                </a:endParaRPr>
              </a:p>
            </p:txBody>
          </p:sp>
          <p:sp>
            <p:nvSpPr>
              <p:cNvPr id="39" name="矩形 17">
                <a:extLst>
                  <a:ext uri="{FF2B5EF4-FFF2-40B4-BE49-F238E27FC236}">
                    <a16:creationId xmlns="" xmlns:a16="http://schemas.microsoft.com/office/drawing/2014/main" id="{61890D59-CF8B-1449-A836-3A304EC9A907}"/>
                  </a:ext>
                </a:extLst>
              </p:cNvPr>
              <p:cNvSpPr/>
              <p:nvPr userDrawn="1"/>
            </p:nvSpPr>
            <p:spPr>
              <a:xfrm>
                <a:off x="13288175" y="4319278"/>
                <a:ext cx="885201" cy="462672"/>
              </a:xfrm>
              <a:prstGeom prst="rect">
                <a:avLst/>
              </a:prstGeom>
              <a:solidFill>
                <a:srgbClr val="F085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4112"/>
                <a:r>
                  <a:rPr kumimoji="1" lang="mr-IN" altLang="zh-CN" sz="700" b="1" dirty="0">
                    <a:solidFill>
                      <a:srgbClr val="FFFFFF"/>
                    </a:solidFill>
                    <a:ea typeface="Arial" charset="0"/>
                    <a:cs typeface="Arial" charset="0"/>
                  </a:rPr>
                  <a:t>RGB</a:t>
                </a:r>
                <a:r>
                  <a:rPr kumimoji="1" lang="en-US" altLang="zh-CN" sz="700" b="1" dirty="0">
                    <a:solidFill>
                      <a:srgbClr val="FFFFFF"/>
                    </a:solidFill>
                    <a:ea typeface="Arial" charset="0"/>
                    <a:cs typeface="Arial" charset="0"/>
                  </a:rPr>
                  <a:t> 240</a:t>
                </a:r>
                <a:r>
                  <a:rPr kumimoji="1" lang="mr-IN" altLang="zh-CN" sz="700" b="1" dirty="0">
                    <a:solidFill>
                      <a:srgbClr val="FFFFFF"/>
                    </a:solidFill>
                    <a:ea typeface="Arial" charset="0"/>
                    <a:cs typeface="Arial" charset="0"/>
                  </a:rPr>
                  <a:t>/</a:t>
                </a:r>
                <a:r>
                  <a:rPr kumimoji="1" lang="en-US" altLang="zh-CN" sz="700" b="1" dirty="0">
                    <a:solidFill>
                      <a:srgbClr val="FFFFFF"/>
                    </a:solidFill>
                    <a:ea typeface="Arial" charset="0"/>
                    <a:cs typeface="Arial" charset="0"/>
                  </a:rPr>
                  <a:t>133/0</a:t>
                </a:r>
                <a:endParaRPr kumimoji="1" lang="mr-IN" altLang="zh-CN" sz="700" b="1" dirty="0">
                  <a:solidFill>
                    <a:srgbClr val="FFFFFF"/>
                  </a:solidFill>
                  <a:ea typeface="Arial" charset="0"/>
                  <a:cs typeface="Arial" charset="0"/>
                </a:endParaRPr>
              </a:p>
            </p:txBody>
          </p:sp>
          <p:sp>
            <p:nvSpPr>
              <p:cNvPr id="40" name="矩形 18">
                <a:extLst>
                  <a:ext uri="{FF2B5EF4-FFF2-40B4-BE49-F238E27FC236}">
                    <a16:creationId xmlns="" xmlns:a16="http://schemas.microsoft.com/office/drawing/2014/main" id="{0466A1E1-E7C7-FD49-9880-9E44BED19FF5}"/>
                  </a:ext>
                </a:extLst>
              </p:cNvPr>
              <p:cNvSpPr/>
              <p:nvPr userDrawn="1"/>
            </p:nvSpPr>
            <p:spPr>
              <a:xfrm>
                <a:off x="13288171" y="5880294"/>
                <a:ext cx="911019" cy="462672"/>
              </a:xfrm>
              <a:prstGeom prst="rect">
                <a:avLst/>
              </a:prstGeom>
              <a:solidFill>
                <a:srgbClr val="B5B5B5"/>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4112"/>
                <a:r>
                  <a:rPr kumimoji="1" lang="mr-IN" altLang="zh-CN" sz="700" b="1" dirty="0">
                    <a:solidFill>
                      <a:srgbClr val="FFFFFF"/>
                    </a:solidFill>
                    <a:ea typeface="Arial" charset="0"/>
                    <a:cs typeface="Arial" charset="0"/>
                  </a:rPr>
                  <a:t>RGB</a:t>
                </a:r>
                <a:r>
                  <a:rPr kumimoji="1" lang="en-US" altLang="zh-CN" sz="700" b="1" dirty="0">
                    <a:solidFill>
                      <a:srgbClr val="FFFFFF"/>
                    </a:solidFill>
                    <a:ea typeface="Arial" charset="0"/>
                    <a:cs typeface="Arial" charset="0"/>
                  </a:rPr>
                  <a:t> 181</a:t>
                </a:r>
                <a:r>
                  <a:rPr kumimoji="1" lang="mr-IN" altLang="zh-CN" sz="700" b="1" dirty="0">
                    <a:solidFill>
                      <a:srgbClr val="FFFFFF"/>
                    </a:solidFill>
                    <a:ea typeface="Arial" charset="0"/>
                    <a:cs typeface="Arial" charset="0"/>
                  </a:rPr>
                  <a:t>/</a:t>
                </a:r>
                <a:r>
                  <a:rPr kumimoji="1" lang="en-US" altLang="zh-CN" sz="700" b="1" dirty="0">
                    <a:solidFill>
                      <a:srgbClr val="FFFFFF"/>
                    </a:solidFill>
                    <a:ea typeface="Arial" charset="0"/>
                    <a:cs typeface="Arial" charset="0"/>
                  </a:rPr>
                  <a:t>181/181</a:t>
                </a:r>
                <a:endParaRPr kumimoji="1" lang="mr-IN" altLang="zh-CN" sz="700" b="1" dirty="0">
                  <a:solidFill>
                    <a:srgbClr val="FFFFFF"/>
                  </a:solidFill>
                  <a:ea typeface="Arial" charset="0"/>
                  <a:cs typeface="Arial" charset="0"/>
                </a:endParaRPr>
              </a:p>
            </p:txBody>
          </p:sp>
          <p:sp>
            <p:nvSpPr>
              <p:cNvPr id="42" name="矩形 19">
                <a:extLst>
                  <a:ext uri="{FF2B5EF4-FFF2-40B4-BE49-F238E27FC236}">
                    <a16:creationId xmlns="" xmlns:a16="http://schemas.microsoft.com/office/drawing/2014/main" id="{B21AD6AC-1275-0142-A9EA-D77B26CB40EF}"/>
                  </a:ext>
                </a:extLst>
              </p:cNvPr>
              <p:cNvSpPr/>
              <p:nvPr userDrawn="1"/>
            </p:nvSpPr>
            <p:spPr>
              <a:xfrm>
                <a:off x="13288171" y="5362779"/>
                <a:ext cx="911019" cy="462672"/>
              </a:xfrm>
              <a:prstGeom prst="rect">
                <a:avLst/>
              </a:prstGeom>
              <a:solidFill>
                <a:srgbClr val="595757"/>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4112"/>
                <a:r>
                  <a:rPr kumimoji="1" lang="mr-IN" altLang="zh-CN" sz="700" b="1" dirty="0">
                    <a:solidFill>
                      <a:srgbClr val="FFFFFF"/>
                    </a:solidFill>
                    <a:ea typeface="Arial" charset="0"/>
                    <a:cs typeface="Arial" charset="0"/>
                  </a:rPr>
                  <a:t>RGB</a:t>
                </a:r>
                <a:r>
                  <a:rPr kumimoji="1" lang="en-US" altLang="zh-CN" sz="700" b="1" dirty="0">
                    <a:solidFill>
                      <a:srgbClr val="FFFFFF"/>
                    </a:solidFill>
                    <a:ea typeface="Arial" charset="0"/>
                    <a:cs typeface="Arial" charset="0"/>
                  </a:rPr>
                  <a:t> 89</a:t>
                </a:r>
                <a:r>
                  <a:rPr kumimoji="1" lang="mr-IN" altLang="zh-CN" sz="700" b="1" dirty="0">
                    <a:solidFill>
                      <a:srgbClr val="FFFFFF"/>
                    </a:solidFill>
                    <a:ea typeface="Arial" charset="0"/>
                    <a:cs typeface="Arial" charset="0"/>
                  </a:rPr>
                  <a:t>/</a:t>
                </a:r>
                <a:r>
                  <a:rPr kumimoji="1" lang="en-US" altLang="zh-CN" sz="700" b="1" dirty="0">
                    <a:solidFill>
                      <a:srgbClr val="FFFFFF"/>
                    </a:solidFill>
                    <a:ea typeface="Arial" charset="0"/>
                    <a:cs typeface="Arial" charset="0"/>
                  </a:rPr>
                  <a:t>87/87</a:t>
                </a:r>
                <a:endParaRPr kumimoji="1" lang="mr-IN" altLang="zh-CN" sz="700" b="1" dirty="0">
                  <a:solidFill>
                    <a:srgbClr val="FFFFFF"/>
                  </a:solidFill>
                  <a:ea typeface="Arial" charset="0"/>
                  <a:cs typeface="Arial" charset="0"/>
                </a:endParaRPr>
              </a:p>
            </p:txBody>
          </p:sp>
          <p:sp>
            <p:nvSpPr>
              <p:cNvPr id="43" name="矩形 22">
                <a:extLst>
                  <a:ext uri="{FF2B5EF4-FFF2-40B4-BE49-F238E27FC236}">
                    <a16:creationId xmlns="" xmlns:a16="http://schemas.microsoft.com/office/drawing/2014/main" id="{238BAC2A-AE09-A84D-875D-8472236D6610}"/>
                  </a:ext>
                </a:extLst>
              </p:cNvPr>
              <p:cNvSpPr/>
              <p:nvPr userDrawn="1"/>
            </p:nvSpPr>
            <p:spPr>
              <a:xfrm>
                <a:off x="13288171" y="6403948"/>
                <a:ext cx="911019" cy="462672"/>
              </a:xfrm>
              <a:prstGeom prst="rect">
                <a:avLst/>
              </a:prstGeom>
              <a:solidFill>
                <a:srgbClr val="FFFFFF"/>
              </a:solidFill>
              <a:ln w="6350">
                <a:solidFill>
                  <a:schemeClr val="bg1">
                    <a:lumMod val="10000"/>
                    <a:lumOff val="9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4112"/>
                <a:r>
                  <a:rPr kumimoji="1" lang="mr-IN" altLang="zh-CN" sz="700" b="1" dirty="0">
                    <a:solidFill>
                      <a:srgbClr val="666666"/>
                    </a:solidFill>
                    <a:ea typeface="Arial" charset="0"/>
                    <a:cs typeface="Arial" charset="0"/>
                  </a:rPr>
                  <a:t>RGB</a:t>
                </a:r>
                <a:r>
                  <a:rPr kumimoji="1" lang="en-US" altLang="zh-CN" sz="700" b="1" dirty="0">
                    <a:solidFill>
                      <a:srgbClr val="666666"/>
                    </a:solidFill>
                    <a:ea typeface="Arial" charset="0"/>
                    <a:cs typeface="Arial" charset="0"/>
                  </a:rPr>
                  <a:t> 255</a:t>
                </a:r>
                <a:r>
                  <a:rPr kumimoji="1" lang="mr-IN" altLang="zh-CN" sz="700" b="1" dirty="0">
                    <a:solidFill>
                      <a:srgbClr val="666666"/>
                    </a:solidFill>
                    <a:ea typeface="Arial" charset="0"/>
                    <a:cs typeface="Arial" charset="0"/>
                  </a:rPr>
                  <a:t>/</a:t>
                </a:r>
                <a:r>
                  <a:rPr kumimoji="1" lang="en-US" altLang="zh-CN" sz="700" b="1" dirty="0">
                    <a:solidFill>
                      <a:srgbClr val="666666"/>
                    </a:solidFill>
                    <a:ea typeface="Arial" charset="0"/>
                    <a:cs typeface="Arial" charset="0"/>
                  </a:rPr>
                  <a:t>255/255</a:t>
                </a:r>
                <a:endParaRPr kumimoji="1" lang="mr-IN" altLang="zh-CN" sz="700" b="1" dirty="0">
                  <a:solidFill>
                    <a:srgbClr val="666666"/>
                  </a:solidFill>
                  <a:ea typeface="Arial" charset="0"/>
                  <a:cs typeface="Arial" charset="0"/>
                </a:endParaRPr>
              </a:p>
            </p:txBody>
          </p:sp>
        </p:grpSp>
      </p:grpSp>
      <p:sp>
        <p:nvSpPr>
          <p:cNvPr id="5" name="CuadroTexto 4">
            <a:extLst>
              <a:ext uri="{FF2B5EF4-FFF2-40B4-BE49-F238E27FC236}">
                <a16:creationId xmlns="" xmlns:a16="http://schemas.microsoft.com/office/drawing/2014/main" id="{9581A374-CE51-2133-32F9-FB815F9BB322}"/>
              </a:ext>
            </a:extLst>
          </p:cNvPr>
          <p:cNvSpPr txBox="1"/>
          <p:nvPr userDrawn="1">
            <p:extLst>
              <p:ext uri="{1162E1C5-73C7-4A58-AE30-91384D911F3F}">
                <p184:classification xmlns="" xmlns:p184="http://schemas.microsoft.com/office/powerpoint/2018/4/main" val="hdr"/>
              </p:ext>
            </p:extLst>
          </p:nvPr>
        </p:nvSpPr>
        <p:spPr>
          <a:xfrm>
            <a:off x="11083925" y="0"/>
            <a:ext cx="1141413" cy="152400"/>
          </a:xfrm>
          <a:prstGeom prst="rect">
            <a:avLst/>
          </a:prstGeom>
        </p:spPr>
        <p:txBody>
          <a:bodyPr horzOverflow="overflow" lIns="0" tIns="0" rIns="0" bIns="0">
            <a:spAutoFit/>
          </a:bodyPr>
          <a:lstStyle/>
          <a:p>
            <a:pPr algn="l"/>
            <a:r>
              <a:rPr lang="es-AR" sz="1000">
                <a:solidFill>
                  <a:srgbClr val="000000"/>
                </a:solidFill>
                <a:latin typeface="Calibri" panose="020F0502020204030204" pitchFamily="34" charset="0"/>
                <a:cs typeface="Calibri" panose="020F0502020204030204" pitchFamily="34" charset="0"/>
              </a:rPr>
              <a:t>Documento: Personal</a:t>
            </a:r>
          </a:p>
        </p:txBody>
      </p:sp>
    </p:spTree>
    <p:extLst>
      <p:ext uri="{BB962C8B-B14F-4D97-AF65-F5344CB8AC3E}">
        <p14:creationId xmlns:p14="http://schemas.microsoft.com/office/powerpoint/2010/main" val="2936891015"/>
      </p:ext>
    </p:extLst>
  </p:cSld>
  <p:clrMap bg1="lt1" tx1="dk1" bg2="lt2" tx2="dk2" accent1="accent1" accent2="accent2" accent3="accent3" accent4="accent4" accent5="accent5" accent6="accent6" hlink="hlink" folHlink="folHlink"/>
  <p:sldLayoutIdLst>
    <p:sldLayoutId id="2147484038" r:id="rId1"/>
    <p:sldLayoutId id="2147484040" r:id="rId2"/>
    <p:sldLayoutId id="2147484041" r:id="rId3"/>
    <p:sldLayoutId id="2147484042" r:id="rId4"/>
    <p:sldLayoutId id="2147484043" r:id="rId5"/>
    <p:sldLayoutId id="2147484044" r:id="rId6"/>
  </p:sldLayoutIdLst>
  <p:hf hdr="0" ftr="0" dt="0"/>
  <p:txStyles>
    <p:titleStyle>
      <a:lvl1pPr algn="l" defTabSz="1187323" rtl="0" eaLnBrk="1" latinLnBrk="0" hangingPunct="1">
        <a:lnSpc>
          <a:spcPct val="90000"/>
        </a:lnSpc>
        <a:spcBef>
          <a:spcPct val="0"/>
        </a:spcBef>
        <a:buNone/>
        <a:defRPr sz="5714" kern="1200">
          <a:solidFill>
            <a:schemeClr val="tx1"/>
          </a:solidFill>
          <a:latin typeface="Arial"/>
          <a:ea typeface="+mj-ea"/>
          <a:cs typeface="+mj-cs"/>
        </a:defRPr>
      </a:lvl1pPr>
    </p:titleStyle>
    <p:bodyStyle>
      <a:lvl1pPr marL="296831" indent="-296831" algn="l" defTabSz="1187323" rtl="0" eaLnBrk="1" latinLnBrk="0" hangingPunct="1">
        <a:lnSpc>
          <a:spcPct val="90000"/>
        </a:lnSpc>
        <a:spcBef>
          <a:spcPts val="1298"/>
        </a:spcBef>
        <a:buFont typeface="Arial" panose="020B0604020202020204" pitchFamily="34" charset="0"/>
        <a:buChar char="•"/>
        <a:defRPr sz="3635" kern="1200">
          <a:solidFill>
            <a:schemeClr val="tx1"/>
          </a:solidFill>
          <a:latin typeface="Arial"/>
          <a:ea typeface="+mn-ea"/>
          <a:cs typeface="+mn-cs"/>
        </a:defRPr>
      </a:lvl1pPr>
      <a:lvl2pPr marL="890493" indent="-296831" algn="l" defTabSz="1187323" rtl="0" eaLnBrk="1" latinLnBrk="0" hangingPunct="1">
        <a:lnSpc>
          <a:spcPct val="90000"/>
        </a:lnSpc>
        <a:spcBef>
          <a:spcPts val="650"/>
        </a:spcBef>
        <a:buFont typeface="Arial" panose="020B0604020202020204" pitchFamily="34" charset="0"/>
        <a:buChar char="•"/>
        <a:defRPr sz="3117" kern="1200">
          <a:solidFill>
            <a:schemeClr val="tx1"/>
          </a:solidFill>
          <a:latin typeface="Arial"/>
          <a:ea typeface="+mn-ea"/>
          <a:cs typeface="+mn-cs"/>
        </a:defRPr>
      </a:lvl2pPr>
      <a:lvl3pPr marL="1484154" indent="-296831" algn="l" defTabSz="1187323" rtl="0" eaLnBrk="1" latinLnBrk="0" hangingPunct="1">
        <a:lnSpc>
          <a:spcPct val="90000"/>
        </a:lnSpc>
        <a:spcBef>
          <a:spcPts val="650"/>
        </a:spcBef>
        <a:buFont typeface="Arial" panose="020B0604020202020204" pitchFamily="34" charset="0"/>
        <a:buChar char="•"/>
        <a:defRPr sz="2597" kern="1200">
          <a:solidFill>
            <a:schemeClr val="tx1"/>
          </a:solidFill>
          <a:latin typeface="Arial"/>
          <a:ea typeface="+mn-ea"/>
          <a:cs typeface="+mn-cs"/>
        </a:defRPr>
      </a:lvl3pPr>
      <a:lvl4pPr marL="2077817" indent="-296831" algn="l" defTabSz="1187323" rtl="0" eaLnBrk="1" latinLnBrk="0" hangingPunct="1">
        <a:lnSpc>
          <a:spcPct val="90000"/>
        </a:lnSpc>
        <a:spcBef>
          <a:spcPts val="650"/>
        </a:spcBef>
        <a:buFont typeface="Arial" panose="020B0604020202020204" pitchFamily="34" charset="0"/>
        <a:buChar char="•"/>
        <a:defRPr sz="2337" kern="1200">
          <a:solidFill>
            <a:schemeClr val="tx1"/>
          </a:solidFill>
          <a:latin typeface="Arial"/>
          <a:ea typeface="+mn-ea"/>
          <a:cs typeface="+mn-cs"/>
        </a:defRPr>
      </a:lvl4pPr>
      <a:lvl5pPr marL="2671478" indent="-296831" algn="l" defTabSz="1187323" rtl="0" eaLnBrk="1" latinLnBrk="0" hangingPunct="1">
        <a:lnSpc>
          <a:spcPct val="90000"/>
        </a:lnSpc>
        <a:spcBef>
          <a:spcPts val="650"/>
        </a:spcBef>
        <a:buFont typeface="Arial" panose="020B0604020202020204" pitchFamily="34" charset="0"/>
        <a:buChar char="•"/>
        <a:defRPr sz="2337" kern="1200">
          <a:solidFill>
            <a:schemeClr val="tx1"/>
          </a:solidFill>
          <a:latin typeface="Arial"/>
          <a:ea typeface="+mn-ea"/>
          <a:cs typeface="+mn-cs"/>
        </a:defRPr>
      </a:lvl5pPr>
      <a:lvl6pPr marL="3265140" indent="-296831" algn="l" defTabSz="1187323" rtl="0" eaLnBrk="1" latinLnBrk="0" hangingPunct="1">
        <a:lnSpc>
          <a:spcPct val="90000"/>
        </a:lnSpc>
        <a:spcBef>
          <a:spcPts val="650"/>
        </a:spcBef>
        <a:buFont typeface="Arial" panose="020B0604020202020204" pitchFamily="34" charset="0"/>
        <a:buChar char="•"/>
        <a:defRPr sz="2337" kern="1200">
          <a:solidFill>
            <a:schemeClr val="tx1"/>
          </a:solidFill>
          <a:latin typeface="Arial"/>
          <a:ea typeface="+mn-ea"/>
          <a:cs typeface="+mn-cs"/>
        </a:defRPr>
      </a:lvl6pPr>
      <a:lvl7pPr marL="3858802" indent="-296831" algn="l" defTabSz="1187323" rtl="0" eaLnBrk="1" latinLnBrk="0" hangingPunct="1">
        <a:lnSpc>
          <a:spcPct val="90000"/>
        </a:lnSpc>
        <a:spcBef>
          <a:spcPts val="650"/>
        </a:spcBef>
        <a:buFont typeface="Arial" panose="020B0604020202020204" pitchFamily="34" charset="0"/>
        <a:buChar char="•"/>
        <a:defRPr sz="2337" kern="1200">
          <a:solidFill>
            <a:schemeClr val="tx1"/>
          </a:solidFill>
          <a:latin typeface="Arial"/>
          <a:ea typeface="+mn-ea"/>
          <a:cs typeface="+mn-cs"/>
        </a:defRPr>
      </a:lvl7pPr>
      <a:lvl8pPr marL="4452463" indent="-296831" algn="l" defTabSz="1187323" rtl="0" eaLnBrk="1" latinLnBrk="0" hangingPunct="1">
        <a:lnSpc>
          <a:spcPct val="90000"/>
        </a:lnSpc>
        <a:spcBef>
          <a:spcPts val="650"/>
        </a:spcBef>
        <a:buFont typeface="Arial" panose="020B0604020202020204" pitchFamily="34" charset="0"/>
        <a:buChar char="•"/>
        <a:defRPr sz="2337" kern="1200">
          <a:solidFill>
            <a:schemeClr val="tx1"/>
          </a:solidFill>
          <a:latin typeface="Arial"/>
          <a:ea typeface="+mn-ea"/>
          <a:cs typeface="+mn-cs"/>
        </a:defRPr>
      </a:lvl8pPr>
      <a:lvl9pPr marL="5046125" indent="-296831" algn="l" defTabSz="1187323" rtl="0" eaLnBrk="1" latinLnBrk="0" hangingPunct="1">
        <a:lnSpc>
          <a:spcPct val="90000"/>
        </a:lnSpc>
        <a:spcBef>
          <a:spcPts val="650"/>
        </a:spcBef>
        <a:buFont typeface="Arial" panose="020B0604020202020204" pitchFamily="34" charset="0"/>
        <a:buChar char="•"/>
        <a:defRPr sz="2337" kern="1200">
          <a:solidFill>
            <a:schemeClr val="tx1"/>
          </a:solidFill>
          <a:latin typeface="Arial"/>
          <a:ea typeface="+mn-ea"/>
          <a:cs typeface="+mn-cs"/>
        </a:defRPr>
      </a:lvl9pPr>
    </p:bodyStyle>
    <p:otherStyle>
      <a:defPPr>
        <a:defRPr lang="en-US"/>
      </a:defPPr>
      <a:lvl1pPr marL="0" algn="l" defTabSz="1187323" rtl="0" eaLnBrk="1" latinLnBrk="0" hangingPunct="1">
        <a:defRPr sz="2337" kern="1200">
          <a:solidFill>
            <a:schemeClr val="tx1"/>
          </a:solidFill>
          <a:latin typeface="Arial"/>
          <a:ea typeface="+mn-ea"/>
          <a:cs typeface="+mn-cs"/>
        </a:defRPr>
      </a:lvl1pPr>
      <a:lvl2pPr marL="593662" algn="l" defTabSz="1187323" rtl="0" eaLnBrk="1" latinLnBrk="0" hangingPunct="1">
        <a:defRPr sz="2337" kern="1200">
          <a:solidFill>
            <a:schemeClr val="tx1"/>
          </a:solidFill>
          <a:latin typeface="Arial"/>
          <a:ea typeface="+mn-ea"/>
          <a:cs typeface="+mn-cs"/>
        </a:defRPr>
      </a:lvl2pPr>
      <a:lvl3pPr marL="1187323" algn="l" defTabSz="1187323" rtl="0" eaLnBrk="1" latinLnBrk="0" hangingPunct="1">
        <a:defRPr sz="2337" kern="1200">
          <a:solidFill>
            <a:schemeClr val="tx1"/>
          </a:solidFill>
          <a:latin typeface="Arial"/>
          <a:ea typeface="+mn-ea"/>
          <a:cs typeface="+mn-cs"/>
        </a:defRPr>
      </a:lvl3pPr>
      <a:lvl4pPr marL="1780986" algn="l" defTabSz="1187323" rtl="0" eaLnBrk="1" latinLnBrk="0" hangingPunct="1">
        <a:defRPr sz="2337" kern="1200">
          <a:solidFill>
            <a:schemeClr val="tx1"/>
          </a:solidFill>
          <a:latin typeface="Arial"/>
          <a:ea typeface="+mn-ea"/>
          <a:cs typeface="+mn-cs"/>
        </a:defRPr>
      </a:lvl4pPr>
      <a:lvl5pPr marL="2374648" algn="l" defTabSz="1187323" rtl="0" eaLnBrk="1" latinLnBrk="0" hangingPunct="1">
        <a:defRPr sz="2337" kern="1200">
          <a:solidFill>
            <a:schemeClr val="tx1"/>
          </a:solidFill>
          <a:latin typeface="Arial"/>
          <a:ea typeface="+mn-ea"/>
          <a:cs typeface="+mn-cs"/>
        </a:defRPr>
      </a:lvl5pPr>
      <a:lvl6pPr marL="2968309" algn="l" defTabSz="1187323" rtl="0" eaLnBrk="1" latinLnBrk="0" hangingPunct="1">
        <a:defRPr sz="2337" kern="1200">
          <a:solidFill>
            <a:schemeClr val="tx1"/>
          </a:solidFill>
          <a:latin typeface="Arial"/>
          <a:ea typeface="+mn-ea"/>
          <a:cs typeface="+mn-cs"/>
        </a:defRPr>
      </a:lvl6pPr>
      <a:lvl7pPr marL="3561971" algn="l" defTabSz="1187323" rtl="0" eaLnBrk="1" latinLnBrk="0" hangingPunct="1">
        <a:defRPr sz="2337" kern="1200">
          <a:solidFill>
            <a:schemeClr val="tx1"/>
          </a:solidFill>
          <a:latin typeface="Arial"/>
          <a:ea typeface="+mn-ea"/>
          <a:cs typeface="+mn-cs"/>
        </a:defRPr>
      </a:lvl7pPr>
      <a:lvl8pPr marL="4155634" algn="l" defTabSz="1187323" rtl="0" eaLnBrk="1" latinLnBrk="0" hangingPunct="1">
        <a:defRPr sz="2337" kern="1200">
          <a:solidFill>
            <a:schemeClr val="tx1"/>
          </a:solidFill>
          <a:latin typeface="Arial"/>
          <a:ea typeface="+mn-ea"/>
          <a:cs typeface="+mn-cs"/>
        </a:defRPr>
      </a:lvl8pPr>
      <a:lvl9pPr marL="4749295" algn="l" defTabSz="1187323" rtl="0" eaLnBrk="1" latinLnBrk="0" hangingPunct="1">
        <a:defRPr sz="2337" kern="1200">
          <a:solidFill>
            <a:schemeClr val="tx1"/>
          </a:solidFill>
          <a:latin typeface="Arial"/>
          <a:ea typeface="+mn-ea"/>
          <a:cs typeface="+mn-cs"/>
        </a:defRPr>
      </a:lvl9pPr>
    </p:otherStyle>
  </p:txStyles>
  <p:extLst>
    <p:ext uri="{27BBF7A9-308A-43DC-89C8-2F10F3537804}">
      <p15:sldGuideLst xmlns="" xmlns:p15="http://schemas.microsoft.com/office/powerpoint/2012/main">
        <p15:guide id="1" orient="horz" pos="2161">
          <p15:clr>
            <a:srgbClr val="F26B43"/>
          </p15:clr>
        </p15:guide>
        <p15:guide id="2" pos="3842">
          <p15:clr>
            <a:srgbClr val="F26B43"/>
          </p15:clr>
        </p15:guide>
        <p15:guide id="3" pos="458">
          <p15:clr>
            <a:srgbClr val="F26B43"/>
          </p15:clr>
        </p15:guide>
        <p15:guide id="4" pos="7225">
          <p15:clr>
            <a:srgbClr val="F26B43"/>
          </p15:clr>
        </p15:guide>
        <p15:guide id="5" orient="horz" pos="4100">
          <p15:clr>
            <a:srgbClr val="F26B43"/>
          </p15:clr>
        </p15:guide>
      </p15:sldGuideLst>
    </p:ext>
  </p:extLst>
</p:sldMaster>
</file>

<file path=ppt/slideMasters/slideMaster11.xml><?xml version="1.0" encoding="utf-8"?>
<p:sldMaster xmlns:a="http://schemas.openxmlformats.org/drawingml/2006/main" xmlns:r="http://schemas.openxmlformats.org/officeDocument/2006/relationships" xmlns:p="http://schemas.openxmlformats.org/presentationml/2006/main" preserve="1">
  <p:cSld>
    <p:bg>
      <p:bgPr>
        <a:solidFill>
          <a:srgbClr val="FFFFFF"/>
        </a:solidFill>
        <a:effectLst/>
      </p:bgPr>
    </p:bg>
    <p:spTree>
      <p:nvGrpSpPr>
        <p:cNvPr id="1" name=""/>
        <p:cNvGrpSpPr/>
        <p:nvPr/>
      </p:nvGrpSpPr>
      <p:grpSpPr>
        <a:xfrm>
          <a:off x="0" y="0"/>
          <a:ext cx="0" cy="0"/>
          <a:chOff x="0" y="0"/>
          <a:chExt cx="0" cy="0"/>
        </a:xfrm>
      </p:grpSpPr>
      <p:sp>
        <p:nvSpPr>
          <p:cNvPr id="3" name="TextBox 2">
            <a:extLst>
              <a:ext uri="{FF2B5EF4-FFF2-40B4-BE49-F238E27FC236}">
                <a16:creationId xmlns="" xmlns:a16="http://schemas.microsoft.com/office/drawing/2014/main" id="{6785A3D6-1271-D247-9E96-1B376F4BE7BE}"/>
              </a:ext>
            </a:extLst>
          </p:cNvPr>
          <p:cNvSpPr txBox="1"/>
          <p:nvPr userDrawn="1"/>
        </p:nvSpPr>
        <p:spPr>
          <a:xfrm>
            <a:off x="1095468" y="6356939"/>
            <a:ext cx="1463467" cy="242864"/>
          </a:xfrm>
          <a:prstGeom prst="rect">
            <a:avLst/>
          </a:prstGeom>
          <a:noFill/>
        </p:spPr>
        <p:txBody>
          <a:bodyPr wrap="square" rtlCol="0">
            <a:spAutoFit/>
          </a:bodyPr>
          <a:lstStyle/>
          <a:p>
            <a:pPr defTabSz="914112"/>
            <a:r>
              <a:rPr lang="en-US" sz="974" dirty="0">
                <a:solidFill>
                  <a:srgbClr val="1D1D1B"/>
                </a:solidFill>
                <a:latin typeface="Arial" pitchFamily="34" charset="0"/>
                <a:cs typeface="Arial" panose="020B0604020202020204" pitchFamily="34" charset="0"/>
              </a:rPr>
              <a:t>Huawei Confidential</a:t>
            </a:r>
          </a:p>
        </p:txBody>
      </p:sp>
      <p:sp>
        <p:nvSpPr>
          <p:cNvPr id="4" name="TextBox 3">
            <a:extLst>
              <a:ext uri="{FF2B5EF4-FFF2-40B4-BE49-F238E27FC236}">
                <a16:creationId xmlns="" xmlns:a16="http://schemas.microsoft.com/office/drawing/2014/main" id="{EABEE2EE-BF4D-7A4A-B3C6-9E47668CCD98}"/>
              </a:ext>
            </a:extLst>
          </p:cNvPr>
          <p:cNvSpPr txBox="1"/>
          <p:nvPr userDrawn="1"/>
        </p:nvSpPr>
        <p:spPr>
          <a:xfrm>
            <a:off x="734132" y="6402806"/>
            <a:ext cx="499729" cy="150296"/>
          </a:xfrm>
          <a:prstGeom prst="rect">
            <a:avLst/>
          </a:prstGeom>
          <a:noFill/>
        </p:spPr>
        <p:txBody>
          <a:bodyPr wrap="square" lIns="0" tIns="0" rIns="0" bIns="0" rtlCol="0">
            <a:spAutoFit/>
          </a:bodyPr>
          <a:lstStyle/>
          <a:p>
            <a:pPr defTabSz="890493">
              <a:defRPr/>
            </a:pPr>
            <a:fld id="{C3837181-38C6-AD4F-B8BA-B444770388BB}" type="slidenum">
              <a:rPr lang="en-US" sz="974">
                <a:solidFill>
                  <a:srgbClr val="1D1D1B"/>
                </a:solidFill>
                <a:latin typeface="Arial" pitchFamily="34" charset="0"/>
                <a:cs typeface="Arial" panose="020B0604020202020204" pitchFamily="34" charset="0"/>
              </a:rPr>
              <a:pPr defTabSz="890493">
                <a:defRPr/>
              </a:pPr>
              <a:t>‹Nº›</a:t>
            </a:fld>
            <a:endParaRPr lang="en-US" sz="974" dirty="0">
              <a:solidFill>
                <a:srgbClr val="1D1D1B"/>
              </a:solidFill>
              <a:latin typeface="Arial" pitchFamily="34" charset="0"/>
              <a:cs typeface="Arial" panose="020B0604020202020204" pitchFamily="34" charset="0"/>
            </a:endParaRPr>
          </a:p>
        </p:txBody>
      </p:sp>
      <p:pic>
        <p:nvPicPr>
          <p:cNvPr id="41" name="图片 40"/>
          <p:cNvPicPr>
            <a:picLocks noChangeAspect="1"/>
          </p:cNvPicPr>
          <p:nvPr userDrawn="1"/>
        </p:nvPicPr>
        <p:blipFill>
          <a:blip r:embed="rId8" cstate="print">
            <a:extLst>
              <a:ext uri="{28A0092B-C50C-407E-A947-70E740481C1C}">
                <a14:useLocalDpi xmlns:a14="http://schemas.microsoft.com/office/drawing/2010/main" val="0"/>
              </a:ext>
            </a:extLst>
          </a:blip>
          <a:stretch>
            <a:fillRect/>
          </a:stretch>
        </p:blipFill>
        <p:spPr>
          <a:xfrm>
            <a:off x="10196000" y="6319872"/>
            <a:ext cx="1269075" cy="271153"/>
          </a:xfrm>
          <a:prstGeom prst="rect">
            <a:avLst/>
          </a:prstGeom>
        </p:spPr>
      </p:pic>
      <p:grpSp>
        <p:nvGrpSpPr>
          <p:cNvPr id="25" name="组合 24"/>
          <p:cNvGrpSpPr/>
          <p:nvPr userDrawn="1"/>
        </p:nvGrpSpPr>
        <p:grpSpPr>
          <a:xfrm>
            <a:off x="12216278" y="2931937"/>
            <a:ext cx="1982916" cy="3934682"/>
            <a:chOff x="12216278" y="2262477"/>
            <a:chExt cx="1982916" cy="4604143"/>
          </a:xfrm>
        </p:grpSpPr>
        <p:grpSp>
          <p:nvGrpSpPr>
            <p:cNvPr id="26" name="组合 25"/>
            <p:cNvGrpSpPr/>
            <p:nvPr userDrawn="1"/>
          </p:nvGrpSpPr>
          <p:grpSpPr>
            <a:xfrm>
              <a:off x="12315635" y="2262477"/>
              <a:ext cx="1883559" cy="692624"/>
              <a:chOff x="12315635" y="2207613"/>
              <a:chExt cx="1883559" cy="692624"/>
            </a:xfrm>
          </p:grpSpPr>
          <p:sp>
            <p:nvSpPr>
              <p:cNvPr id="44" name="矩形 5">
                <a:extLst>
                  <a:ext uri="{FF2B5EF4-FFF2-40B4-BE49-F238E27FC236}">
                    <a16:creationId xmlns="" xmlns:a16="http://schemas.microsoft.com/office/drawing/2014/main" id="{3B0B5EC2-EA55-CC45-A9D0-D5EA5D768C99}"/>
                  </a:ext>
                </a:extLst>
              </p:cNvPr>
              <p:cNvSpPr/>
              <p:nvPr userDrawn="1"/>
            </p:nvSpPr>
            <p:spPr>
              <a:xfrm>
                <a:off x="12315635" y="2401808"/>
                <a:ext cx="911019" cy="498429"/>
              </a:xfrm>
              <a:prstGeom prst="rect">
                <a:avLst/>
              </a:prstGeom>
              <a:solidFill>
                <a:srgbClr val="C8102E"/>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4112"/>
                <a:r>
                  <a:rPr kumimoji="1" lang="en-US" altLang="zh-CN" sz="700" b="1" dirty="0">
                    <a:solidFill>
                      <a:srgbClr val="FFFFFF"/>
                    </a:solidFill>
                    <a:latin typeface="Arial" charset="0"/>
                    <a:ea typeface="Arial" charset="0"/>
                    <a:cs typeface="Arial" charset="0"/>
                  </a:rPr>
                  <a:t>P</a:t>
                </a:r>
                <a:r>
                  <a:rPr kumimoji="1" lang="en-US" altLang="zh-Hant" sz="700" b="1" dirty="0">
                    <a:solidFill>
                      <a:srgbClr val="FFFFFF"/>
                    </a:solidFill>
                    <a:latin typeface="Arial" charset="0"/>
                    <a:ea typeface="Arial" charset="0"/>
                    <a:cs typeface="Arial" charset="0"/>
                  </a:rPr>
                  <a:t>ANTONE</a:t>
                </a:r>
                <a:r>
                  <a:rPr kumimoji="1" lang="en-US" altLang="zh-CN" sz="700" b="1" dirty="0">
                    <a:solidFill>
                      <a:srgbClr val="FFFFFF"/>
                    </a:solidFill>
                    <a:latin typeface="Arial" charset="0"/>
                    <a:ea typeface="Arial" charset="0"/>
                    <a:cs typeface="Arial" charset="0"/>
                  </a:rPr>
                  <a:t> 186C</a:t>
                </a:r>
              </a:p>
              <a:p>
                <a:pPr algn="ctr" defTabSz="914112"/>
                <a:r>
                  <a:rPr kumimoji="1" lang="en-US" altLang="zh-CN" sz="700" b="1" dirty="0">
                    <a:solidFill>
                      <a:srgbClr val="FFFFFF"/>
                    </a:solidFill>
                    <a:latin typeface="Arial" charset="0"/>
                    <a:ea typeface="Arial" charset="0"/>
                    <a:cs typeface="Arial" charset="0"/>
                  </a:rPr>
                  <a:t>RGB 200/16/46</a:t>
                </a:r>
              </a:p>
            </p:txBody>
          </p:sp>
          <p:sp>
            <p:nvSpPr>
              <p:cNvPr id="45" name="矩形 9">
                <a:extLst>
                  <a:ext uri="{FF2B5EF4-FFF2-40B4-BE49-F238E27FC236}">
                    <a16:creationId xmlns="" xmlns:a16="http://schemas.microsoft.com/office/drawing/2014/main" id="{992224C5-04A6-C041-B257-13137945DBB8}"/>
                  </a:ext>
                </a:extLst>
              </p:cNvPr>
              <p:cNvSpPr/>
              <p:nvPr userDrawn="1"/>
            </p:nvSpPr>
            <p:spPr>
              <a:xfrm>
                <a:off x="13288175" y="2401808"/>
                <a:ext cx="911019" cy="498429"/>
              </a:xfrm>
              <a:prstGeom prst="rect">
                <a:avLst/>
              </a:prstGeom>
              <a:solidFill>
                <a:srgbClr val="C7000B"/>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4112"/>
                <a:r>
                  <a:rPr kumimoji="1" lang="en-US" altLang="zh-CN" sz="700" b="1" dirty="0">
                    <a:solidFill>
                      <a:srgbClr val="FFFFFF"/>
                    </a:solidFill>
                    <a:latin typeface="Arial" charset="0"/>
                    <a:ea typeface="Arial" charset="0"/>
                    <a:cs typeface="Arial" charset="0"/>
                  </a:rPr>
                  <a:t>P</a:t>
                </a:r>
                <a:r>
                  <a:rPr kumimoji="1" lang="en-US" altLang="zh-Hant" sz="700" b="1" dirty="0">
                    <a:solidFill>
                      <a:srgbClr val="FFFFFF"/>
                    </a:solidFill>
                    <a:latin typeface="Arial" charset="0"/>
                    <a:ea typeface="Arial" charset="0"/>
                    <a:cs typeface="Arial" charset="0"/>
                  </a:rPr>
                  <a:t>ANTONE</a:t>
                </a:r>
                <a:r>
                  <a:rPr kumimoji="1" lang="en-US" altLang="zh-CN" sz="700" b="1" dirty="0">
                    <a:solidFill>
                      <a:srgbClr val="FFFFFF"/>
                    </a:solidFill>
                    <a:latin typeface="Arial" charset="0"/>
                    <a:ea typeface="Arial" charset="0"/>
                    <a:cs typeface="Arial" charset="0"/>
                  </a:rPr>
                  <a:t> 185C</a:t>
                </a:r>
              </a:p>
              <a:p>
                <a:pPr algn="ctr" defTabSz="914112"/>
                <a:r>
                  <a:rPr kumimoji="1" lang="en-US" altLang="zh-CN" sz="700" b="1" dirty="0">
                    <a:solidFill>
                      <a:srgbClr val="FFFFFF"/>
                    </a:solidFill>
                    <a:latin typeface="Arial" charset="0"/>
                    <a:ea typeface="Arial" charset="0"/>
                    <a:cs typeface="Arial" charset="0"/>
                  </a:rPr>
                  <a:t>RGB 199/0/11</a:t>
                </a:r>
              </a:p>
            </p:txBody>
          </p:sp>
          <p:sp>
            <p:nvSpPr>
              <p:cNvPr id="46" name="文本框 31">
                <a:extLst>
                  <a:ext uri="{FF2B5EF4-FFF2-40B4-BE49-F238E27FC236}">
                    <a16:creationId xmlns="" xmlns:a16="http://schemas.microsoft.com/office/drawing/2014/main" id="{58918196-0639-EE4B-AFC2-315BE04587B9}"/>
                  </a:ext>
                </a:extLst>
              </p:cNvPr>
              <p:cNvSpPr txBox="1"/>
              <p:nvPr userDrawn="1"/>
            </p:nvSpPr>
            <p:spPr>
              <a:xfrm>
                <a:off x="12326898" y="2207613"/>
                <a:ext cx="384721" cy="180071"/>
              </a:xfrm>
              <a:prstGeom prst="rect">
                <a:avLst/>
              </a:prstGeom>
              <a:noFill/>
            </p:spPr>
            <p:txBody>
              <a:bodyPr wrap="none" lIns="0" tIns="0" rIns="0" bIns="0" rtlCol="0">
                <a:spAutoFit/>
              </a:bodyPr>
              <a:lstStyle/>
              <a:p>
                <a:pPr algn="ctr" defTabSz="914112"/>
                <a:r>
                  <a:rPr kumimoji="1" lang="zh-CN" altLang="en-US" sz="1000" dirty="0">
                    <a:solidFill>
                      <a:srgbClr val="1D1D1A"/>
                    </a:solidFill>
                    <a:latin typeface="Arial" pitchFamily="34" charset="-122"/>
                    <a:ea typeface="Microsoft YaHei" panose="020B0503020204020204" pitchFamily="34" charset="-122"/>
                  </a:rPr>
                  <a:t>品牌色</a:t>
                </a:r>
              </a:p>
            </p:txBody>
          </p:sp>
        </p:grpSp>
        <p:grpSp>
          <p:nvGrpSpPr>
            <p:cNvPr id="27" name="组合 26"/>
            <p:cNvGrpSpPr/>
            <p:nvPr userDrawn="1"/>
          </p:nvGrpSpPr>
          <p:grpSpPr>
            <a:xfrm>
              <a:off x="12216278" y="3054642"/>
              <a:ext cx="1982912" cy="3811978"/>
              <a:chOff x="12216278" y="3054642"/>
              <a:chExt cx="1982912" cy="3811978"/>
            </a:xfrm>
          </p:grpSpPr>
          <p:sp>
            <p:nvSpPr>
              <p:cNvPr id="28" name="矩形 12">
                <a:extLst>
                  <a:ext uri="{FF2B5EF4-FFF2-40B4-BE49-F238E27FC236}">
                    <a16:creationId xmlns="" xmlns:a16="http://schemas.microsoft.com/office/drawing/2014/main" id="{DCA8B73C-0B87-284F-805F-752EBF20B768}"/>
                  </a:ext>
                </a:extLst>
              </p:cNvPr>
              <p:cNvSpPr/>
              <p:nvPr userDrawn="1"/>
            </p:nvSpPr>
            <p:spPr>
              <a:xfrm>
                <a:off x="12315640" y="3785971"/>
                <a:ext cx="885201" cy="462672"/>
              </a:xfrm>
              <a:prstGeom prst="rect">
                <a:avLst/>
              </a:prstGeom>
              <a:solidFill>
                <a:srgbClr val="EA5A4F"/>
              </a:solidFill>
              <a:ln>
                <a:solidFill>
                  <a:srgbClr val="EA5A4F"/>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4112"/>
                <a:r>
                  <a:rPr kumimoji="1" lang="mr-IN" altLang="zh-CN" sz="700" b="1" dirty="0">
                    <a:solidFill>
                      <a:srgbClr val="FFFFFF"/>
                    </a:solidFill>
                    <a:latin typeface="Arial" charset="0"/>
                    <a:ea typeface="Arial" charset="0"/>
                    <a:cs typeface="Arial" charset="0"/>
                  </a:rPr>
                  <a:t>RGB</a:t>
                </a:r>
                <a:r>
                  <a:rPr kumimoji="1" lang="en-US" altLang="zh-CN" sz="700" b="1" dirty="0">
                    <a:solidFill>
                      <a:srgbClr val="FFFFFF"/>
                    </a:solidFill>
                    <a:latin typeface="Arial" charset="0"/>
                    <a:ea typeface="Arial" charset="0"/>
                    <a:cs typeface="Arial" charset="0"/>
                  </a:rPr>
                  <a:t> 234</a:t>
                </a:r>
                <a:r>
                  <a:rPr kumimoji="1" lang="mr-IN" altLang="zh-CN" sz="700" b="1" dirty="0">
                    <a:solidFill>
                      <a:srgbClr val="FFFFFF"/>
                    </a:solidFill>
                    <a:latin typeface="Arial" charset="0"/>
                    <a:ea typeface="Arial" charset="0"/>
                    <a:cs typeface="Arial" charset="0"/>
                  </a:rPr>
                  <a:t>/</a:t>
                </a:r>
                <a:r>
                  <a:rPr kumimoji="1" lang="en-US" altLang="zh-CN" sz="700" b="1" dirty="0">
                    <a:solidFill>
                      <a:srgbClr val="FFFFFF"/>
                    </a:solidFill>
                    <a:latin typeface="Arial" charset="0"/>
                    <a:ea typeface="Arial" charset="0"/>
                    <a:cs typeface="Arial" charset="0"/>
                  </a:rPr>
                  <a:t>90/79</a:t>
                </a:r>
                <a:endParaRPr kumimoji="1" lang="mr-IN" altLang="zh-CN" sz="700" b="1" dirty="0">
                  <a:solidFill>
                    <a:srgbClr val="FFFFFF"/>
                  </a:solidFill>
                  <a:latin typeface="Arial" charset="0"/>
                  <a:ea typeface="Arial" charset="0"/>
                  <a:cs typeface="Arial" charset="0"/>
                </a:endParaRPr>
              </a:p>
            </p:txBody>
          </p:sp>
          <p:sp>
            <p:nvSpPr>
              <p:cNvPr id="29" name="矩形 13">
                <a:extLst>
                  <a:ext uri="{FF2B5EF4-FFF2-40B4-BE49-F238E27FC236}">
                    <a16:creationId xmlns="" xmlns:a16="http://schemas.microsoft.com/office/drawing/2014/main" id="{138A39A8-BB4E-CD4E-9201-F1785C874F92}"/>
                  </a:ext>
                </a:extLst>
              </p:cNvPr>
              <p:cNvSpPr/>
              <p:nvPr userDrawn="1"/>
            </p:nvSpPr>
            <p:spPr>
              <a:xfrm>
                <a:off x="12315640" y="3259312"/>
                <a:ext cx="885201" cy="462672"/>
              </a:xfrm>
              <a:prstGeom prst="rect">
                <a:avLst/>
              </a:prstGeom>
              <a:solidFill>
                <a:srgbClr val="78000F"/>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4112"/>
                <a:r>
                  <a:rPr kumimoji="1" lang="mr-IN" altLang="zh-CN" sz="700" b="1" dirty="0">
                    <a:solidFill>
                      <a:srgbClr val="FFFFFF"/>
                    </a:solidFill>
                    <a:latin typeface="Arial" charset="0"/>
                    <a:ea typeface="Arial" charset="0"/>
                    <a:cs typeface="Arial" charset="0"/>
                  </a:rPr>
                  <a:t>RGB</a:t>
                </a:r>
                <a:r>
                  <a:rPr kumimoji="1" lang="en-US" altLang="zh-CN" sz="700" b="1" dirty="0">
                    <a:solidFill>
                      <a:srgbClr val="FFFFFF"/>
                    </a:solidFill>
                    <a:latin typeface="Arial" charset="0"/>
                    <a:ea typeface="Arial" charset="0"/>
                    <a:cs typeface="Arial" charset="0"/>
                  </a:rPr>
                  <a:t> 120</a:t>
                </a:r>
                <a:r>
                  <a:rPr kumimoji="1" lang="mr-IN" altLang="zh-CN" sz="700" b="1" dirty="0">
                    <a:solidFill>
                      <a:srgbClr val="FFFFFF"/>
                    </a:solidFill>
                    <a:latin typeface="Arial" charset="0"/>
                    <a:ea typeface="Arial" charset="0"/>
                    <a:cs typeface="Arial" charset="0"/>
                  </a:rPr>
                  <a:t>/</a:t>
                </a:r>
                <a:r>
                  <a:rPr kumimoji="1" lang="en-US" altLang="zh-CN" sz="700" b="1" dirty="0">
                    <a:solidFill>
                      <a:srgbClr val="FFFFFF"/>
                    </a:solidFill>
                    <a:latin typeface="Arial" charset="0"/>
                    <a:ea typeface="Arial" charset="0"/>
                    <a:cs typeface="Arial" charset="0"/>
                  </a:rPr>
                  <a:t>0/15</a:t>
                </a:r>
                <a:endParaRPr kumimoji="1" lang="mr-IN" altLang="zh-CN" sz="700" b="1" dirty="0">
                  <a:solidFill>
                    <a:srgbClr val="FFFFFF"/>
                  </a:solidFill>
                  <a:latin typeface="Arial" charset="0"/>
                  <a:ea typeface="Arial" charset="0"/>
                  <a:cs typeface="Arial" charset="0"/>
                </a:endParaRPr>
              </a:p>
            </p:txBody>
          </p:sp>
          <p:sp>
            <p:nvSpPr>
              <p:cNvPr id="30" name="文本框 15">
                <a:extLst>
                  <a:ext uri="{FF2B5EF4-FFF2-40B4-BE49-F238E27FC236}">
                    <a16:creationId xmlns="" xmlns:a16="http://schemas.microsoft.com/office/drawing/2014/main" id="{8F53C07A-1022-C740-8F8D-97538E174D38}"/>
                  </a:ext>
                </a:extLst>
              </p:cNvPr>
              <p:cNvSpPr txBox="1"/>
              <p:nvPr userDrawn="1"/>
            </p:nvSpPr>
            <p:spPr>
              <a:xfrm>
                <a:off x="12216278" y="3054642"/>
                <a:ext cx="569387" cy="180071"/>
              </a:xfrm>
              <a:prstGeom prst="rect">
                <a:avLst/>
              </a:prstGeom>
              <a:noFill/>
            </p:spPr>
            <p:txBody>
              <a:bodyPr wrap="square" lIns="0" tIns="0" rIns="0" bIns="0" rtlCol="0" anchor="b" anchorCtr="0">
                <a:spAutoFit/>
              </a:bodyPr>
              <a:lstStyle/>
              <a:p>
                <a:pPr algn="ctr" defTabSz="914112"/>
                <a:r>
                  <a:rPr kumimoji="1" lang="zh-CN" altLang="en-US" sz="1000" dirty="0">
                    <a:solidFill>
                      <a:srgbClr val="1D1D1A"/>
                    </a:solidFill>
                    <a:latin typeface="Arial" pitchFamily="34" charset="-122"/>
                    <a:ea typeface="Microsoft YaHei" panose="020B0503020204020204" pitchFamily="34" charset="-122"/>
                  </a:rPr>
                  <a:t>辅助色</a:t>
                </a:r>
              </a:p>
            </p:txBody>
          </p:sp>
          <p:sp>
            <p:nvSpPr>
              <p:cNvPr id="31" name="矩形 16">
                <a:extLst>
                  <a:ext uri="{FF2B5EF4-FFF2-40B4-BE49-F238E27FC236}">
                    <a16:creationId xmlns="" xmlns:a16="http://schemas.microsoft.com/office/drawing/2014/main" id="{306A7598-C00D-994F-82DA-B39F3C2E0AAD}"/>
                  </a:ext>
                </a:extLst>
              </p:cNvPr>
              <p:cNvSpPr/>
              <p:nvPr userDrawn="1"/>
            </p:nvSpPr>
            <p:spPr>
              <a:xfrm>
                <a:off x="12315640" y="4836793"/>
                <a:ext cx="885201" cy="462672"/>
              </a:xfrm>
              <a:prstGeom prst="rect">
                <a:avLst/>
              </a:prstGeom>
              <a:solidFill>
                <a:srgbClr val="F8B53C"/>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4112"/>
                <a:r>
                  <a:rPr kumimoji="1" lang="mr-IN" altLang="zh-CN" sz="700" b="1" dirty="0">
                    <a:solidFill>
                      <a:srgbClr val="FFFFFF"/>
                    </a:solidFill>
                    <a:latin typeface="Arial" charset="0"/>
                    <a:ea typeface="Arial" charset="0"/>
                    <a:cs typeface="Arial" charset="0"/>
                  </a:rPr>
                  <a:t>RGB</a:t>
                </a:r>
                <a:r>
                  <a:rPr kumimoji="1" lang="en-US" altLang="zh-CN" sz="700" b="1" dirty="0">
                    <a:solidFill>
                      <a:srgbClr val="FFFFFF"/>
                    </a:solidFill>
                    <a:latin typeface="Arial" charset="0"/>
                    <a:ea typeface="Arial" charset="0"/>
                    <a:cs typeface="Arial" charset="0"/>
                  </a:rPr>
                  <a:t> 248</a:t>
                </a:r>
                <a:r>
                  <a:rPr kumimoji="1" lang="mr-IN" altLang="zh-CN" sz="700" b="1" dirty="0">
                    <a:solidFill>
                      <a:srgbClr val="FFFFFF"/>
                    </a:solidFill>
                    <a:latin typeface="Arial" charset="0"/>
                    <a:ea typeface="Arial" charset="0"/>
                    <a:cs typeface="Arial" charset="0"/>
                  </a:rPr>
                  <a:t>/</a:t>
                </a:r>
                <a:r>
                  <a:rPr kumimoji="1" lang="en-US" altLang="zh-CN" sz="700" b="1" dirty="0">
                    <a:solidFill>
                      <a:srgbClr val="FFFFFF"/>
                    </a:solidFill>
                    <a:latin typeface="Arial" charset="0"/>
                    <a:ea typeface="Arial" charset="0"/>
                    <a:cs typeface="Arial" charset="0"/>
                  </a:rPr>
                  <a:t>181/60</a:t>
                </a:r>
                <a:endParaRPr kumimoji="1" lang="mr-IN" altLang="zh-CN" sz="700" b="1" dirty="0">
                  <a:solidFill>
                    <a:srgbClr val="FFFFFF"/>
                  </a:solidFill>
                  <a:latin typeface="Arial" charset="0"/>
                  <a:ea typeface="Arial" charset="0"/>
                  <a:cs typeface="Arial" charset="0"/>
                </a:endParaRPr>
              </a:p>
            </p:txBody>
          </p:sp>
          <p:sp>
            <p:nvSpPr>
              <p:cNvPr id="32" name="矩形 17">
                <a:extLst>
                  <a:ext uri="{FF2B5EF4-FFF2-40B4-BE49-F238E27FC236}">
                    <a16:creationId xmlns="" xmlns:a16="http://schemas.microsoft.com/office/drawing/2014/main" id="{C1423292-FF2F-A74C-943E-1C3C47534098}"/>
                  </a:ext>
                </a:extLst>
              </p:cNvPr>
              <p:cNvSpPr/>
              <p:nvPr userDrawn="1"/>
            </p:nvSpPr>
            <p:spPr>
              <a:xfrm>
                <a:off x="12315640" y="4319278"/>
                <a:ext cx="885201" cy="462672"/>
              </a:xfrm>
              <a:prstGeom prst="rect">
                <a:avLst/>
              </a:prstGeom>
              <a:solidFill>
                <a:srgbClr val="EB5C0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4112"/>
                <a:r>
                  <a:rPr kumimoji="1" lang="mr-IN" altLang="zh-CN" sz="700" b="1" dirty="0">
                    <a:solidFill>
                      <a:srgbClr val="FFFFFF"/>
                    </a:solidFill>
                    <a:latin typeface="Arial" charset="0"/>
                    <a:ea typeface="Arial" charset="0"/>
                    <a:cs typeface="Arial" charset="0"/>
                  </a:rPr>
                  <a:t>RGB</a:t>
                </a:r>
                <a:r>
                  <a:rPr kumimoji="1" lang="en-US" altLang="zh-CN" sz="700" b="1" dirty="0">
                    <a:solidFill>
                      <a:srgbClr val="FFFFFF"/>
                    </a:solidFill>
                    <a:latin typeface="Arial" charset="0"/>
                    <a:ea typeface="Arial" charset="0"/>
                    <a:cs typeface="Arial" charset="0"/>
                  </a:rPr>
                  <a:t> 235</a:t>
                </a:r>
                <a:r>
                  <a:rPr kumimoji="1" lang="mr-IN" altLang="zh-CN" sz="700" b="1" dirty="0">
                    <a:solidFill>
                      <a:srgbClr val="FFFFFF"/>
                    </a:solidFill>
                    <a:latin typeface="Arial" charset="0"/>
                    <a:ea typeface="Arial" charset="0"/>
                    <a:cs typeface="Arial" charset="0"/>
                  </a:rPr>
                  <a:t>/</a:t>
                </a:r>
                <a:r>
                  <a:rPr kumimoji="1" lang="en-US" altLang="zh-CN" sz="700" b="1" dirty="0">
                    <a:solidFill>
                      <a:srgbClr val="FFFFFF"/>
                    </a:solidFill>
                    <a:latin typeface="Arial" charset="0"/>
                    <a:ea typeface="Arial" charset="0"/>
                    <a:cs typeface="Arial" charset="0"/>
                  </a:rPr>
                  <a:t>92/1</a:t>
                </a:r>
                <a:endParaRPr kumimoji="1" lang="mr-IN" altLang="zh-CN" sz="700" b="1" dirty="0">
                  <a:solidFill>
                    <a:srgbClr val="FFFFFF"/>
                  </a:solidFill>
                  <a:latin typeface="Arial" charset="0"/>
                  <a:ea typeface="Arial" charset="0"/>
                  <a:cs typeface="Arial" charset="0"/>
                </a:endParaRPr>
              </a:p>
            </p:txBody>
          </p:sp>
          <p:sp>
            <p:nvSpPr>
              <p:cNvPr id="33" name="矩形 18">
                <a:extLst>
                  <a:ext uri="{FF2B5EF4-FFF2-40B4-BE49-F238E27FC236}">
                    <a16:creationId xmlns="" xmlns:a16="http://schemas.microsoft.com/office/drawing/2014/main" id="{2A29AF15-F5C4-A842-A63B-5DBA549CB92F}"/>
                  </a:ext>
                </a:extLst>
              </p:cNvPr>
              <p:cNvSpPr/>
              <p:nvPr userDrawn="1"/>
            </p:nvSpPr>
            <p:spPr>
              <a:xfrm>
                <a:off x="12315636" y="5880294"/>
                <a:ext cx="911019" cy="462672"/>
              </a:xfrm>
              <a:prstGeom prst="rect">
                <a:avLst/>
              </a:prstGeom>
              <a:solidFill>
                <a:srgbClr val="898989"/>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4112"/>
                <a:r>
                  <a:rPr kumimoji="1" lang="mr-IN" altLang="zh-CN" sz="700" b="1" dirty="0">
                    <a:solidFill>
                      <a:srgbClr val="FFFFFF"/>
                    </a:solidFill>
                    <a:latin typeface="Arial" charset="0"/>
                    <a:ea typeface="Arial" charset="0"/>
                    <a:cs typeface="Arial" charset="0"/>
                  </a:rPr>
                  <a:t>RGB</a:t>
                </a:r>
                <a:r>
                  <a:rPr kumimoji="1" lang="en-US" altLang="zh-CN" sz="700" b="1" dirty="0">
                    <a:solidFill>
                      <a:srgbClr val="FFFFFF"/>
                    </a:solidFill>
                    <a:latin typeface="Arial" charset="0"/>
                    <a:ea typeface="Arial" charset="0"/>
                    <a:cs typeface="Arial" charset="0"/>
                  </a:rPr>
                  <a:t> 137/137/137</a:t>
                </a:r>
                <a:endParaRPr kumimoji="1" lang="mr-IN" altLang="zh-CN" sz="700" b="1" dirty="0">
                  <a:solidFill>
                    <a:srgbClr val="FFFFFF"/>
                  </a:solidFill>
                  <a:latin typeface="Arial" charset="0"/>
                  <a:ea typeface="Arial" charset="0"/>
                  <a:cs typeface="Arial" charset="0"/>
                </a:endParaRPr>
              </a:p>
            </p:txBody>
          </p:sp>
          <p:sp>
            <p:nvSpPr>
              <p:cNvPr id="34" name="矩形 19">
                <a:extLst>
                  <a:ext uri="{FF2B5EF4-FFF2-40B4-BE49-F238E27FC236}">
                    <a16:creationId xmlns="" xmlns:a16="http://schemas.microsoft.com/office/drawing/2014/main" id="{E9EA970A-4D36-BC41-B8BE-40DF553320E7}"/>
                  </a:ext>
                </a:extLst>
              </p:cNvPr>
              <p:cNvSpPr/>
              <p:nvPr userDrawn="1"/>
            </p:nvSpPr>
            <p:spPr>
              <a:xfrm>
                <a:off x="12315636" y="5362779"/>
                <a:ext cx="911019" cy="462672"/>
              </a:xfrm>
              <a:prstGeom prst="rect">
                <a:avLst/>
              </a:prstGeom>
              <a:solidFill>
                <a:srgbClr val="231815"/>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4112"/>
                <a:r>
                  <a:rPr kumimoji="1" lang="mr-IN" altLang="zh-CN" sz="700" b="1" dirty="0">
                    <a:solidFill>
                      <a:srgbClr val="FFFFFF"/>
                    </a:solidFill>
                    <a:latin typeface="Arial" charset="0"/>
                    <a:ea typeface="Arial" charset="0"/>
                    <a:cs typeface="Arial" charset="0"/>
                  </a:rPr>
                  <a:t>RGB</a:t>
                </a:r>
                <a:r>
                  <a:rPr kumimoji="1" lang="en-US" altLang="zh-CN" sz="700" b="1" dirty="0">
                    <a:solidFill>
                      <a:srgbClr val="FFFFFF"/>
                    </a:solidFill>
                    <a:latin typeface="Arial" charset="0"/>
                    <a:ea typeface="Arial" charset="0"/>
                    <a:cs typeface="Arial" charset="0"/>
                  </a:rPr>
                  <a:t> 35/24/21</a:t>
                </a:r>
                <a:endParaRPr kumimoji="1" lang="mr-IN" altLang="zh-CN" sz="700" b="1" dirty="0">
                  <a:solidFill>
                    <a:srgbClr val="FFFFFF"/>
                  </a:solidFill>
                  <a:latin typeface="Arial" charset="0"/>
                  <a:ea typeface="Arial" charset="0"/>
                  <a:cs typeface="Arial" charset="0"/>
                </a:endParaRPr>
              </a:p>
            </p:txBody>
          </p:sp>
          <p:sp>
            <p:nvSpPr>
              <p:cNvPr id="35" name="矩形 22">
                <a:extLst>
                  <a:ext uri="{FF2B5EF4-FFF2-40B4-BE49-F238E27FC236}">
                    <a16:creationId xmlns="" xmlns:a16="http://schemas.microsoft.com/office/drawing/2014/main" id="{14EE21FB-1D92-0241-ABA5-5E9A6AEE0DC8}"/>
                  </a:ext>
                </a:extLst>
              </p:cNvPr>
              <p:cNvSpPr/>
              <p:nvPr userDrawn="1"/>
            </p:nvSpPr>
            <p:spPr>
              <a:xfrm>
                <a:off x="12315636" y="6403948"/>
                <a:ext cx="911019" cy="462672"/>
              </a:xfrm>
              <a:prstGeom prst="rect">
                <a:avLst/>
              </a:prstGeom>
              <a:solidFill>
                <a:srgbClr val="DDDDDD"/>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4112"/>
                <a:r>
                  <a:rPr kumimoji="1" lang="mr-IN" altLang="zh-CN" sz="700" b="1" dirty="0">
                    <a:solidFill>
                      <a:srgbClr val="666666"/>
                    </a:solidFill>
                    <a:latin typeface="Arial" charset="0"/>
                    <a:ea typeface="Arial" charset="0"/>
                    <a:cs typeface="Arial" charset="0"/>
                  </a:rPr>
                  <a:t>RGB</a:t>
                </a:r>
                <a:r>
                  <a:rPr kumimoji="1" lang="en-US" altLang="zh-CN" sz="700" b="1" dirty="0">
                    <a:solidFill>
                      <a:srgbClr val="666666"/>
                    </a:solidFill>
                    <a:latin typeface="Arial" charset="0"/>
                    <a:ea typeface="Arial" charset="0"/>
                    <a:cs typeface="Arial" charset="0"/>
                  </a:rPr>
                  <a:t> 221</a:t>
                </a:r>
                <a:r>
                  <a:rPr kumimoji="1" lang="mr-IN" altLang="zh-CN" sz="700" b="1" dirty="0">
                    <a:solidFill>
                      <a:srgbClr val="666666"/>
                    </a:solidFill>
                    <a:latin typeface="Arial" charset="0"/>
                    <a:ea typeface="Arial" charset="0"/>
                    <a:cs typeface="Arial" charset="0"/>
                  </a:rPr>
                  <a:t>/</a:t>
                </a:r>
                <a:r>
                  <a:rPr kumimoji="1" lang="en-US" altLang="zh-CN" sz="700" b="1" dirty="0">
                    <a:solidFill>
                      <a:srgbClr val="666666"/>
                    </a:solidFill>
                    <a:latin typeface="Arial" charset="0"/>
                    <a:ea typeface="Arial" charset="0"/>
                    <a:cs typeface="Arial" charset="0"/>
                  </a:rPr>
                  <a:t>221/221</a:t>
                </a:r>
                <a:endParaRPr kumimoji="1" lang="mr-IN" altLang="zh-CN" sz="700" b="1" dirty="0">
                  <a:solidFill>
                    <a:srgbClr val="666666"/>
                  </a:solidFill>
                  <a:latin typeface="Arial" charset="0"/>
                  <a:ea typeface="Arial" charset="0"/>
                  <a:cs typeface="Arial" charset="0"/>
                </a:endParaRPr>
              </a:p>
            </p:txBody>
          </p:sp>
          <p:sp>
            <p:nvSpPr>
              <p:cNvPr id="36" name="矩形 12">
                <a:extLst>
                  <a:ext uri="{FF2B5EF4-FFF2-40B4-BE49-F238E27FC236}">
                    <a16:creationId xmlns="" xmlns:a16="http://schemas.microsoft.com/office/drawing/2014/main" id="{883734A3-2645-434A-9DCC-1416B6C687CC}"/>
                  </a:ext>
                </a:extLst>
              </p:cNvPr>
              <p:cNvSpPr/>
              <p:nvPr userDrawn="1"/>
            </p:nvSpPr>
            <p:spPr>
              <a:xfrm>
                <a:off x="13288175" y="3785971"/>
                <a:ext cx="885201" cy="462672"/>
              </a:xfrm>
              <a:prstGeom prst="rect">
                <a:avLst/>
              </a:prstGeom>
              <a:solidFill>
                <a:srgbClr val="E98C8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4112"/>
                <a:r>
                  <a:rPr kumimoji="1" lang="mr-IN" altLang="zh-CN" sz="700" b="1" dirty="0">
                    <a:solidFill>
                      <a:srgbClr val="FFFFFF"/>
                    </a:solidFill>
                    <a:latin typeface="Arial" charset="0"/>
                    <a:ea typeface="Arial" charset="0"/>
                    <a:cs typeface="Arial" charset="0"/>
                  </a:rPr>
                  <a:t>RGB</a:t>
                </a:r>
                <a:r>
                  <a:rPr kumimoji="1" lang="en-US" altLang="zh-CN" sz="700" b="1" dirty="0">
                    <a:solidFill>
                      <a:srgbClr val="FFFFFF"/>
                    </a:solidFill>
                    <a:latin typeface="Arial" charset="0"/>
                    <a:ea typeface="Arial" charset="0"/>
                    <a:cs typeface="Arial" charset="0"/>
                  </a:rPr>
                  <a:t> 233</a:t>
                </a:r>
                <a:r>
                  <a:rPr kumimoji="1" lang="mr-IN" altLang="zh-CN" sz="700" b="1" dirty="0">
                    <a:solidFill>
                      <a:srgbClr val="FFFFFF"/>
                    </a:solidFill>
                    <a:latin typeface="Arial" charset="0"/>
                    <a:ea typeface="Arial" charset="0"/>
                    <a:cs typeface="Arial" charset="0"/>
                  </a:rPr>
                  <a:t>/</a:t>
                </a:r>
                <a:r>
                  <a:rPr kumimoji="1" lang="en-US" altLang="zh-CN" sz="700" b="1" dirty="0">
                    <a:solidFill>
                      <a:srgbClr val="FFFFFF"/>
                    </a:solidFill>
                    <a:latin typeface="Arial" charset="0"/>
                    <a:ea typeface="Arial" charset="0"/>
                    <a:cs typeface="Arial" charset="0"/>
                  </a:rPr>
                  <a:t>140/128</a:t>
                </a:r>
                <a:endParaRPr kumimoji="1" lang="mr-IN" altLang="zh-CN" sz="700" b="1" dirty="0">
                  <a:solidFill>
                    <a:srgbClr val="FFFFFF"/>
                  </a:solidFill>
                  <a:latin typeface="Arial" charset="0"/>
                  <a:ea typeface="Arial" charset="0"/>
                  <a:cs typeface="Arial" charset="0"/>
                </a:endParaRPr>
              </a:p>
            </p:txBody>
          </p:sp>
          <p:sp>
            <p:nvSpPr>
              <p:cNvPr id="37" name="矩形 13">
                <a:extLst>
                  <a:ext uri="{FF2B5EF4-FFF2-40B4-BE49-F238E27FC236}">
                    <a16:creationId xmlns="" xmlns:a16="http://schemas.microsoft.com/office/drawing/2014/main" id="{1FF13552-FB3D-134A-A80A-6CFB35DFE1A1}"/>
                  </a:ext>
                </a:extLst>
              </p:cNvPr>
              <p:cNvSpPr/>
              <p:nvPr userDrawn="1"/>
            </p:nvSpPr>
            <p:spPr>
              <a:xfrm>
                <a:off x="13288175" y="3259312"/>
                <a:ext cx="885201" cy="462672"/>
              </a:xfrm>
              <a:prstGeom prst="rect">
                <a:avLst/>
              </a:prstGeom>
              <a:solidFill>
                <a:srgbClr val="A72126"/>
              </a:solidFill>
              <a:ln>
                <a:solidFill>
                  <a:srgbClr val="9F000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4112"/>
                <a:r>
                  <a:rPr kumimoji="1" lang="mr-IN" altLang="zh-CN" sz="700" b="1" dirty="0">
                    <a:solidFill>
                      <a:srgbClr val="FFFFFF"/>
                    </a:solidFill>
                    <a:latin typeface="Arial" charset="0"/>
                    <a:ea typeface="Arial" charset="0"/>
                    <a:cs typeface="Arial" charset="0"/>
                  </a:rPr>
                  <a:t>RGB</a:t>
                </a:r>
                <a:r>
                  <a:rPr kumimoji="1" lang="en-US" altLang="zh-CN" sz="700" b="1" dirty="0">
                    <a:solidFill>
                      <a:srgbClr val="FFFFFF"/>
                    </a:solidFill>
                    <a:latin typeface="Arial" charset="0"/>
                    <a:ea typeface="Arial" charset="0"/>
                    <a:cs typeface="Arial" charset="0"/>
                  </a:rPr>
                  <a:t> 159</a:t>
                </a:r>
                <a:r>
                  <a:rPr kumimoji="1" lang="mr-IN" altLang="zh-CN" sz="700" b="1" dirty="0">
                    <a:solidFill>
                      <a:srgbClr val="FFFFFF"/>
                    </a:solidFill>
                    <a:latin typeface="Arial" charset="0"/>
                    <a:ea typeface="Arial" charset="0"/>
                    <a:cs typeface="Arial" charset="0"/>
                  </a:rPr>
                  <a:t>/</a:t>
                </a:r>
                <a:r>
                  <a:rPr kumimoji="1" lang="en-US" altLang="zh-CN" sz="700" b="1" dirty="0">
                    <a:solidFill>
                      <a:srgbClr val="FFFFFF"/>
                    </a:solidFill>
                    <a:latin typeface="Arial" charset="0"/>
                    <a:ea typeface="Arial" charset="0"/>
                    <a:cs typeface="Arial" charset="0"/>
                  </a:rPr>
                  <a:t>0/1</a:t>
                </a:r>
                <a:endParaRPr kumimoji="1" lang="mr-IN" altLang="zh-CN" sz="700" b="1" dirty="0">
                  <a:solidFill>
                    <a:srgbClr val="FFFFFF"/>
                  </a:solidFill>
                  <a:latin typeface="Arial" charset="0"/>
                  <a:ea typeface="Arial" charset="0"/>
                  <a:cs typeface="Arial" charset="0"/>
                </a:endParaRPr>
              </a:p>
            </p:txBody>
          </p:sp>
          <p:sp>
            <p:nvSpPr>
              <p:cNvPr id="38" name="矩形 16">
                <a:extLst>
                  <a:ext uri="{FF2B5EF4-FFF2-40B4-BE49-F238E27FC236}">
                    <a16:creationId xmlns="" xmlns:a16="http://schemas.microsoft.com/office/drawing/2014/main" id="{0A96471B-CB12-1443-B01F-C14C9112C149}"/>
                  </a:ext>
                </a:extLst>
              </p:cNvPr>
              <p:cNvSpPr/>
              <p:nvPr userDrawn="1"/>
            </p:nvSpPr>
            <p:spPr>
              <a:xfrm>
                <a:off x="13288175" y="4836793"/>
                <a:ext cx="885201" cy="462672"/>
              </a:xfrm>
              <a:prstGeom prst="rect">
                <a:avLst/>
              </a:prstGeom>
              <a:solidFill>
                <a:srgbClr val="F5DC57"/>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4112"/>
                <a:r>
                  <a:rPr kumimoji="1" lang="mr-IN" altLang="zh-CN" sz="700" b="1" dirty="0">
                    <a:solidFill>
                      <a:srgbClr val="666666"/>
                    </a:solidFill>
                    <a:latin typeface="Arial" charset="0"/>
                    <a:ea typeface="Arial" charset="0"/>
                    <a:cs typeface="Arial" charset="0"/>
                  </a:rPr>
                  <a:t>RGB</a:t>
                </a:r>
                <a:r>
                  <a:rPr kumimoji="1" lang="en-US" altLang="zh-CN" sz="700" b="1" dirty="0">
                    <a:solidFill>
                      <a:srgbClr val="666666"/>
                    </a:solidFill>
                    <a:latin typeface="Arial" charset="0"/>
                    <a:ea typeface="Arial" charset="0"/>
                    <a:cs typeface="Arial" charset="0"/>
                  </a:rPr>
                  <a:t> 245</a:t>
                </a:r>
                <a:r>
                  <a:rPr kumimoji="1" lang="mr-IN" altLang="zh-CN" sz="700" b="1" dirty="0">
                    <a:solidFill>
                      <a:srgbClr val="666666"/>
                    </a:solidFill>
                    <a:latin typeface="Arial" charset="0"/>
                    <a:ea typeface="Arial" charset="0"/>
                    <a:cs typeface="Arial" charset="0"/>
                  </a:rPr>
                  <a:t>/</a:t>
                </a:r>
                <a:r>
                  <a:rPr kumimoji="1" lang="en-US" altLang="zh-CN" sz="700" b="1" dirty="0">
                    <a:solidFill>
                      <a:srgbClr val="666666"/>
                    </a:solidFill>
                    <a:latin typeface="Arial" charset="0"/>
                    <a:ea typeface="Arial" charset="0"/>
                    <a:cs typeface="Arial" charset="0"/>
                  </a:rPr>
                  <a:t>220/87</a:t>
                </a:r>
                <a:endParaRPr kumimoji="1" lang="mr-IN" altLang="zh-CN" sz="700" b="1" dirty="0">
                  <a:solidFill>
                    <a:srgbClr val="666666"/>
                  </a:solidFill>
                  <a:latin typeface="Arial" charset="0"/>
                  <a:ea typeface="Arial" charset="0"/>
                  <a:cs typeface="Arial" charset="0"/>
                </a:endParaRPr>
              </a:p>
            </p:txBody>
          </p:sp>
          <p:sp>
            <p:nvSpPr>
              <p:cNvPr id="39" name="矩形 17">
                <a:extLst>
                  <a:ext uri="{FF2B5EF4-FFF2-40B4-BE49-F238E27FC236}">
                    <a16:creationId xmlns="" xmlns:a16="http://schemas.microsoft.com/office/drawing/2014/main" id="{61890D59-CF8B-1449-A836-3A304EC9A907}"/>
                  </a:ext>
                </a:extLst>
              </p:cNvPr>
              <p:cNvSpPr/>
              <p:nvPr userDrawn="1"/>
            </p:nvSpPr>
            <p:spPr>
              <a:xfrm>
                <a:off x="13288175" y="4319278"/>
                <a:ext cx="885201" cy="462672"/>
              </a:xfrm>
              <a:prstGeom prst="rect">
                <a:avLst/>
              </a:prstGeom>
              <a:solidFill>
                <a:srgbClr val="F085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4112"/>
                <a:r>
                  <a:rPr kumimoji="1" lang="mr-IN" altLang="zh-CN" sz="700" b="1" dirty="0">
                    <a:solidFill>
                      <a:srgbClr val="FFFFFF"/>
                    </a:solidFill>
                    <a:latin typeface="Arial" charset="0"/>
                    <a:ea typeface="Arial" charset="0"/>
                    <a:cs typeface="Arial" charset="0"/>
                  </a:rPr>
                  <a:t>RGB</a:t>
                </a:r>
                <a:r>
                  <a:rPr kumimoji="1" lang="en-US" altLang="zh-CN" sz="700" b="1" dirty="0">
                    <a:solidFill>
                      <a:srgbClr val="FFFFFF"/>
                    </a:solidFill>
                    <a:latin typeface="Arial" charset="0"/>
                    <a:ea typeface="Arial" charset="0"/>
                    <a:cs typeface="Arial" charset="0"/>
                  </a:rPr>
                  <a:t> 240</a:t>
                </a:r>
                <a:r>
                  <a:rPr kumimoji="1" lang="mr-IN" altLang="zh-CN" sz="700" b="1" dirty="0">
                    <a:solidFill>
                      <a:srgbClr val="FFFFFF"/>
                    </a:solidFill>
                    <a:latin typeface="Arial" charset="0"/>
                    <a:ea typeface="Arial" charset="0"/>
                    <a:cs typeface="Arial" charset="0"/>
                  </a:rPr>
                  <a:t>/</a:t>
                </a:r>
                <a:r>
                  <a:rPr kumimoji="1" lang="en-US" altLang="zh-CN" sz="700" b="1" dirty="0">
                    <a:solidFill>
                      <a:srgbClr val="FFFFFF"/>
                    </a:solidFill>
                    <a:latin typeface="Arial" charset="0"/>
                    <a:ea typeface="Arial" charset="0"/>
                    <a:cs typeface="Arial" charset="0"/>
                  </a:rPr>
                  <a:t>133/0</a:t>
                </a:r>
                <a:endParaRPr kumimoji="1" lang="mr-IN" altLang="zh-CN" sz="700" b="1" dirty="0">
                  <a:solidFill>
                    <a:srgbClr val="FFFFFF"/>
                  </a:solidFill>
                  <a:latin typeface="Arial" charset="0"/>
                  <a:ea typeface="Arial" charset="0"/>
                  <a:cs typeface="Arial" charset="0"/>
                </a:endParaRPr>
              </a:p>
            </p:txBody>
          </p:sp>
          <p:sp>
            <p:nvSpPr>
              <p:cNvPr id="40" name="矩形 18">
                <a:extLst>
                  <a:ext uri="{FF2B5EF4-FFF2-40B4-BE49-F238E27FC236}">
                    <a16:creationId xmlns="" xmlns:a16="http://schemas.microsoft.com/office/drawing/2014/main" id="{0466A1E1-E7C7-FD49-9880-9E44BED19FF5}"/>
                  </a:ext>
                </a:extLst>
              </p:cNvPr>
              <p:cNvSpPr/>
              <p:nvPr userDrawn="1"/>
            </p:nvSpPr>
            <p:spPr>
              <a:xfrm>
                <a:off x="13288171" y="5880294"/>
                <a:ext cx="911019" cy="462672"/>
              </a:xfrm>
              <a:prstGeom prst="rect">
                <a:avLst/>
              </a:prstGeom>
              <a:solidFill>
                <a:srgbClr val="B5B5B5"/>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4112"/>
                <a:r>
                  <a:rPr kumimoji="1" lang="mr-IN" altLang="zh-CN" sz="700" b="1" dirty="0">
                    <a:solidFill>
                      <a:srgbClr val="FFFFFF"/>
                    </a:solidFill>
                    <a:latin typeface="Arial" charset="0"/>
                    <a:ea typeface="Arial" charset="0"/>
                    <a:cs typeface="Arial" charset="0"/>
                  </a:rPr>
                  <a:t>RGB</a:t>
                </a:r>
                <a:r>
                  <a:rPr kumimoji="1" lang="en-US" altLang="zh-CN" sz="700" b="1" dirty="0">
                    <a:solidFill>
                      <a:srgbClr val="FFFFFF"/>
                    </a:solidFill>
                    <a:latin typeface="Arial" charset="0"/>
                    <a:ea typeface="Arial" charset="0"/>
                    <a:cs typeface="Arial" charset="0"/>
                  </a:rPr>
                  <a:t> 181</a:t>
                </a:r>
                <a:r>
                  <a:rPr kumimoji="1" lang="mr-IN" altLang="zh-CN" sz="700" b="1" dirty="0">
                    <a:solidFill>
                      <a:srgbClr val="FFFFFF"/>
                    </a:solidFill>
                    <a:latin typeface="Arial" charset="0"/>
                    <a:ea typeface="Arial" charset="0"/>
                    <a:cs typeface="Arial" charset="0"/>
                  </a:rPr>
                  <a:t>/</a:t>
                </a:r>
                <a:r>
                  <a:rPr kumimoji="1" lang="en-US" altLang="zh-CN" sz="700" b="1" dirty="0">
                    <a:solidFill>
                      <a:srgbClr val="FFFFFF"/>
                    </a:solidFill>
                    <a:latin typeface="Arial" charset="0"/>
                    <a:ea typeface="Arial" charset="0"/>
                    <a:cs typeface="Arial" charset="0"/>
                  </a:rPr>
                  <a:t>181/181</a:t>
                </a:r>
                <a:endParaRPr kumimoji="1" lang="mr-IN" altLang="zh-CN" sz="700" b="1" dirty="0">
                  <a:solidFill>
                    <a:srgbClr val="FFFFFF"/>
                  </a:solidFill>
                  <a:latin typeface="Arial" charset="0"/>
                  <a:ea typeface="Arial" charset="0"/>
                  <a:cs typeface="Arial" charset="0"/>
                </a:endParaRPr>
              </a:p>
            </p:txBody>
          </p:sp>
          <p:sp>
            <p:nvSpPr>
              <p:cNvPr id="42" name="矩形 19">
                <a:extLst>
                  <a:ext uri="{FF2B5EF4-FFF2-40B4-BE49-F238E27FC236}">
                    <a16:creationId xmlns="" xmlns:a16="http://schemas.microsoft.com/office/drawing/2014/main" id="{B21AD6AC-1275-0142-A9EA-D77B26CB40EF}"/>
                  </a:ext>
                </a:extLst>
              </p:cNvPr>
              <p:cNvSpPr/>
              <p:nvPr userDrawn="1"/>
            </p:nvSpPr>
            <p:spPr>
              <a:xfrm>
                <a:off x="13288171" y="5362779"/>
                <a:ext cx="911019" cy="462672"/>
              </a:xfrm>
              <a:prstGeom prst="rect">
                <a:avLst/>
              </a:prstGeom>
              <a:solidFill>
                <a:srgbClr val="595757"/>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4112"/>
                <a:r>
                  <a:rPr kumimoji="1" lang="mr-IN" altLang="zh-CN" sz="700" b="1" dirty="0">
                    <a:solidFill>
                      <a:srgbClr val="FFFFFF"/>
                    </a:solidFill>
                    <a:latin typeface="Arial" charset="0"/>
                    <a:ea typeface="Arial" charset="0"/>
                    <a:cs typeface="Arial" charset="0"/>
                  </a:rPr>
                  <a:t>RGB</a:t>
                </a:r>
                <a:r>
                  <a:rPr kumimoji="1" lang="en-US" altLang="zh-CN" sz="700" b="1" dirty="0">
                    <a:solidFill>
                      <a:srgbClr val="FFFFFF"/>
                    </a:solidFill>
                    <a:latin typeface="Arial" charset="0"/>
                    <a:ea typeface="Arial" charset="0"/>
                    <a:cs typeface="Arial" charset="0"/>
                  </a:rPr>
                  <a:t> 89</a:t>
                </a:r>
                <a:r>
                  <a:rPr kumimoji="1" lang="mr-IN" altLang="zh-CN" sz="700" b="1" dirty="0">
                    <a:solidFill>
                      <a:srgbClr val="FFFFFF"/>
                    </a:solidFill>
                    <a:latin typeface="Arial" charset="0"/>
                    <a:ea typeface="Arial" charset="0"/>
                    <a:cs typeface="Arial" charset="0"/>
                  </a:rPr>
                  <a:t>/</a:t>
                </a:r>
                <a:r>
                  <a:rPr kumimoji="1" lang="en-US" altLang="zh-CN" sz="700" b="1" dirty="0">
                    <a:solidFill>
                      <a:srgbClr val="FFFFFF"/>
                    </a:solidFill>
                    <a:latin typeface="Arial" charset="0"/>
                    <a:ea typeface="Arial" charset="0"/>
                    <a:cs typeface="Arial" charset="0"/>
                  </a:rPr>
                  <a:t>87/87</a:t>
                </a:r>
                <a:endParaRPr kumimoji="1" lang="mr-IN" altLang="zh-CN" sz="700" b="1" dirty="0">
                  <a:solidFill>
                    <a:srgbClr val="FFFFFF"/>
                  </a:solidFill>
                  <a:latin typeface="Arial" charset="0"/>
                  <a:ea typeface="Arial" charset="0"/>
                  <a:cs typeface="Arial" charset="0"/>
                </a:endParaRPr>
              </a:p>
            </p:txBody>
          </p:sp>
          <p:sp>
            <p:nvSpPr>
              <p:cNvPr id="43" name="矩形 22">
                <a:extLst>
                  <a:ext uri="{FF2B5EF4-FFF2-40B4-BE49-F238E27FC236}">
                    <a16:creationId xmlns="" xmlns:a16="http://schemas.microsoft.com/office/drawing/2014/main" id="{238BAC2A-AE09-A84D-875D-8472236D6610}"/>
                  </a:ext>
                </a:extLst>
              </p:cNvPr>
              <p:cNvSpPr/>
              <p:nvPr userDrawn="1"/>
            </p:nvSpPr>
            <p:spPr>
              <a:xfrm>
                <a:off x="13288171" y="6403948"/>
                <a:ext cx="911019" cy="462672"/>
              </a:xfrm>
              <a:prstGeom prst="rect">
                <a:avLst/>
              </a:prstGeom>
              <a:solidFill>
                <a:srgbClr val="FFFFFF"/>
              </a:solidFill>
              <a:ln w="6350">
                <a:solidFill>
                  <a:schemeClr val="bg1">
                    <a:lumMod val="10000"/>
                    <a:lumOff val="9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914112"/>
                <a:r>
                  <a:rPr kumimoji="1" lang="mr-IN" altLang="zh-CN" sz="700" b="1" dirty="0">
                    <a:solidFill>
                      <a:srgbClr val="666666"/>
                    </a:solidFill>
                    <a:latin typeface="Arial" charset="0"/>
                    <a:ea typeface="Arial" charset="0"/>
                    <a:cs typeface="Arial" charset="0"/>
                  </a:rPr>
                  <a:t>RGB</a:t>
                </a:r>
                <a:r>
                  <a:rPr kumimoji="1" lang="en-US" altLang="zh-CN" sz="700" b="1" dirty="0">
                    <a:solidFill>
                      <a:srgbClr val="666666"/>
                    </a:solidFill>
                    <a:latin typeface="Arial" charset="0"/>
                    <a:ea typeface="Arial" charset="0"/>
                    <a:cs typeface="Arial" charset="0"/>
                  </a:rPr>
                  <a:t> 255</a:t>
                </a:r>
                <a:r>
                  <a:rPr kumimoji="1" lang="mr-IN" altLang="zh-CN" sz="700" b="1" dirty="0">
                    <a:solidFill>
                      <a:srgbClr val="666666"/>
                    </a:solidFill>
                    <a:latin typeface="Arial" charset="0"/>
                    <a:ea typeface="Arial" charset="0"/>
                    <a:cs typeface="Arial" charset="0"/>
                  </a:rPr>
                  <a:t>/</a:t>
                </a:r>
                <a:r>
                  <a:rPr kumimoji="1" lang="en-US" altLang="zh-CN" sz="700" b="1" dirty="0">
                    <a:solidFill>
                      <a:srgbClr val="666666"/>
                    </a:solidFill>
                    <a:latin typeface="Arial" charset="0"/>
                    <a:ea typeface="Arial" charset="0"/>
                    <a:cs typeface="Arial" charset="0"/>
                  </a:rPr>
                  <a:t>255/255</a:t>
                </a:r>
                <a:endParaRPr kumimoji="1" lang="mr-IN" altLang="zh-CN" sz="700" b="1" dirty="0">
                  <a:solidFill>
                    <a:srgbClr val="666666"/>
                  </a:solidFill>
                  <a:latin typeface="Arial" charset="0"/>
                  <a:ea typeface="Arial" charset="0"/>
                  <a:cs typeface="Arial" charset="0"/>
                </a:endParaRPr>
              </a:p>
            </p:txBody>
          </p:sp>
        </p:grpSp>
      </p:grpSp>
      <p:sp>
        <p:nvSpPr>
          <p:cNvPr id="5" name="CuadroTexto 4">
            <a:extLst>
              <a:ext uri="{FF2B5EF4-FFF2-40B4-BE49-F238E27FC236}">
                <a16:creationId xmlns="" xmlns:a16="http://schemas.microsoft.com/office/drawing/2014/main" id="{611EF861-82D2-B8A9-52BC-A77B12517E5E}"/>
              </a:ext>
            </a:extLst>
          </p:cNvPr>
          <p:cNvSpPr txBox="1"/>
          <p:nvPr userDrawn="1">
            <p:extLst>
              <p:ext uri="{1162E1C5-73C7-4A58-AE30-91384D911F3F}">
                <p184:classification xmlns="" xmlns:p184="http://schemas.microsoft.com/office/powerpoint/2018/4/main" val="hdr"/>
              </p:ext>
            </p:extLst>
          </p:nvPr>
        </p:nvSpPr>
        <p:spPr>
          <a:xfrm>
            <a:off x="11083925" y="0"/>
            <a:ext cx="1141413" cy="152400"/>
          </a:xfrm>
          <a:prstGeom prst="rect">
            <a:avLst/>
          </a:prstGeom>
        </p:spPr>
        <p:txBody>
          <a:bodyPr horzOverflow="overflow" lIns="0" tIns="0" rIns="0" bIns="0">
            <a:spAutoFit/>
          </a:bodyPr>
          <a:lstStyle/>
          <a:p>
            <a:pPr algn="l"/>
            <a:r>
              <a:rPr lang="es-AR" sz="1000">
                <a:solidFill>
                  <a:srgbClr val="000000"/>
                </a:solidFill>
                <a:latin typeface="Calibri" panose="020F0502020204030204" pitchFamily="34" charset="0"/>
                <a:cs typeface="Calibri" panose="020F0502020204030204" pitchFamily="34" charset="0"/>
              </a:rPr>
              <a:t>Documento: Personal</a:t>
            </a:r>
          </a:p>
        </p:txBody>
      </p:sp>
    </p:spTree>
    <p:extLst>
      <p:ext uri="{BB962C8B-B14F-4D97-AF65-F5344CB8AC3E}">
        <p14:creationId xmlns:p14="http://schemas.microsoft.com/office/powerpoint/2010/main" val="3738687774"/>
      </p:ext>
    </p:extLst>
  </p:cSld>
  <p:clrMap bg1="lt1" tx1="dk1" bg2="lt2" tx2="dk2" accent1="accent1" accent2="accent2" accent3="accent3" accent4="accent4" accent5="accent5" accent6="accent6" hlink="hlink" folHlink="folHlink"/>
  <p:sldLayoutIdLst>
    <p:sldLayoutId id="2147484046" r:id="rId1"/>
    <p:sldLayoutId id="2147484048" r:id="rId2"/>
    <p:sldLayoutId id="2147484049" r:id="rId3"/>
    <p:sldLayoutId id="2147484050" r:id="rId4"/>
    <p:sldLayoutId id="2147484051" r:id="rId5"/>
    <p:sldLayoutId id="2147484052" r:id="rId6"/>
  </p:sldLayoutIdLst>
  <p:hf hdr="0" ftr="0" dt="0"/>
  <p:txStyles>
    <p:titleStyle>
      <a:lvl1pPr algn="l" defTabSz="1187323" rtl="0" eaLnBrk="1" latinLnBrk="0" hangingPunct="1">
        <a:lnSpc>
          <a:spcPct val="90000"/>
        </a:lnSpc>
        <a:spcBef>
          <a:spcPct val="0"/>
        </a:spcBef>
        <a:buNone/>
        <a:defRPr sz="5714" kern="1200">
          <a:solidFill>
            <a:schemeClr val="tx1"/>
          </a:solidFill>
          <a:latin typeface="Arial"/>
          <a:ea typeface="+mj-ea"/>
          <a:cs typeface="+mj-cs"/>
        </a:defRPr>
      </a:lvl1pPr>
    </p:titleStyle>
    <p:bodyStyle>
      <a:lvl1pPr marL="296831" indent="-296831" algn="l" defTabSz="1187323" rtl="0" eaLnBrk="1" latinLnBrk="0" hangingPunct="1">
        <a:lnSpc>
          <a:spcPct val="90000"/>
        </a:lnSpc>
        <a:spcBef>
          <a:spcPts val="1298"/>
        </a:spcBef>
        <a:buFont typeface="Arial" panose="020B0604020202020204" pitchFamily="34" charset="0"/>
        <a:buChar char="•"/>
        <a:defRPr sz="3635" kern="1200">
          <a:solidFill>
            <a:schemeClr val="tx1"/>
          </a:solidFill>
          <a:latin typeface="Arial"/>
          <a:ea typeface="+mn-ea"/>
          <a:cs typeface="+mn-cs"/>
        </a:defRPr>
      </a:lvl1pPr>
      <a:lvl2pPr marL="890493" indent="-296831" algn="l" defTabSz="1187323" rtl="0" eaLnBrk="1" latinLnBrk="0" hangingPunct="1">
        <a:lnSpc>
          <a:spcPct val="90000"/>
        </a:lnSpc>
        <a:spcBef>
          <a:spcPts val="650"/>
        </a:spcBef>
        <a:buFont typeface="Arial" panose="020B0604020202020204" pitchFamily="34" charset="0"/>
        <a:buChar char="•"/>
        <a:defRPr sz="3117" kern="1200">
          <a:solidFill>
            <a:schemeClr val="tx1"/>
          </a:solidFill>
          <a:latin typeface="Arial"/>
          <a:ea typeface="+mn-ea"/>
          <a:cs typeface="+mn-cs"/>
        </a:defRPr>
      </a:lvl2pPr>
      <a:lvl3pPr marL="1484154" indent="-296831" algn="l" defTabSz="1187323" rtl="0" eaLnBrk="1" latinLnBrk="0" hangingPunct="1">
        <a:lnSpc>
          <a:spcPct val="90000"/>
        </a:lnSpc>
        <a:spcBef>
          <a:spcPts val="650"/>
        </a:spcBef>
        <a:buFont typeface="Arial" panose="020B0604020202020204" pitchFamily="34" charset="0"/>
        <a:buChar char="•"/>
        <a:defRPr sz="2597" kern="1200">
          <a:solidFill>
            <a:schemeClr val="tx1"/>
          </a:solidFill>
          <a:latin typeface="Arial"/>
          <a:ea typeface="+mn-ea"/>
          <a:cs typeface="+mn-cs"/>
        </a:defRPr>
      </a:lvl3pPr>
      <a:lvl4pPr marL="2077817" indent="-296831" algn="l" defTabSz="1187323" rtl="0" eaLnBrk="1" latinLnBrk="0" hangingPunct="1">
        <a:lnSpc>
          <a:spcPct val="90000"/>
        </a:lnSpc>
        <a:spcBef>
          <a:spcPts val="650"/>
        </a:spcBef>
        <a:buFont typeface="Arial" panose="020B0604020202020204" pitchFamily="34" charset="0"/>
        <a:buChar char="•"/>
        <a:defRPr sz="2337" kern="1200">
          <a:solidFill>
            <a:schemeClr val="tx1"/>
          </a:solidFill>
          <a:latin typeface="Arial"/>
          <a:ea typeface="+mn-ea"/>
          <a:cs typeface="+mn-cs"/>
        </a:defRPr>
      </a:lvl4pPr>
      <a:lvl5pPr marL="2671478" indent="-296831" algn="l" defTabSz="1187323" rtl="0" eaLnBrk="1" latinLnBrk="0" hangingPunct="1">
        <a:lnSpc>
          <a:spcPct val="90000"/>
        </a:lnSpc>
        <a:spcBef>
          <a:spcPts val="650"/>
        </a:spcBef>
        <a:buFont typeface="Arial" panose="020B0604020202020204" pitchFamily="34" charset="0"/>
        <a:buChar char="•"/>
        <a:defRPr sz="2337" kern="1200">
          <a:solidFill>
            <a:schemeClr val="tx1"/>
          </a:solidFill>
          <a:latin typeface="Arial"/>
          <a:ea typeface="+mn-ea"/>
          <a:cs typeface="+mn-cs"/>
        </a:defRPr>
      </a:lvl5pPr>
      <a:lvl6pPr marL="3265140" indent="-296831" algn="l" defTabSz="1187323" rtl="0" eaLnBrk="1" latinLnBrk="0" hangingPunct="1">
        <a:lnSpc>
          <a:spcPct val="90000"/>
        </a:lnSpc>
        <a:spcBef>
          <a:spcPts val="650"/>
        </a:spcBef>
        <a:buFont typeface="Arial" panose="020B0604020202020204" pitchFamily="34" charset="0"/>
        <a:buChar char="•"/>
        <a:defRPr sz="2337" kern="1200">
          <a:solidFill>
            <a:schemeClr val="tx1"/>
          </a:solidFill>
          <a:latin typeface="Arial"/>
          <a:ea typeface="+mn-ea"/>
          <a:cs typeface="+mn-cs"/>
        </a:defRPr>
      </a:lvl6pPr>
      <a:lvl7pPr marL="3858802" indent="-296831" algn="l" defTabSz="1187323" rtl="0" eaLnBrk="1" latinLnBrk="0" hangingPunct="1">
        <a:lnSpc>
          <a:spcPct val="90000"/>
        </a:lnSpc>
        <a:spcBef>
          <a:spcPts val="650"/>
        </a:spcBef>
        <a:buFont typeface="Arial" panose="020B0604020202020204" pitchFamily="34" charset="0"/>
        <a:buChar char="•"/>
        <a:defRPr sz="2337" kern="1200">
          <a:solidFill>
            <a:schemeClr val="tx1"/>
          </a:solidFill>
          <a:latin typeface="Arial"/>
          <a:ea typeface="+mn-ea"/>
          <a:cs typeface="+mn-cs"/>
        </a:defRPr>
      </a:lvl7pPr>
      <a:lvl8pPr marL="4452463" indent="-296831" algn="l" defTabSz="1187323" rtl="0" eaLnBrk="1" latinLnBrk="0" hangingPunct="1">
        <a:lnSpc>
          <a:spcPct val="90000"/>
        </a:lnSpc>
        <a:spcBef>
          <a:spcPts val="650"/>
        </a:spcBef>
        <a:buFont typeface="Arial" panose="020B0604020202020204" pitchFamily="34" charset="0"/>
        <a:buChar char="•"/>
        <a:defRPr sz="2337" kern="1200">
          <a:solidFill>
            <a:schemeClr val="tx1"/>
          </a:solidFill>
          <a:latin typeface="Arial"/>
          <a:ea typeface="+mn-ea"/>
          <a:cs typeface="+mn-cs"/>
        </a:defRPr>
      </a:lvl8pPr>
      <a:lvl9pPr marL="5046125" indent="-296831" algn="l" defTabSz="1187323" rtl="0" eaLnBrk="1" latinLnBrk="0" hangingPunct="1">
        <a:lnSpc>
          <a:spcPct val="90000"/>
        </a:lnSpc>
        <a:spcBef>
          <a:spcPts val="650"/>
        </a:spcBef>
        <a:buFont typeface="Arial" panose="020B0604020202020204" pitchFamily="34" charset="0"/>
        <a:buChar char="•"/>
        <a:defRPr sz="2337" kern="1200">
          <a:solidFill>
            <a:schemeClr val="tx1"/>
          </a:solidFill>
          <a:latin typeface="Arial"/>
          <a:ea typeface="+mn-ea"/>
          <a:cs typeface="+mn-cs"/>
        </a:defRPr>
      </a:lvl9pPr>
    </p:bodyStyle>
    <p:otherStyle>
      <a:defPPr>
        <a:defRPr lang="en-US"/>
      </a:defPPr>
      <a:lvl1pPr marL="0" algn="l" defTabSz="1187323" rtl="0" eaLnBrk="1" latinLnBrk="0" hangingPunct="1">
        <a:defRPr sz="2337" kern="1200">
          <a:solidFill>
            <a:schemeClr val="tx1"/>
          </a:solidFill>
          <a:latin typeface="Arial"/>
          <a:ea typeface="+mn-ea"/>
          <a:cs typeface="+mn-cs"/>
        </a:defRPr>
      </a:lvl1pPr>
      <a:lvl2pPr marL="593662" algn="l" defTabSz="1187323" rtl="0" eaLnBrk="1" latinLnBrk="0" hangingPunct="1">
        <a:defRPr sz="2337" kern="1200">
          <a:solidFill>
            <a:schemeClr val="tx1"/>
          </a:solidFill>
          <a:latin typeface="Arial"/>
          <a:ea typeface="+mn-ea"/>
          <a:cs typeface="+mn-cs"/>
        </a:defRPr>
      </a:lvl2pPr>
      <a:lvl3pPr marL="1187323" algn="l" defTabSz="1187323" rtl="0" eaLnBrk="1" latinLnBrk="0" hangingPunct="1">
        <a:defRPr sz="2337" kern="1200">
          <a:solidFill>
            <a:schemeClr val="tx1"/>
          </a:solidFill>
          <a:latin typeface="Arial"/>
          <a:ea typeface="+mn-ea"/>
          <a:cs typeface="+mn-cs"/>
        </a:defRPr>
      </a:lvl3pPr>
      <a:lvl4pPr marL="1780986" algn="l" defTabSz="1187323" rtl="0" eaLnBrk="1" latinLnBrk="0" hangingPunct="1">
        <a:defRPr sz="2337" kern="1200">
          <a:solidFill>
            <a:schemeClr val="tx1"/>
          </a:solidFill>
          <a:latin typeface="Arial"/>
          <a:ea typeface="+mn-ea"/>
          <a:cs typeface="+mn-cs"/>
        </a:defRPr>
      </a:lvl4pPr>
      <a:lvl5pPr marL="2374648" algn="l" defTabSz="1187323" rtl="0" eaLnBrk="1" latinLnBrk="0" hangingPunct="1">
        <a:defRPr sz="2337" kern="1200">
          <a:solidFill>
            <a:schemeClr val="tx1"/>
          </a:solidFill>
          <a:latin typeface="Arial"/>
          <a:ea typeface="+mn-ea"/>
          <a:cs typeface="+mn-cs"/>
        </a:defRPr>
      </a:lvl5pPr>
      <a:lvl6pPr marL="2968309" algn="l" defTabSz="1187323" rtl="0" eaLnBrk="1" latinLnBrk="0" hangingPunct="1">
        <a:defRPr sz="2337" kern="1200">
          <a:solidFill>
            <a:schemeClr val="tx1"/>
          </a:solidFill>
          <a:latin typeface="Arial"/>
          <a:ea typeface="+mn-ea"/>
          <a:cs typeface="+mn-cs"/>
        </a:defRPr>
      </a:lvl6pPr>
      <a:lvl7pPr marL="3561971" algn="l" defTabSz="1187323" rtl="0" eaLnBrk="1" latinLnBrk="0" hangingPunct="1">
        <a:defRPr sz="2337" kern="1200">
          <a:solidFill>
            <a:schemeClr val="tx1"/>
          </a:solidFill>
          <a:latin typeface="Arial"/>
          <a:ea typeface="+mn-ea"/>
          <a:cs typeface="+mn-cs"/>
        </a:defRPr>
      </a:lvl7pPr>
      <a:lvl8pPr marL="4155634" algn="l" defTabSz="1187323" rtl="0" eaLnBrk="1" latinLnBrk="0" hangingPunct="1">
        <a:defRPr sz="2337" kern="1200">
          <a:solidFill>
            <a:schemeClr val="tx1"/>
          </a:solidFill>
          <a:latin typeface="Arial"/>
          <a:ea typeface="+mn-ea"/>
          <a:cs typeface="+mn-cs"/>
        </a:defRPr>
      </a:lvl8pPr>
      <a:lvl9pPr marL="4749295" algn="l" defTabSz="1187323" rtl="0" eaLnBrk="1" latinLnBrk="0" hangingPunct="1">
        <a:defRPr sz="2337" kern="1200">
          <a:solidFill>
            <a:schemeClr val="tx1"/>
          </a:solidFill>
          <a:latin typeface="Arial"/>
          <a:ea typeface="+mn-ea"/>
          <a:cs typeface="+mn-cs"/>
        </a:defRPr>
      </a:lvl9pPr>
    </p:otherStyle>
  </p:txStyles>
  <p:extLst>
    <p:ext uri="{27BBF7A9-308A-43DC-89C8-2F10F3537804}">
      <p15:sldGuideLst xmlns="" xmlns:p15="http://schemas.microsoft.com/office/powerpoint/2012/main">
        <p15:guide id="1" orient="horz" pos="2161">
          <p15:clr>
            <a:srgbClr val="F26B43"/>
          </p15:clr>
        </p15:guide>
        <p15:guide id="2" pos="3842">
          <p15:clr>
            <a:srgbClr val="F26B43"/>
          </p15:clr>
        </p15:guide>
        <p15:guide id="3" pos="458">
          <p15:clr>
            <a:srgbClr val="F26B43"/>
          </p15:clr>
        </p15:guide>
        <p15:guide id="4" pos="7225">
          <p15:clr>
            <a:srgbClr val="F26B43"/>
          </p15:clr>
        </p15:guide>
        <p15:guide id="5" orient="horz" pos="4100">
          <p15:clr>
            <a:srgbClr val="F26B43"/>
          </p15:clr>
        </p15:guide>
      </p15:sldGuideLst>
    </p:ext>
  </p:extLst>
</p:sldMaster>
</file>

<file path=ppt/slideMasters/slideMaster12.xml><?xml version="1.0" encoding="utf-8"?>
<p:sldMaster xmlns:a="http://schemas.openxmlformats.org/drawingml/2006/main" xmlns:r="http://schemas.openxmlformats.org/officeDocument/2006/relationships" xmlns:p="http://schemas.openxmlformats.org/presentationml/2006/main" preserve="1">
  <p:cSld>
    <p:bg>
      <p:bgPr>
        <a:solidFill>
          <a:srgbClr val="FFFFFF"/>
        </a:solidFill>
        <a:effectLst/>
      </p:bgPr>
    </p:bg>
    <p:spTree>
      <p:nvGrpSpPr>
        <p:cNvPr id="1" name=""/>
        <p:cNvGrpSpPr/>
        <p:nvPr/>
      </p:nvGrpSpPr>
      <p:grpSpPr>
        <a:xfrm>
          <a:off x="0" y="0"/>
          <a:ext cx="0" cy="0"/>
          <a:chOff x="0" y="0"/>
          <a:chExt cx="0" cy="0"/>
        </a:xfrm>
      </p:grpSpPr>
      <p:sp>
        <p:nvSpPr>
          <p:cNvPr id="3" name="TextBox 2">
            <a:extLst>
              <a:ext uri="{FF2B5EF4-FFF2-40B4-BE49-F238E27FC236}">
                <a16:creationId xmlns="" xmlns:a16="http://schemas.microsoft.com/office/drawing/2014/main" id="{6785A3D6-1271-D247-9E96-1B376F4BE7BE}"/>
              </a:ext>
            </a:extLst>
          </p:cNvPr>
          <p:cNvSpPr txBox="1"/>
          <p:nvPr userDrawn="1"/>
        </p:nvSpPr>
        <p:spPr>
          <a:xfrm>
            <a:off x="1095468" y="6356939"/>
            <a:ext cx="1463467" cy="242864"/>
          </a:xfrm>
          <a:prstGeom prst="rect">
            <a:avLst/>
          </a:prstGeom>
          <a:noFill/>
        </p:spPr>
        <p:txBody>
          <a:bodyPr wrap="square" rtlCol="0">
            <a:spAutoFit/>
          </a:bodyPr>
          <a:lstStyle/>
          <a:p>
            <a:pPr defTabSz="914112"/>
            <a:r>
              <a:rPr lang="en-US" sz="974" dirty="0">
                <a:solidFill>
                  <a:srgbClr val="1D1D1B"/>
                </a:solidFill>
                <a:latin typeface="Arial" pitchFamily="34" charset="0"/>
                <a:cs typeface="Arial" panose="020B0604020202020204" pitchFamily="34" charset="0"/>
              </a:rPr>
              <a:t>Huawei Confidential</a:t>
            </a:r>
          </a:p>
        </p:txBody>
      </p:sp>
      <p:sp>
        <p:nvSpPr>
          <p:cNvPr id="4" name="TextBox 3">
            <a:extLst>
              <a:ext uri="{FF2B5EF4-FFF2-40B4-BE49-F238E27FC236}">
                <a16:creationId xmlns="" xmlns:a16="http://schemas.microsoft.com/office/drawing/2014/main" id="{EABEE2EE-BF4D-7A4A-B3C6-9E47668CCD98}"/>
              </a:ext>
            </a:extLst>
          </p:cNvPr>
          <p:cNvSpPr txBox="1"/>
          <p:nvPr userDrawn="1"/>
        </p:nvSpPr>
        <p:spPr>
          <a:xfrm>
            <a:off x="734132" y="6402806"/>
            <a:ext cx="499729" cy="150296"/>
          </a:xfrm>
          <a:prstGeom prst="rect">
            <a:avLst/>
          </a:prstGeom>
          <a:noFill/>
        </p:spPr>
        <p:txBody>
          <a:bodyPr wrap="square" lIns="0" tIns="0" rIns="0" bIns="0" rtlCol="0">
            <a:spAutoFit/>
          </a:bodyPr>
          <a:lstStyle/>
          <a:p>
            <a:pPr defTabSz="890493">
              <a:defRPr/>
            </a:pPr>
            <a:fld id="{C3837181-38C6-AD4F-B8BA-B444770388BB}" type="slidenum">
              <a:rPr lang="en-US" sz="974">
                <a:solidFill>
                  <a:srgbClr val="1D1D1B"/>
                </a:solidFill>
                <a:latin typeface="Arial" pitchFamily="34" charset="0"/>
                <a:cs typeface="Arial" panose="020B0604020202020204" pitchFamily="34" charset="0"/>
              </a:rPr>
              <a:pPr defTabSz="890493">
                <a:defRPr/>
              </a:pPr>
              <a:t>‹Nº›</a:t>
            </a:fld>
            <a:endParaRPr lang="en-US" sz="974" dirty="0">
              <a:solidFill>
                <a:srgbClr val="1D1D1B"/>
              </a:solidFill>
              <a:latin typeface="Arial" pitchFamily="34" charset="0"/>
              <a:cs typeface="Arial" panose="020B0604020202020204" pitchFamily="34" charset="0"/>
            </a:endParaRPr>
          </a:p>
        </p:txBody>
      </p:sp>
      <p:pic>
        <p:nvPicPr>
          <p:cNvPr id="41" name="图片 40"/>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196000" y="6319872"/>
            <a:ext cx="1269075" cy="271153"/>
          </a:xfrm>
          <a:prstGeom prst="rect">
            <a:avLst/>
          </a:prstGeom>
        </p:spPr>
      </p:pic>
      <p:sp>
        <p:nvSpPr>
          <p:cNvPr id="5" name="CuadroTexto 4">
            <a:extLst>
              <a:ext uri="{FF2B5EF4-FFF2-40B4-BE49-F238E27FC236}">
                <a16:creationId xmlns="" xmlns:a16="http://schemas.microsoft.com/office/drawing/2014/main" id="{0C6A3F11-BBC2-2F75-1354-1D9793479093}"/>
              </a:ext>
            </a:extLst>
          </p:cNvPr>
          <p:cNvSpPr txBox="1"/>
          <p:nvPr userDrawn="1">
            <p:extLst>
              <p:ext uri="{1162E1C5-73C7-4A58-AE30-91384D911F3F}">
                <p184:classification xmlns="" xmlns:p184="http://schemas.microsoft.com/office/powerpoint/2018/4/main" val="hdr"/>
              </p:ext>
            </p:extLst>
          </p:nvPr>
        </p:nvSpPr>
        <p:spPr>
          <a:xfrm>
            <a:off x="11083925" y="0"/>
            <a:ext cx="1141413" cy="152400"/>
          </a:xfrm>
          <a:prstGeom prst="rect">
            <a:avLst/>
          </a:prstGeom>
        </p:spPr>
        <p:txBody>
          <a:bodyPr horzOverflow="overflow" lIns="0" tIns="0" rIns="0" bIns="0">
            <a:spAutoFit/>
          </a:bodyPr>
          <a:lstStyle/>
          <a:p>
            <a:pPr algn="l"/>
            <a:r>
              <a:rPr lang="es-AR" sz="1000">
                <a:solidFill>
                  <a:srgbClr val="000000"/>
                </a:solidFill>
                <a:latin typeface="Calibri" panose="020F0502020204030204" pitchFamily="34" charset="0"/>
                <a:cs typeface="Calibri" panose="020F0502020204030204" pitchFamily="34" charset="0"/>
              </a:rPr>
              <a:t>Documento: Personal</a:t>
            </a:r>
          </a:p>
        </p:txBody>
      </p:sp>
    </p:spTree>
    <p:extLst>
      <p:ext uri="{BB962C8B-B14F-4D97-AF65-F5344CB8AC3E}">
        <p14:creationId xmlns:p14="http://schemas.microsoft.com/office/powerpoint/2010/main" val="4260301402"/>
      </p:ext>
    </p:extLst>
  </p:cSld>
  <p:clrMap bg1="lt1" tx1="dk1" bg2="lt2" tx2="dk2" accent1="accent1" accent2="accent2" accent3="accent3" accent4="accent4" accent5="accent5" accent6="accent6" hlink="hlink" folHlink="folHlink"/>
  <p:hf hdr="0" ftr="0" dt="0"/>
  <p:txStyles>
    <p:titleStyle>
      <a:lvl1pPr algn="l" defTabSz="1187323" rtl="0" eaLnBrk="1" latinLnBrk="0" hangingPunct="1">
        <a:lnSpc>
          <a:spcPct val="90000"/>
        </a:lnSpc>
        <a:spcBef>
          <a:spcPct val="0"/>
        </a:spcBef>
        <a:buNone/>
        <a:defRPr sz="5714" kern="1200">
          <a:solidFill>
            <a:schemeClr val="tx1"/>
          </a:solidFill>
          <a:latin typeface="Arial"/>
          <a:ea typeface="+mj-ea"/>
          <a:cs typeface="+mj-cs"/>
        </a:defRPr>
      </a:lvl1pPr>
    </p:titleStyle>
    <p:bodyStyle>
      <a:lvl1pPr marL="296831" indent="-296831" algn="l" defTabSz="1187323" rtl="0" eaLnBrk="1" latinLnBrk="0" hangingPunct="1">
        <a:lnSpc>
          <a:spcPct val="90000"/>
        </a:lnSpc>
        <a:spcBef>
          <a:spcPts val="1298"/>
        </a:spcBef>
        <a:buFont typeface="Arial" panose="020B0604020202020204" pitchFamily="34" charset="0"/>
        <a:buChar char="•"/>
        <a:defRPr sz="3635" kern="1200">
          <a:solidFill>
            <a:schemeClr val="tx1"/>
          </a:solidFill>
          <a:latin typeface="Arial"/>
          <a:ea typeface="+mn-ea"/>
          <a:cs typeface="+mn-cs"/>
        </a:defRPr>
      </a:lvl1pPr>
      <a:lvl2pPr marL="890493" indent="-296831" algn="l" defTabSz="1187323" rtl="0" eaLnBrk="1" latinLnBrk="0" hangingPunct="1">
        <a:lnSpc>
          <a:spcPct val="90000"/>
        </a:lnSpc>
        <a:spcBef>
          <a:spcPts val="650"/>
        </a:spcBef>
        <a:buFont typeface="Arial" panose="020B0604020202020204" pitchFamily="34" charset="0"/>
        <a:buChar char="•"/>
        <a:defRPr sz="3117" kern="1200">
          <a:solidFill>
            <a:schemeClr val="tx1"/>
          </a:solidFill>
          <a:latin typeface="Arial"/>
          <a:ea typeface="+mn-ea"/>
          <a:cs typeface="+mn-cs"/>
        </a:defRPr>
      </a:lvl2pPr>
      <a:lvl3pPr marL="1484154" indent="-296831" algn="l" defTabSz="1187323" rtl="0" eaLnBrk="1" latinLnBrk="0" hangingPunct="1">
        <a:lnSpc>
          <a:spcPct val="90000"/>
        </a:lnSpc>
        <a:spcBef>
          <a:spcPts val="650"/>
        </a:spcBef>
        <a:buFont typeface="Arial" panose="020B0604020202020204" pitchFamily="34" charset="0"/>
        <a:buChar char="•"/>
        <a:defRPr sz="2597" kern="1200">
          <a:solidFill>
            <a:schemeClr val="tx1"/>
          </a:solidFill>
          <a:latin typeface="Arial"/>
          <a:ea typeface="+mn-ea"/>
          <a:cs typeface="+mn-cs"/>
        </a:defRPr>
      </a:lvl3pPr>
      <a:lvl4pPr marL="2077817" indent="-296831" algn="l" defTabSz="1187323" rtl="0" eaLnBrk="1" latinLnBrk="0" hangingPunct="1">
        <a:lnSpc>
          <a:spcPct val="90000"/>
        </a:lnSpc>
        <a:spcBef>
          <a:spcPts val="650"/>
        </a:spcBef>
        <a:buFont typeface="Arial" panose="020B0604020202020204" pitchFamily="34" charset="0"/>
        <a:buChar char="•"/>
        <a:defRPr sz="2337" kern="1200">
          <a:solidFill>
            <a:schemeClr val="tx1"/>
          </a:solidFill>
          <a:latin typeface="Arial"/>
          <a:ea typeface="+mn-ea"/>
          <a:cs typeface="+mn-cs"/>
        </a:defRPr>
      </a:lvl4pPr>
      <a:lvl5pPr marL="2671478" indent="-296831" algn="l" defTabSz="1187323" rtl="0" eaLnBrk="1" latinLnBrk="0" hangingPunct="1">
        <a:lnSpc>
          <a:spcPct val="90000"/>
        </a:lnSpc>
        <a:spcBef>
          <a:spcPts val="650"/>
        </a:spcBef>
        <a:buFont typeface="Arial" panose="020B0604020202020204" pitchFamily="34" charset="0"/>
        <a:buChar char="•"/>
        <a:defRPr sz="2337" kern="1200">
          <a:solidFill>
            <a:schemeClr val="tx1"/>
          </a:solidFill>
          <a:latin typeface="Arial"/>
          <a:ea typeface="+mn-ea"/>
          <a:cs typeface="+mn-cs"/>
        </a:defRPr>
      </a:lvl5pPr>
      <a:lvl6pPr marL="3265140" indent="-296831" algn="l" defTabSz="1187323" rtl="0" eaLnBrk="1" latinLnBrk="0" hangingPunct="1">
        <a:lnSpc>
          <a:spcPct val="90000"/>
        </a:lnSpc>
        <a:spcBef>
          <a:spcPts val="650"/>
        </a:spcBef>
        <a:buFont typeface="Arial" panose="020B0604020202020204" pitchFamily="34" charset="0"/>
        <a:buChar char="•"/>
        <a:defRPr sz="2337" kern="1200">
          <a:solidFill>
            <a:schemeClr val="tx1"/>
          </a:solidFill>
          <a:latin typeface="Arial"/>
          <a:ea typeface="+mn-ea"/>
          <a:cs typeface="+mn-cs"/>
        </a:defRPr>
      </a:lvl6pPr>
      <a:lvl7pPr marL="3858802" indent="-296831" algn="l" defTabSz="1187323" rtl="0" eaLnBrk="1" latinLnBrk="0" hangingPunct="1">
        <a:lnSpc>
          <a:spcPct val="90000"/>
        </a:lnSpc>
        <a:spcBef>
          <a:spcPts val="650"/>
        </a:spcBef>
        <a:buFont typeface="Arial" panose="020B0604020202020204" pitchFamily="34" charset="0"/>
        <a:buChar char="•"/>
        <a:defRPr sz="2337" kern="1200">
          <a:solidFill>
            <a:schemeClr val="tx1"/>
          </a:solidFill>
          <a:latin typeface="Arial"/>
          <a:ea typeface="+mn-ea"/>
          <a:cs typeface="+mn-cs"/>
        </a:defRPr>
      </a:lvl7pPr>
      <a:lvl8pPr marL="4452463" indent="-296831" algn="l" defTabSz="1187323" rtl="0" eaLnBrk="1" latinLnBrk="0" hangingPunct="1">
        <a:lnSpc>
          <a:spcPct val="90000"/>
        </a:lnSpc>
        <a:spcBef>
          <a:spcPts val="650"/>
        </a:spcBef>
        <a:buFont typeface="Arial" panose="020B0604020202020204" pitchFamily="34" charset="0"/>
        <a:buChar char="•"/>
        <a:defRPr sz="2337" kern="1200">
          <a:solidFill>
            <a:schemeClr val="tx1"/>
          </a:solidFill>
          <a:latin typeface="Arial"/>
          <a:ea typeface="+mn-ea"/>
          <a:cs typeface="+mn-cs"/>
        </a:defRPr>
      </a:lvl8pPr>
      <a:lvl9pPr marL="5046125" indent="-296831" algn="l" defTabSz="1187323" rtl="0" eaLnBrk="1" latinLnBrk="0" hangingPunct="1">
        <a:lnSpc>
          <a:spcPct val="90000"/>
        </a:lnSpc>
        <a:spcBef>
          <a:spcPts val="650"/>
        </a:spcBef>
        <a:buFont typeface="Arial" panose="020B0604020202020204" pitchFamily="34" charset="0"/>
        <a:buChar char="•"/>
        <a:defRPr sz="2337" kern="1200">
          <a:solidFill>
            <a:schemeClr val="tx1"/>
          </a:solidFill>
          <a:latin typeface="Arial"/>
          <a:ea typeface="+mn-ea"/>
          <a:cs typeface="+mn-cs"/>
        </a:defRPr>
      </a:lvl9pPr>
    </p:bodyStyle>
    <p:otherStyle>
      <a:defPPr>
        <a:defRPr lang="en-US"/>
      </a:defPPr>
      <a:lvl1pPr marL="0" algn="l" defTabSz="1187323" rtl="0" eaLnBrk="1" latinLnBrk="0" hangingPunct="1">
        <a:defRPr sz="2337" kern="1200">
          <a:solidFill>
            <a:schemeClr val="tx1"/>
          </a:solidFill>
          <a:latin typeface="Arial"/>
          <a:ea typeface="+mn-ea"/>
          <a:cs typeface="+mn-cs"/>
        </a:defRPr>
      </a:lvl1pPr>
      <a:lvl2pPr marL="593662" algn="l" defTabSz="1187323" rtl="0" eaLnBrk="1" latinLnBrk="0" hangingPunct="1">
        <a:defRPr sz="2337" kern="1200">
          <a:solidFill>
            <a:schemeClr val="tx1"/>
          </a:solidFill>
          <a:latin typeface="Arial"/>
          <a:ea typeface="+mn-ea"/>
          <a:cs typeface="+mn-cs"/>
        </a:defRPr>
      </a:lvl2pPr>
      <a:lvl3pPr marL="1187323" algn="l" defTabSz="1187323" rtl="0" eaLnBrk="1" latinLnBrk="0" hangingPunct="1">
        <a:defRPr sz="2337" kern="1200">
          <a:solidFill>
            <a:schemeClr val="tx1"/>
          </a:solidFill>
          <a:latin typeface="Arial"/>
          <a:ea typeface="+mn-ea"/>
          <a:cs typeface="+mn-cs"/>
        </a:defRPr>
      </a:lvl3pPr>
      <a:lvl4pPr marL="1780986" algn="l" defTabSz="1187323" rtl="0" eaLnBrk="1" latinLnBrk="0" hangingPunct="1">
        <a:defRPr sz="2337" kern="1200">
          <a:solidFill>
            <a:schemeClr val="tx1"/>
          </a:solidFill>
          <a:latin typeface="Arial"/>
          <a:ea typeface="+mn-ea"/>
          <a:cs typeface="+mn-cs"/>
        </a:defRPr>
      </a:lvl4pPr>
      <a:lvl5pPr marL="2374648" algn="l" defTabSz="1187323" rtl="0" eaLnBrk="1" latinLnBrk="0" hangingPunct="1">
        <a:defRPr sz="2337" kern="1200">
          <a:solidFill>
            <a:schemeClr val="tx1"/>
          </a:solidFill>
          <a:latin typeface="Arial"/>
          <a:ea typeface="+mn-ea"/>
          <a:cs typeface="+mn-cs"/>
        </a:defRPr>
      </a:lvl5pPr>
      <a:lvl6pPr marL="2968309" algn="l" defTabSz="1187323" rtl="0" eaLnBrk="1" latinLnBrk="0" hangingPunct="1">
        <a:defRPr sz="2337" kern="1200">
          <a:solidFill>
            <a:schemeClr val="tx1"/>
          </a:solidFill>
          <a:latin typeface="Arial"/>
          <a:ea typeface="+mn-ea"/>
          <a:cs typeface="+mn-cs"/>
        </a:defRPr>
      </a:lvl6pPr>
      <a:lvl7pPr marL="3561971" algn="l" defTabSz="1187323" rtl="0" eaLnBrk="1" latinLnBrk="0" hangingPunct="1">
        <a:defRPr sz="2337" kern="1200">
          <a:solidFill>
            <a:schemeClr val="tx1"/>
          </a:solidFill>
          <a:latin typeface="Arial"/>
          <a:ea typeface="+mn-ea"/>
          <a:cs typeface="+mn-cs"/>
        </a:defRPr>
      </a:lvl7pPr>
      <a:lvl8pPr marL="4155634" algn="l" defTabSz="1187323" rtl="0" eaLnBrk="1" latinLnBrk="0" hangingPunct="1">
        <a:defRPr sz="2337" kern="1200">
          <a:solidFill>
            <a:schemeClr val="tx1"/>
          </a:solidFill>
          <a:latin typeface="Arial"/>
          <a:ea typeface="+mn-ea"/>
          <a:cs typeface="+mn-cs"/>
        </a:defRPr>
      </a:lvl8pPr>
      <a:lvl9pPr marL="4749295" algn="l" defTabSz="1187323" rtl="0" eaLnBrk="1" latinLnBrk="0" hangingPunct="1">
        <a:defRPr sz="2337" kern="1200">
          <a:solidFill>
            <a:schemeClr val="tx1"/>
          </a:solidFill>
          <a:latin typeface="Arial"/>
          <a:ea typeface="+mn-ea"/>
          <a:cs typeface="+mn-cs"/>
        </a:defRPr>
      </a:lvl9pPr>
    </p:otherStyle>
  </p:txStyles>
  <p:extLst>
    <p:ext uri="{27BBF7A9-308A-43DC-89C8-2F10F3537804}">
      <p15:sldGuideLst xmlns="" xmlns:p15="http://schemas.microsoft.com/office/powerpoint/2012/main">
        <p15:guide id="1" orient="horz" pos="2161">
          <p15:clr>
            <a:srgbClr val="F26B43"/>
          </p15:clr>
        </p15:guide>
        <p15:guide id="2" pos="3842">
          <p15:clr>
            <a:srgbClr val="F26B43"/>
          </p15:clr>
        </p15:guide>
        <p15:guide id="3" pos="458">
          <p15:clr>
            <a:srgbClr val="F26B43"/>
          </p15:clr>
        </p15:guide>
        <p15:guide id="4" pos="7225">
          <p15:clr>
            <a:srgbClr val="F26B43"/>
          </p15:clr>
        </p15:guide>
        <p15:guide id="5" orient="horz" pos="4100">
          <p15:clr>
            <a:srgbClr val="F26B43"/>
          </p15:clr>
        </p15:guide>
      </p15:sldGuideLst>
    </p:ext>
  </p:extLst>
</p:sldMaster>
</file>

<file path=ppt/slideMasters/slideMaster13.xml><?xml version="1.0" encoding="utf-8"?>
<p:sldMaster xmlns:a="http://schemas.openxmlformats.org/drawingml/2006/main" xmlns:r="http://schemas.openxmlformats.org/officeDocument/2006/relationships" xmlns:p="http://schemas.openxmlformats.org/presentationml/2006/main" preserve="1">
  <p:cSld>
    <p:bg>
      <p:bgPr>
        <a:solidFill>
          <a:srgbClr val="FFFFFF"/>
        </a:solidFill>
        <a:effectLst/>
      </p:bgPr>
    </p:bg>
    <p:spTree>
      <p:nvGrpSpPr>
        <p:cNvPr id="1" name=""/>
        <p:cNvGrpSpPr/>
        <p:nvPr/>
      </p:nvGrpSpPr>
      <p:grpSpPr>
        <a:xfrm>
          <a:off x="0" y="0"/>
          <a:ext cx="0" cy="0"/>
          <a:chOff x="0" y="0"/>
          <a:chExt cx="0" cy="0"/>
        </a:xfrm>
      </p:grpSpPr>
      <p:sp>
        <p:nvSpPr>
          <p:cNvPr id="3" name="TextBox 2">
            <a:extLst>
              <a:ext uri="{FF2B5EF4-FFF2-40B4-BE49-F238E27FC236}">
                <a16:creationId xmlns="" xmlns:a16="http://schemas.microsoft.com/office/drawing/2014/main" id="{6785A3D6-1271-D247-9E96-1B376F4BE7BE}"/>
              </a:ext>
            </a:extLst>
          </p:cNvPr>
          <p:cNvSpPr txBox="1"/>
          <p:nvPr userDrawn="1"/>
        </p:nvSpPr>
        <p:spPr>
          <a:xfrm>
            <a:off x="1095468" y="6356939"/>
            <a:ext cx="1463467" cy="242864"/>
          </a:xfrm>
          <a:prstGeom prst="rect">
            <a:avLst/>
          </a:prstGeom>
          <a:noFill/>
        </p:spPr>
        <p:txBody>
          <a:bodyPr wrap="square" rtlCol="0">
            <a:spAutoFit/>
          </a:bodyPr>
          <a:lstStyle/>
          <a:p>
            <a:pPr defTabSz="914112"/>
            <a:r>
              <a:rPr lang="en-US" sz="974" dirty="0">
                <a:solidFill>
                  <a:srgbClr val="1D1D1B"/>
                </a:solidFill>
                <a:latin typeface="Arial" pitchFamily="34" charset="0"/>
                <a:cs typeface="Arial" panose="020B0604020202020204" pitchFamily="34" charset="0"/>
              </a:rPr>
              <a:t>Huawei Confidential</a:t>
            </a:r>
          </a:p>
        </p:txBody>
      </p:sp>
      <p:sp>
        <p:nvSpPr>
          <p:cNvPr id="4" name="TextBox 3">
            <a:extLst>
              <a:ext uri="{FF2B5EF4-FFF2-40B4-BE49-F238E27FC236}">
                <a16:creationId xmlns="" xmlns:a16="http://schemas.microsoft.com/office/drawing/2014/main" id="{EABEE2EE-BF4D-7A4A-B3C6-9E47668CCD98}"/>
              </a:ext>
            </a:extLst>
          </p:cNvPr>
          <p:cNvSpPr txBox="1"/>
          <p:nvPr userDrawn="1"/>
        </p:nvSpPr>
        <p:spPr>
          <a:xfrm>
            <a:off x="734132" y="6402806"/>
            <a:ext cx="499729" cy="150296"/>
          </a:xfrm>
          <a:prstGeom prst="rect">
            <a:avLst/>
          </a:prstGeom>
          <a:noFill/>
        </p:spPr>
        <p:txBody>
          <a:bodyPr wrap="square" lIns="0" tIns="0" rIns="0" bIns="0" rtlCol="0">
            <a:spAutoFit/>
          </a:bodyPr>
          <a:lstStyle/>
          <a:p>
            <a:pPr defTabSz="890493">
              <a:defRPr/>
            </a:pPr>
            <a:fld id="{C3837181-38C6-AD4F-B8BA-B444770388BB}" type="slidenum">
              <a:rPr lang="en-US" sz="974">
                <a:solidFill>
                  <a:srgbClr val="1D1D1B"/>
                </a:solidFill>
                <a:latin typeface="Arial" pitchFamily="34" charset="0"/>
                <a:cs typeface="Arial" panose="020B0604020202020204" pitchFamily="34" charset="0"/>
              </a:rPr>
              <a:pPr defTabSz="890493">
                <a:defRPr/>
              </a:pPr>
              <a:t>‹Nº›</a:t>
            </a:fld>
            <a:endParaRPr lang="en-US" sz="974" dirty="0">
              <a:solidFill>
                <a:srgbClr val="1D1D1B"/>
              </a:solidFill>
              <a:latin typeface="Arial" pitchFamily="34" charset="0"/>
              <a:cs typeface="Arial" panose="020B0604020202020204" pitchFamily="34" charset="0"/>
            </a:endParaRPr>
          </a:p>
        </p:txBody>
      </p:sp>
      <p:pic>
        <p:nvPicPr>
          <p:cNvPr id="41" name="图片 40"/>
          <p:cNvPicPr>
            <a:picLocks noChangeAspect="1"/>
          </p:cNvPicPr>
          <p:nvPr userDrawn="1"/>
        </p:nvPicPr>
        <p:blipFill>
          <a:blip r:embed="rId8" cstate="print">
            <a:extLst>
              <a:ext uri="{28A0092B-C50C-407E-A947-70E740481C1C}">
                <a14:useLocalDpi xmlns:a14="http://schemas.microsoft.com/office/drawing/2010/main" val="0"/>
              </a:ext>
            </a:extLst>
          </a:blip>
          <a:stretch>
            <a:fillRect/>
          </a:stretch>
        </p:blipFill>
        <p:spPr>
          <a:xfrm>
            <a:off x="10196000" y="6319872"/>
            <a:ext cx="1269075" cy="271153"/>
          </a:xfrm>
          <a:prstGeom prst="rect">
            <a:avLst/>
          </a:prstGeom>
        </p:spPr>
      </p:pic>
      <p:sp>
        <p:nvSpPr>
          <p:cNvPr id="5" name="CuadroTexto 4">
            <a:extLst>
              <a:ext uri="{FF2B5EF4-FFF2-40B4-BE49-F238E27FC236}">
                <a16:creationId xmlns="" xmlns:a16="http://schemas.microsoft.com/office/drawing/2014/main" id="{0A0C55E6-3313-FA31-2320-A2DD4F3C584A}"/>
              </a:ext>
            </a:extLst>
          </p:cNvPr>
          <p:cNvSpPr txBox="1"/>
          <p:nvPr userDrawn="1">
            <p:extLst>
              <p:ext uri="{1162E1C5-73C7-4A58-AE30-91384D911F3F}">
                <p184:classification xmlns="" xmlns:p184="http://schemas.microsoft.com/office/powerpoint/2018/4/main" val="hdr"/>
              </p:ext>
            </p:extLst>
          </p:nvPr>
        </p:nvSpPr>
        <p:spPr>
          <a:xfrm>
            <a:off x="11083925" y="0"/>
            <a:ext cx="1141413" cy="152400"/>
          </a:xfrm>
          <a:prstGeom prst="rect">
            <a:avLst/>
          </a:prstGeom>
        </p:spPr>
        <p:txBody>
          <a:bodyPr horzOverflow="overflow" lIns="0" tIns="0" rIns="0" bIns="0">
            <a:spAutoFit/>
          </a:bodyPr>
          <a:lstStyle/>
          <a:p>
            <a:pPr algn="l"/>
            <a:r>
              <a:rPr lang="es-AR" sz="1000">
                <a:solidFill>
                  <a:srgbClr val="000000"/>
                </a:solidFill>
                <a:latin typeface="Calibri" panose="020F0502020204030204" pitchFamily="34" charset="0"/>
                <a:cs typeface="Calibri" panose="020F0502020204030204" pitchFamily="34" charset="0"/>
              </a:rPr>
              <a:t>Documento: Personal</a:t>
            </a:r>
          </a:p>
        </p:txBody>
      </p:sp>
    </p:spTree>
    <p:extLst>
      <p:ext uri="{BB962C8B-B14F-4D97-AF65-F5344CB8AC3E}">
        <p14:creationId xmlns:p14="http://schemas.microsoft.com/office/powerpoint/2010/main" val="3588009129"/>
      </p:ext>
    </p:extLst>
  </p:cSld>
  <p:clrMap bg1="lt1" tx1="dk1" bg2="lt2" tx2="dk2" accent1="accent1" accent2="accent2" accent3="accent3" accent4="accent4" accent5="accent5" accent6="accent6" hlink="hlink" folHlink="folHlink"/>
  <p:sldLayoutIdLst>
    <p:sldLayoutId id="2147484119" r:id="rId1"/>
    <p:sldLayoutId id="2147484121" r:id="rId2"/>
    <p:sldLayoutId id="2147484122" r:id="rId3"/>
    <p:sldLayoutId id="2147484123" r:id="rId4"/>
    <p:sldLayoutId id="2147484124" r:id="rId5"/>
    <p:sldLayoutId id="2147484125" r:id="rId6"/>
  </p:sldLayoutIdLst>
  <p:hf hdr="0" ftr="0" dt="0"/>
  <p:txStyles>
    <p:titleStyle>
      <a:lvl1pPr algn="l" defTabSz="1187323" rtl="0" eaLnBrk="1" latinLnBrk="0" hangingPunct="1">
        <a:lnSpc>
          <a:spcPct val="90000"/>
        </a:lnSpc>
        <a:spcBef>
          <a:spcPct val="0"/>
        </a:spcBef>
        <a:buNone/>
        <a:defRPr sz="5714" kern="1200">
          <a:solidFill>
            <a:schemeClr val="tx1"/>
          </a:solidFill>
          <a:latin typeface="Arial"/>
          <a:ea typeface="+mj-ea"/>
          <a:cs typeface="+mj-cs"/>
        </a:defRPr>
      </a:lvl1pPr>
    </p:titleStyle>
    <p:bodyStyle>
      <a:lvl1pPr marL="296831" indent="-296831" algn="l" defTabSz="1187323" rtl="0" eaLnBrk="1" latinLnBrk="0" hangingPunct="1">
        <a:lnSpc>
          <a:spcPct val="90000"/>
        </a:lnSpc>
        <a:spcBef>
          <a:spcPts val="1298"/>
        </a:spcBef>
        <a:buFont typeface="Arial" panose="020B0604020202020204" pitchFamily="34" charset="0"/>
        <a:buChar char="•"/>
        <a:defRPr sz="3635" kern="1200">
          <a:solidFill>
            <a:schemeClr val="tx1"/>
          </a:solidFill>
          <a:latin typeface="Arial"/>
          <a:ea typeface="+mn-ea"/>
          <a:cs typeface="+mn-cs"/>
        </a:defRPr>
      </a:lvl1pPr>
      <a:lvl2pPr marL="890493" indent="-296831" algn="l" defTabSz="1187323" rtl="0" eaLnBrk="1" latinLnBrk="0" hangingPunct="1">
        <a:lnSpc>
          <a:spcPct val="90000"/>
        </a:lnSpc>
        <a:spcBef>
          <a:spcPts val="650"/>
        </a:spcBef>
        <a:buFont typeface="Arial" panose="020B0604020202020204" pitchFamily="34" charset="0"/>
        <a:buChar char="•"/>
        <a:defRPr sz="3117" kern="1200">
          <a:solidFill>
            <a:schemeClr val="tx1"/>
          </a:solidFill>
          <a:latin typeface="Arial"/>
          <a:ea typeface="+mn-ea"/>
          <a:cs typeface="+mn-cs"/>
        </a:defRPr>
      </a:lvl2pPr>
      <a:lvl3pPr marL="1484154" indent="-296831" algn="l" defTabSz="1187323" rtl="0" eaLnBrk="1" latinLnBrk="0" hangingPunct="1">
        <a:lnSpc>
          <a:spcPct val="90000"/>
        </a:lnSpc>
        <a:spcBef>
          <a:spcPts val="650"/>
        </a:spcBef>
        <a:buFont typeface="Arial" panose="020B0604020202020204" pitchFamily="34" charset="0"/>
        <a:buChar char="•"/>
        <a:defRPr sz="2597" kern="1200">
          <a:solidFill>
            <a:schemeClr val="tx1"/>
          </a:solidFill>
          <a:latin typeface="Arial"/>
          <a:ea typeface="+mn-ea"/>
          <a:cs typeface="+mn-cs"/>
        </a:defRPr>
      </a:lvl3pPr>
      <a:lvl4pPr marL="2077817" indent="-296831" algn="l" defTabSz="1187323" rtl="0" eaLnBrk="1" latinLnBrk="0" hangingPunct="1">
        <a:lnSpc>
          <a:spcPct val="90000"/>
        </a:lnSpc>
        <a:spcBef>
          <a:spcPts val="650"/>
        </a:spcBef>
        <a:buFont typeface="Arial" panose="020B0604020202020204" pitchFamily="34" charset="0"/>
        <a:buChar char="•"/>
        <a:defRPr sz="2337" kern="1200">
          <a:solidFill>
            <a:schemeClr val="tx1"/>
          </a:solidFill>
          <a:latin typeface="Arial"/>
          <a:ea typeface="+mn-ea"/>
          <a:cs typeface="+mn-cs"/>
        </a:defRPr>
      </a:lvl4pPr>
      <a:lvl5pPr marL="2671478" indent="-296831" algn="l" defTabSz="1187323" rtl="0" eaLnBrk="1" latinLnBrk="0" hangingPunct="1">
        <a:lnSpc>
          <a:spcPct val="90000"/>
        </a:lnSpc>
        <a:spcBef>
          <a:spcPts val="650"/>
        </a:spcBef>
        <a:buFont typeface="Arial" panose="020B0604020202020204" pitchFamily="34" charset="0"/>
        <a:buChar char="•"/>
        <a:defRPr sz="2337" kern="1200">
          <a:solidFill>
            <a:schemeClr val="tx1"/>
          </a:solidFill>
          <a:latin typeface="Arial"/>
          <a:ea typeface="+mn-ea"/>
          <a:cs typeface="+mn-cs"/>
        </a:defRPr>
      </a:lvl5pPr>
      <a:lvl6pPr marL="3265140" indent="-296831" algn="l" defTabSz="1187323" rtl="0" eaLnBrk="1" latinLnBrk="0" hangingPunct="1">
        <a:lnSpc>
          <a:spcPct val="90000"/>
        </a:lnSpc>
        <a:spcBef>
          <a:spcPts val="650"/>
        </a:spcBef>
        <a:buFont typeface="Arial" panose="020B0604020202020204" pitchFamily="34" charset="0"/>
        <a:buChar char="•"/>
        <a:defRPr sz="2337" kern="1200">
          <a:solidFill>
            <a:schemeClr val="tx1"/>
          </a:solidFill>
          <a:latin typeface="Arial"/>
          <a:ea typeface="+mn-ea"/>
          <a:cs typeface="+mn-cs"/>
        </a:defRPr>
      </a:lvl6pPr>
      <a:lvl7pPr marL="3858802" indent="-296831" algn="l" defTabSz="1187323" rtl="0" eaLnBrk="1" latinLnBrk="0" hangingPunct="1">
        <a:lnSpc>
          <a:spcPct val="90000"/>
        </a:lnSpc>
        <a:spcBef>
          <a:spcPts val="650"/>
        </a:spcBef>
        <a:buFont typeface="Arial" panose="020B0604020202020204" pitchFamily="34" charset="0"/>
        <a:buChar char="•"/>
        <a:defRPr sz="2337" kern="1200">
          <a:solidFill>
            <a:schemeClr val="tx1"/>
          </a:solidFill>
          <a:latin typeface="Arial"/>
          <a:ea typeface="+mn-ea"/>
          <a:cs typeface="+mn-cs"/>
        </a:defRPr>
      </a:lvl7pPr>
      <a:lvl8pPr marL="4452463" indent="-296831" algn="l" defTabSz="1187323" rtl="0" eaLnBrk="1" latinLnBrk="0" hangingPunct="1">
        <a:lnSpc>
          <a:spcPct val="90000"/>
        </a:lnSpc>
        <a:spcBef>
          <a:spcPts val="650"/>
        </a:spcBef>
        <a:buFont typeface="Arial" panose="020B0604020202020204" pitchFamily="34" charset="0"/>
        <a:buChar char="•"/>
        <a:defRPr sz="2337" kern="1200">
          <a:solidFill>
            <a:schemeClr val="tx1"/>
          </a:solidFill>
          <a:latin typeface="Arial"/>
          <a:ea typeface="+mn-ea"/>
          <a:cs typeface="+mn-cs"/>
        </a:defRPr>
      </a:lvl8pPr>
      <a:lvl9pPr marL="5046125" indent="-296831" algn="l" defTabSz="1187323" rtl="0" eaLnBrk="1" latinLnBrk="0" hangingPunct="1">
        <a:lnSpc>
          <a:spcPct val="90000"/>
        </a:lnSpc>
        <a:spcBef>
          <a:spcPts val="650"/>
        </a:spcBef>
        <a:buFont typeface="Arial" panose="020B0604020202020204" pitchFamily="34" charset="0"/>
        <a:buChar char="•"/>
        <a:defRPr sz="2337" kern="1200">
          <a:solidFill>
            <a:schemeClr val="tx1"/>
          </a:solidFill>
          <a:latin typeface="Arial"/>
          <a:ea typeface="+mn-ea"/>
          <a:cs typeface="+mn-cs"/>
        </a:defRPr>
      </a:lvl9pPr>
    </p:bodyStyle>
    <p:otherStyle>
      <a:defPPr>
        <a:defRPr lang="en-US"/>
      </a:defPPr>
      <a:lvl1pPr marL="0" algn="l" defTabSz="1187323" rtl="0" eaLnBrk="1" latinLnBrk="0" hangingPunct="1">
        <a:defRPr sz="2337" kern="1200">
          <a:solidFill>
            <a:schemeClr val="tx1"/>
          </a:solidFill>
          <a:latin typeface="Arial"/>
          <a:ea typeface="+mn-ea"/>
          <a:cs typeface="+mn-cs"/>
        </a:defRPr>
      </a:lvl1pPr>
      <a:lvl2pPr marL="593662" algn="l" defTabSz="1187323" rtl="0" eaLnBrk="1" latinLnBrk="0" hangingPunct="1">
        <a:defRPr sz="2337" kern="1200">
          <a:solidFill>
            <a:schemeClr val="tx1"/>
          </a:solidFill>
          <a:latin typeface="Arial"/>
          <a:ea typeface="+mn-ea"/>
          <a:cs typeface="+mn-cs"/>
        </a:defRPr>
      </a:lvl2pPr>
      <a:lvl3pPr marL="1187323" algn="l" defTabSz="1187323" rtl="0" eaLnBrk="1" latinLnBrk="0" hangingPunct="1">
        <a:defRPr sz="2337" kern="1200">
          <a:solidFill>
            <a:schemeClr val="tx1"/>
          </a:solidFill>
          <a:latin typeface="Arial"/>
          <a:ea typeface="+mn-ea"/>
          <a:cs typeface="+mn-cs"/>
        </a:defRPr>
      </a:lvl3pPr>
      <a:lvl4pPr marL="1780986" algn="l" defTabSz="1187323" rtl="0" eaLnBrk="1" latinLnBrk="0" hangingPunct="1">
        <a:defRPr sz="2337" kern="1200">
          <a:solidFill>
            <a:schemeClr val="tx1"/>
          </a:solidFill>
          <a:latin typeface="Arial"/>
          <a:ea typeface="+mn-ea"/>
          <a:cs typeface="+mn-cs"/>
        </a:defRPr>
      </a:lvl4pPr>
      <a:lvl5pPr marL="2374648" algn="l" defTabSz="1187323" rtl="0" eaLnBrk="1" latinLnBrk="0" hangingPunct="1">
        <a:defRPr sz="2337" kern="1200">
          <a:solidFill>
            <a:schemeClr val="tx1"/>
          </a:solidFill>
          <a:latin typeface="Arial"/>
          <a:ea typeface="+mn-ea"/>
          <a:cs typeface="+mn-cs"/>
        </a:defRPr>
      </a:lvl5pPr>
      <a:lvl6pPr marL="2968309" algn="l" defTabSz="1187323" rtl="0" eaLnBrk="1" latinLnBrk="0" hangingPunct="1">
        <a:defRPr sz="2337" kern="1200">
          <a:solidFill>
            <a:schemeClr val="tx1"/>
          </a:solidFill>
          <a:latin typeface="Arial"/>
          <a:ea typeface="+mn-ea"/>
          <a:cs typeface="+mn-cs"/>
        </a:defRPr>
      </a:lvl6pPr>
      <a:lvl7pPr marL="3561971" algn="l" defTabSz="1187323" rtl="0" eaLnBrk="1" latinLnBrk="0" hangingPunct="1">
        <a:defRPr sz="2337" kern="1200">
          <a:solidFill>
            <a:schemeClr val="tx1"/>
          </a:solidFill>
          <a:latin typeface="Arial"/>
          <a:ea typeface="+mn-ea"/>
          <a:cs typeface="+mn-cs"/>
        </a:defRPr>
      </a:lvl7pPr>
      <a:lvl8pPr marL="4155634" algn="l" defTabSz="1187323" rtl="0" eaLnBrk="1" latinLnBrk="0" hangingPunct="1">
        <a:defRPr sz="2337" kern="1200">
          <a:solidFill>
            <a:schemeClr val="tx1"/>
          </a:solidFill>
          <a:latin typeface="Arial"/>
          <a:ea typeface="+mn-ea"/>
          <a:cs typeface="+mn-cs"/>
        </a:defRPr>
      </a:lvl8pPr>
      <a:lvl9pPr marL="4749295" algn="l" defTabSz="1187323" rtl="0" eaLnBrk="1" latinLnBrk="0" hangingPunct="1">
        <a:defRPr sz="2337" kern="1200">
          <a:solidFill>
            <a:schemeClr val="tx1"/>
          </a:solidFill>
          <a:latin typeface="Arial"/>
          <a:ea typeface="+mn-ea"/>
          <a:cs typeface="+mn-cs"/>
        </a:defRPr>
      </a:lvl9pPr>
    </p:otherStyle>
  </p:txStyles>
  <p:extLst>
    <p:ext uri="{27BBF7A9-308A-43DC-89C8-2F10F3537804}">
      <p15:sldGuideLst xmlns="" xmlns:p15="http://schemas.microsoft.com/office/powerpoint/2012/main">
        <p15:guide id="1" orient="horz" pos="2161">
          <p15:clr>
            <a:srgbClr val="F26B43"/>
          </p15:clr>
        </p15:guide>
        <p15:guide id="2" pos="3842">
          <p15:clr>
            <a:srgbClr val="F26B43"/>
          </p15:clr>
        </p15:guide>
        <p15:guide id="3" pos="458">
          <p15:clr>
            <a:srgbClr val="F26B43"/>
          </p15:clr>
        </p15:guide>
        <p15:guide id="4" pos="7225">
          <p15:clr>
            <a:srgbClr val="F26B43"/>
          </p15:clr>
        </p15:guide>
        <p15:guide id="5" orient="horz" pos="4100">
          <p15:clr>
            <a:srgbClr val="F26B43"/>
          </p15:clr>
        </p15:guide>
      </p15:sldGuideLst>
    </p:ext>
  </p:extLst>
</p:sldMaster>
</file>

<file path=ppt/slideMasters/slideMaster14.xml><?xml version="1.0" encoding="utf-8"?>
<p:sldMaster xmlns:a="http://schemas.openxmlformats.org/drawingml/2006/main" xmlns:r="http://schemas.openxmlformats.org/officeDocument/2006/relationships" xmlns:p="http://schemas.openxmlformats.org/presentationml/2006/main" preserve="1">
  <p:cSld>
    <p:bg>
      <p:bgPr>
        <a:solidFill>
          <a:srgbClr val="FFFFFF"/>
        </a:solidFill>
        <a:effectLst/>
      </p:bgPr>
    </p:bg>
    <p:spTree>
      <p:nvGrpSpPr>
        <p:cNvPr id="1" name=""/>
        <p:cNvGrpSpPr/>
        <p:nvPr/>
      </p:nvGrpSpPr>
      <p:grpSpPr>
        <a:xfrm>
          <a:off x="0" y="0"/>
          <a:ext cx="0" cy="0"/>
          <a:chOff x="0" y="0"/>
          <a:chExt cx="0" cy="0"/>
        </a:xfrm>
      </p:grpSpPr>
      <p:sp>
        <p:nvSpPr>
          <p:cNvPr id="3" name="TextBox 2">
            <a:extLst>
              <a:ext uri="{FF2B5EF4-FFF2-40B4-BE49-F238E27FC236}">
                <a16:creationId xmlns="" xmlns:a16="http://schemas.microsoft.com/office/drawing/2014/main" id="{6785A3D6-1271-D247-9E96-1B376F4BE7BE}"/>
              </a:ext>
            </a:extLst>
          </p:cNvPr>
          <p:cNvSpPr txBox="1"/>
          <p:nvPr userDrawn="1"/>
        </p:nvSpPr>
        <p:spPr>
          <a:xfrm>
            <a:off x="1095468" y="6356939"/>
            <a:ext cx="1463467" cy="242864"/>
          </a:xfrm>
          <a:prstGeom prst="rect">
            <a:avLst/>
          </a:prstGeom>
          <a:noFill/>
        </p:spPr>
        <p:txBody>
          <a:bodyPr wrap="square" rtlCol="0">
            <a:spAutoFit/>
          </a:bodyPr>
          <a:lstStyle/>
          <a:p>
            <a:pPr defTabSz="914112"/>
            <a:r>
              <a:rPr lang="en-US" sz="974" dirty="0">
                <a:solidFill>
                  <a:srgbClr val="1D1D1B"/>
                </a:solidFill>
                <a:cs typeface="Arial" panose="020B0604020202020204" pitchFamily="34" charset="0"/>
              </a:rPr>
              <a:t>Huawei Confidential</a:t>
            </a:r>
          </a:p>
        </p:txBody>
      </p:sp>
      <p:sp>
        <p:nvSpPr>
          <p:cNvPr id="4" name="TextBox 3">
            <a:extLst>
              <a:ext uri="{FF2B5EF4-FFF2-40B4-BE49-F238E27FC236}">
                <a16:creationId xmlns="" xmlns:a16="http://schemas.microsoft.com/office/drawing/2014/main" id="{EABEE2EE-BF4D-7A4A-B3C6-9E47668CCD98}"/>
              </a:ext>
            </a:extLst>
          </p:cNvPr>
          <p:cNvSpPr txBox="1"/>
          <p:nvPr userDrawn="1"/>
        </p:nvSpPr>
        <p:spPr>
          <a:xfrm>
            <a:off x="734132" y="6402806"/>
            <a:ext cx="499729" cy="150296"/>
          </a:xfrm>
          <a:prstGeom prst="rect">
            <a:avLst/>
          </a:prstGeom>
          <a:noFill/>
        </p:spPr>
        <p:txBody>
          <a:bodyPr wrap="square" lIns="0" tIns="0" rIns="0" bIns="0" rtlCol="0">
            <a:spAutoFit/>
          </a:bodyPr>
          <a:lstStyle/>
          <a:p>
            <a:pPr defTabSz="890493">
              <a:defRPr/>
            </a:pPr>
            <a:fld id="{C3837181-38C6-AD4F-B8BA-B444770388BB}" type="slidenum">
              <a:rPr lang="en-US" sz="974">
                <a:solidFill>
                  <a:srgbClr val="1D1D1B"/>
                </a:solidFill>
                <a:cs typeface="Arial" panose="020B0604020202020204" pitchFamily="34" charset="0"/>
              </a:rPr>
              <a:pPr defTabSz="890493">
                <a:defRPr/>
              </a:pPr>
              <a:t>‹Nº›</a:t>
            </a:fld>
            <a:endParaRPr lang="en-US" sz="974" dirty="0">
              <a:solidFill>
                <a:srgbClr val="1D1D1B"/>
              </a:solidFill>
              <a:cs typeface="Arial" panose="020B0604020202020204" pitchFamily="34" charset="0"/>
            </a:endParaRPr>
          </a:p>
        </p:txBody>
      </p:sp>
      <p:pic>
        <p:nvPicPr>
          <p:cNvPr id="41" name="图片 40"/>
          <p:cNvPicPr>
            <a:picLocks noChangeAspect="1"/>
          </p:cNvPicPr>
          <p:nvPr userDrawn="1"/>
        </p:nvPicPr>
        <p:blipFill>
          <a:blip r:embed="rId8" cstate="print">
            <a:extLst>
              <a:ext uri="{28A0092B-C50C-407E-A947-70E740481C1C}">
                <a14:useLocalDpi xmlns:a14="http://schemas.microsoft.com/office/drawing/2010/main" val="0"/>
              </a:ext>
            </a:extLst>
          </a:blip>
          <a:stretch>
            <a:fillRect/>
          </a:stretch>
        </p:blipFill>
        <p:spPr>
          <a:xfrm>
            <a:off x="10196000" y="6319872"/>
            <a:ext cx="1269075" cy="271153"/>
          </a:xfrm>
          <a:prstGeom prst="rect">
            <a:avLst/>
          </a:prstGeom>
        </p:spPr>
      </p:pic>
      <p:sp>
        <p:nvSpPr>
          <p:cNvPr id="5" name="CuadroTexto 4">
            <a:extLst>
              <a:ext uri="{FF2B5EF4-FFF2-40B4-BE49-F238E27FC236}">
                <a16:creationId xmlns="" xmlns:a16="http://schemas.microsoft.com/office/drawing/2014/main" id="{597EC1B1-FDCB-834E-2E55-A48F86F588A9}"/>
              </a:ext>
            </a:extLst>
          </p:cNvPr>
          <p:cNvSpPr txBox="1"/>
          <p:nvPr userDrawn="1">
            <p:extLst>
              <p:ext uri="{1162E1C5-73C7-4A58-AE30-91384D911F3F}">
                <p184:classification xmlns="" xmlns:p184="http://schemas.microsoft.com/office/powerpoint/2018/4/main" val="hdr"/>
              </p:ext>
            </p:extLst>
          </p:nvPr>
        </p:nvSpPr>
        <p:spPr>
          <a:xfrm>
            <a:off x="11083925" y="0"/>
            <a:ext cx="1141413" cy="152400"/>
          </a:xfrm>
          <a:prstGeom prst="rect">
            <a:avLst/>
          </a:prstGeom>
        </p:spPr>
        <p:txBody>
          <a:bodyPr horzOverflow="overflow" lIns="0" tIns="0" rIns="0" bIns="0">
            <a:spAutoFit/>
          </a:bodyPr>
          <a:lstStyle/>
          <a:p>
            <a:pPr algn="l"/>
            <a:r>
              <a:rPr lang="es-AR" sz="1000">
                <a:solidFill>
                  <a:srgbClr val="000000"/>
                </a:solidFill>
                <a:latin typeface="Calibri" panose="020F0502020204030204" pitchFamily="34" charset="0"/>
                <a:cs typeface="Calibri" panose="020F0502020204030204" pitchFamily="34" charset="0"/>
              </a:rPr>
              <a:t>Documento: Personal</a:t>
            </a:r>
          </a:p>
        </p:txBody>
      </p:sp>
    </p:spTree>
    <p:extLst>
      <p:ext uri="{BB962C8B-B14F-4D97-AF65-F5344CB8AC3E}">
        <p14:creationId xmlns:p14="http://schemas.microsoft.com/office/powerpoint/2010/main" val="91417101"/>
      </p:ext>
    </p:extLst>
  </p:cSld>
  <p:clrMap bg1="lt1" tx1="dk1" bg2="lt2" tx2="dk2" accent1="accent1" accent2="accent2" accent3="accent3" accent4="accent4" accent5="accent5" accent6="accent6" hlink="hlink" folHlink="folHlink"/>
  <p:sldLayoutIdLst>
    <p:sldLayoutId id="2147484127" r:id="rId1"/>
    <p:sldLayoutId id="2147484129" r:id="rId2"/>
    <p:sldLayoutId id="2147484130" r:id="rId3"/>
    <p:sldLayoutId id="2147484131" r:id="rId4"/>
    <p:sldLayoutId id="2147484132" r:id="rId5"/>
    <p:sldLayoutId id="2147484133" r:id="rId6"/>
  </p:sldLayoutIdLst>
  <p:hf hdr="0" ftr="0" dt="0"/>
  <p:txStyles>
    <p:titleStyle>
      <a:lvl1pPr algn="l" defTabSz="1187323" rtl="0" eaLnBrk="1" latinLnBrk="0" hangingPunct="1">
        <a:lnSpc>
          <a:spcPct val="90000"/>
        </a:lnSpc>
        <a:spcBef>
          <a:spcPct val="0"/>
        </a:spcBef>
        <a:buNone/>
        <a:defRPr sz="5714" kern="1200">
          <a:solidFill>
            <a:schemeClr val="tx1"/>
          </a:solidFill>
          <a:latin typeface="Arial"/>
          <a:ea typeface="+mj-ea"/>
          <a:cs typeface="+mj-cs"/>
        </a:defRPr>
      </a:lvl1pPr>
    </p:titleStyle>
    <p:bodyStyle>
      <a:lvl1pPr marL="296831" indent="-296831" algn="l" defTabSz="1187323" rtl="0" eaLnBrk="1" latinLnBrk="0" hangingPunct="1">
        <a:lnSpc>
          <a:spcPct val="90000"/>
        </a:lnSpc>
        <a:spcBef>
          <a:spcPts val="1298"/>
        </a:spcBef>
        <a:buFont typeface="Arial" panose="020B0604020202020204" pitchFamily="34" charset="0"/>
        <a:buChar char="•"/>
        <a:defRPr sz="3635" kern="1200">
          <a:solidFill>
            <a:schemeClr val="tx1"/>
          </a:solidFill>
          <a:latin typeface="Arial"/>
          <a:ea typeface="+mn-ea"/>
          <a:cs typeface="+mn-cs"/>
        </a:defRPr>
      </a:lvl1pPr>
      <a:lvl2pPr marL="890493" indent="-296831" algn="l" defTabSz="1187323" rtl="0" eaLnBrk="1" latinLnBrk="0" hangingPunct="1">
        <a:lnSpc>
          <a:spcPct val="90000"/>
        </a:lnSpc>
        <a:spcBef>
          <a:spcPts val="650"/>
        </a:spcBef>
        <a:buFont typeface="Arial" panose="020B0604020202020204" pitchFamily="34" charset="0"/>
        <a:buChar char="•"/>
        <a:defRPr sz="3117" kern="1200">
          <a:solidFill>
            <a:schemeClr val="tx1"/>
          </a:solidFill>
          <a:latin typeface="Arial"/>
          <a:ea typeface="+mn-ea"/>
          <a:cs typeface="+mn-cs"/>
        </a:defRPr>
      </a:lvl2pPr>
      <a:lvl3pPr marL="1484154" indent="-296831" algn="l" defTabSz="1187323" rtl="0" eaLnBrk="1" latinLnBrk="0" hangingPunct="1">
        <a:lnSpc>
          <a:spcPct val="90000"/>
        </a:lnSpc>
        <a:spcBef>
          <a:spcPts val="650"/>
        </a:spcBef>
        <a:buFont typeface="Arial" panose="020B0604020202020204" pitchFamily="34" charset="0"/>
        <a:buChar char="•"/>
        <a:defRPr sz="2597" kern="1200">
          <a:solidFill>
            <a:schemeClr val="tx1"/>
          </a:solidFill>
          <a:latin typeface="Arial"/>
          <a:ea typeface="+mn-ea"/>
          <a:cs typeface="+mn-cs"/>
        </a:defRPr>
      </a:lvl3pPr>
      <a:lvl4pPr marL="2077817" indent="-296831" algn="l" defTabSz="1187323" rtl="0" eaLnBrk="1" latinLnBrk="0" hangingPunct="1">
        <a:lnSpc>
          <a:spcPct val="90000"/>
        </a:lnSpc>
        <a:spcBef>
          <a:spcPts val="650"/>
        </a:spcBef>
        <a:buFont typeface="Arial" panose="020B0604020202020204" pitchFamily="34" charset="0"/>
        <a:buChar char="•"/>
        <a:defRPr sz="2337" kern="1200">
          <a:solidFill>
            <a:schemeClr val="tx1"/>
          </a:solidFill>
          <a:latin typeface="Arial"/>
          <a:ea typeface="+mn-ea"/>
          <a:cs typeface="+mn-cs"/>
        </a:defRPr>
      </a:lvl4pPr>
      <a:lvl5pPr marL="2671478" indent="-296831" algn="l" defTabSz="1187323" rtl="0" eaLnBrk="1" latinLnBrk="0" hangingPunct="1">
        <a:lnSpc>
          <a:spcPct val="90000"/>
        </a:lnSpc>
        <a:spcBef>
          <a:spcPts val="650"/>
        </a:spcBef>
        <a:buFont typeface="Arial" panose="020B0604020202020204" pitchFamily="34" charset="0"/>
        <a:buChar char="•"/>
        <a:defRPr sz="2337" kern="1200">
          <a:solidFill>
            <a:schemeClr val="tx1"/>
          </a:solidFill>
          <a:latin typeface="Arial"/>
          <a:ea typeface="+mn-ea"/>
          <a:cs typeface="+mn-cs"/>
        </a:defRPr>
      </a:lvl5pPr>
      <a:lvl6pPr marL="3265140" indent="-296831" algn="l" defTabSz="1187323" rtl="0" eaLnBrk="1" latinLnBrk="0" hangingPunct="1">
        <a:lnSpc>
          <a:spcPct val="90000"/>
        </a:lnSpc>
        <a:spcBef>
          <a:spcPts val="650"/>
        </a:spcBef>
        <a:buFont typeface="Arial" panose="020B0604020202020204" pitchFamily="34" charset="0"/>
        <a:buChar char="•"/>
        <a:defRPr sz="2337" kern="1200">
          <a:solidFill>
            <a:schemeClr val="tx1"/>
          </a:solidFill>
          <a:latin typeface="Arial"/>
          <a:ea typeface="+mn-ea"/>
          <a:cs typeface="+mn-cs"/>
        </a:defRPr>
      </a:lvl6pPr>
      <a:lvl7pPr marL="3858802" indent="-296831" algn="l" defTabSz="1187323" rtl="0" eaLnBrk="1" latinLnBrk="0" hangingPunct="1">
        <a:lnSpc>
          <a:spcPct val="90000"/>
        </a:lnSpc>
        <a:spcBef>
          <a:spcPts val="650"/>
        </a:spcBef>
        <a:buFont typeface="Arial" panose="020B0604020202020204" pitchFamily="34" charset="0"/>
        <a:buChar char="•"/>
        <a:defRPr sz="2337" kern="1200">
          <a:solidFill>
            <a:schemeClr val="tx1"/>
          </a:solidFill>
          <a:latin typeface="Arial"/>
          <a:ea typeface="+mn-ea"/>
          <a:cs typeface="+mn-cs"/>
        </a:defRPr>
      </a:lvl7pPr>
      <a:lvl8pPr marL="4452463" indent="-296831" algn="l" defTabSz="1187323" rtl="0" eaLnBrk="1" latinLnBrk="0" hangingPunct="1">
        <a:lnSpc>
          <a:spcPct val="90000"/>
        </a:lnSpc>
        <a:spcBef>
          <a:spcPts val="650"/>
        </a:spcBef>
        <a:buFont typeface="Arial" panose="020B0604020202020204" pitchFamily="34" charset="0"/>
        <a:buChar char="•"/>
        <a:defRPr sz="2337" kern="1200">
          <a:solidFill>
            <a:schemeClr val="tx1"/>
          </a:solidFill>
          <a:latin typeface="Arial"/>
          <a:ea typeface="+mn-ea"/>
          <a:cs typeface="+mn-cs"/>
        </a:defRPr>
      </a:lvl8pPr>
      <a:lvl9pPr marL="5046125" indent="-296831" algn="l" defTabSz="1187323" rtl="0" eaLnBrk="1" latinLnBrk="0" hangingPunct="1">
        <a:lnSpc>
          <a:spcPct val="90000"/>
        </a:lnSpc>
        <a:spcBef>
          <a:spcPts val="650"/>
        </a:spcBef>
        <a:buFont typeface="Arial" panose="020B0604020202020204" pitchFamily="34" charset="0"/>
        <a:buChar char="•"/>
        <a:defRPr sz="2337" kern="1200">
          <a:solidFill>
            <a:schemeClr val="tx1"/>
          </a:solidFill>
          <a:latin typeface="Arial"/>
          <a:ea typeface="+mn-ea"/>
          <a:cs typeface="+mn-cs"/>
        </a:defRPr>
      </a:lvl9pPr>
    </p:bodyStyle>
    <p:otherStyle>
      <a:defPPr>
        <a:defRPr lang="en-US"/>
      </a:defPPr>
      <a:lvl1pPr marL="0" algn="l" defTabSz="1187323" rtl="0" eaLnBrk="1" latinLnBrk="0" hangingPunct="1">
        <a:defRPr sz="2337" kern="1200">
          <a:solidFill>
            <a:schemeClr val="tx1"/>
          </a:solidFill>
          <a:latin typeface="Arial"/>
          <a:ea typeface="+mn-ea"/>
          <a:cs typeface="+mn-cs"/>
        </a:defRPr>
      </a:lvl1pPr>
      <a:lvl2pPr marL="593662" algn="l" defTabSz="1187323" rtl="0" eaLnBrk="1" latinLnBrk="0" hangingPunct="1">
        <a:defRPr sz="2337" kern="1200">
          <a:solidFill>
            <a:schemeClr val="tx1"/>
          </a:solidFill>
          <a:latin typeface="Arial"/>
          <a:ea typeface="+mn-ea"/>
          <a:cs typeface="+mn-cs"/>
        </a:defRPr>
      </a:lvl2pPr>
      <a:lvl3pPr marL="1187323" algn="l" defTabSz="1187323" rtl="0" eaLnBrk="1" latinLnBrk="0" hangingPunct="1">
        <a:defRPr sz="2337" kern="1200">
          <a:solidFill>
            <a:schemeClr val="tx1"/>
          </a:solidFill>
          <a:latin typeface="Arial"/>
          <a:ea typeface="+mn-ea"/>
          <a:cs typeface="+mn-cs"/>
        </a:defRPr>
      </a:lvl3pPr>
      <a:lvl4pPr marL="1780986" algn="l" defTabSz="1187323" rtl="0" eaLnBrk="1" latinLnBrk="0" hangingPunct="1">
        <a:defRPr sz="2337" kern="1200">
          <a:solidFill>
            <a:schemeClr val="tx1"/>
          </a:solidFill>
          <a:latin typeface="Arial"/>
          <a:ea typeface="+mn-ea"/>
          <a:cs typeface="+mn-cs"/>
        </a:defRPr>
      </a:lvl4pPr>
      <a:lvl5pPr marL="2374648" algn="l" defTabSz="1187323" rtl="0" eaLnBrk="1" latinLnBrk="0" hangingPunct="1">
        <a:defRPr sz="2337" kern="1200">
          <a:solidFill>
            <a:schemeClr val="tx1"/>
          </a:solidFill>
          <a:latin typeface="Arial"/>
          <a:ea typeface="+mn-ea"/>
          <a:cs typeface="+mn-cs"/>
        </a:defRPr>
      </a:lvl5pPr>
      <a:lvl6pPr marL="2968309" algn="l" defTabSz="1187323" rtl="0" eaLnBrk="1" latinLnBrk="0" hangingPunct="1">
        <a:defRPr sz="2337" kern="1200">
          <a:solidFill>
            <a:schemeClr val="tx1"/>
          </a:solidFill>
          <a:latin typeface="Arial"/>
          <a:ea typeface="+mn-ea"/>
          <a:cs typeface="+mn-cs"/>
        </a:defRPr>
      </a:lvl6pPr>
      <a:lvl7pPr marL="3561971" algn="l" defTabSz="1187323" rtl="0" eaLnBrk="1" latinLnBrk="0" hangingPunct="1">
        <a:defRPr sz="2337" kern="1200">
          <a:solidFill>
            <a:schemeClr val="tx1"/>
          </a:solidFill>
          <a:latin typeface="Arial"/>
          <a:ea typeface="+mn-ea"/>
          <a:cs typeface="+mn-cs"/>
        </a:defRPr>
      </a:lvl7pPr>
      <a:lvl8pPr marL="4155634" algn="l" defTabSz="1187323" rtl="0" eaLnBrk="1" latinLnBrk="0" hangingPunct="1">
        <a:defRPr sz="2337" kern="1200">
          <a:solidFill>
            <a:schemeClr val="tx1"/>
          </a:solidFill>
          <a:latin typeface="Arial"/>
          <a:ea typeface="+mn-ea"/>
          <a:cs typeface="+mn-cs"/>
        </a:defRPr>
      </a:lvl8pPr>
      <a:lvl9pPr marL="4749295" algn="l" defTabSz="1187323" rtl="0" eaLnBrk="1" latinLnBrk="0" hangingPunct="1">
        <a:defRPr sz="2337" kern="1200">
          <a:solidFill>
            <a:schemeClr val="tx1"/>
          </a:solidFill>
          <a:latin typeface="Arial"/>
          <a:ea typeface="+mn-ea"/>
          <a:cs typeface="+mn-cs"/>
        </a:defRPr>
      </a:lvl9pPr>
    </p:otherStyle>
  </p:txStyles>
  <p:extLst>
    <p:ext uri="{27BBF7A9-308A-43DC-89C8-2F10F3537804}">
      <p15:sldGuideLst xmlns="" xmlns:p15="http://schemas.microsoft.com/office/powerpoint/2012/main">
        <p15:guide id="1" orient="horz" pos="2161">
          <p15:clr>
            <a:srgbClr val="F26B43"/>
          </p15:clr>
        </p15:guide>
        <p15:guide id="2" pos="3842">
          <p15:clr>
            <a:srgbClr val="F26B43"/>
          </p15:clr>
        </p15:guide>
        <p15:guide id="3" pos="458">
          <p15:clr>
            <a:srgbClr val="F26B43"/>
          </p15:clr>
        </p15:guide>
        <p15:guide id="4" pos="7225">
          <p15:clr>
            <a:srgbClr val="F26B43"/>
          </p15:clr>
        </p15:guide>
        <p15:guide id="5" orient="horz" pos="4100">
          <p15:clr>
            <a:srgbClr val="F26B43"/>
          </p15:clr>
        </p15:guide>
      </p15:sldGuideLst>
    </p:ext>
  </p:extLst>
</p:sldMaster>
</file>

<file path=ppt/slideMasters/slideMaster15.xml><?xml version="1.0" encoding="utf-8"?>
<p:sldMaster xmlns:a="http://schemas.openxmlformats.org/drawingml/2006/main" xmlns:r="http://schemas.openxmlformats.org/officeDocument/2006/relationships" xmlns:p="http://schemas.openxmlformats.org/presentationml/2006/main" preserve="1">
  <p:cSld>
    <p:bg>
      <p:bgPr>
        <a:solidFill>
          <a:srgbClr val="FFFFFF"/>
        </a:solidFill>
        <a:effectLst/>
      </p:bgPr>
    </p:bg>
    <p:spTree>
      <p:nvGrpSpPr>
        <p:cNvPr id="1" name=""/>
        <p:cNvGrpSpPr/>
        <p:nvPr/>
      </p:nvGrpSpPr>
      <p:grpSpPr>
        <a:xfrm>
          <a:off x="0" y="0"/>
          <a:ext cx="0" cy="0"/>
          <a:chOff x="0" y="0"/>
          <a:chExt cx="0" cy="0"/>
        </a:xfrm>
      </p:grpSpPr>
      <p:sp>
        <p:nvSpPr>
          <p:cNvPr id="3" name="TextBox 2">
            <a:extLst>
              <a:ext uri="{FF2B5EF4-FFF2-40B4-BE49-F238E27FC236}">
                <a16:creationId xmlns="" xmlns:a16="http://schemas.microsoft.com/office/drawing/2014/main" id="{6785A3D6-1271-D247-9E96-1B376F4BE7BE}"/>
              </a:ext>
            </a:extLst>
          </p:cNvPr>
          <p:cNvSpPr txBox="1"/>
          <p:nvPr userDrawn="1"/>
        </p:nvSpPr>
        <p:spPr>
          <a:xfrm>
            <a:off x="1095468" y="6356939"/>
            <a:ext cx="1463467" cy="242864"/>
          </a:xfrm>
          <a:prstGeom prst="rect">
            <a:avLst/>
          </a:prstGeom>
          <a:noFill/>
        </p:spPr>
        <p:txBody>
          <a:bodyPr wrap="square" rtlCol="0">
            <a:spAutoFit/>
          </a:bodyPr>
          <a:lstStyle/>
          <a:p>
            <a:pPr defTabSz="914112"/>
            <a:r>
              <a:rPr lang="en-US" sz="974" dirty="0">
                <a:solidFill>
                  <a:srgbClr val="1D1D1B"/>
                </a:solidFill>
                <a:latin typeface="Arial" pitchFamily="34" charset="0"/>
                <a:cs typeface="Arial" panose="020B0604020202020204" pitchFamily="34" charset="0"/>
              </a:rPr>
              <a:t>Huawei Confidential</a:t>
            </a:r>
          </a:p>
        </p:txBody>
      </p:sp>
      <p:sp>
        <p:nvSpPr>
          <p:cNvPr id="4" name="TextBox 3">
            <a:extLst>
              <a:ext uri="{FF2B5EF4-FFF2-40B4-BE49-F238E27FC236}">
                <a16:creationId xmlns="" xmlns:a16="http://schemas.microsoft.com/office/drawing/2014/main" id="{EABEE2EE-BF4D-7A4A-B3C6-9E47668CCD98}"/>
              </a:ext>
            </a:extLst>
          </p:cNvPr>
          <p:cNvSpPr txBox="1"/>
          <p:nvPr userDrawn="1"/>
        </p:nvSpPr>
        <p:spPr>
          <a:xfrm>
            <a:off x="734132" y="6402806"/>
            <a:ext cx="499729" cy="150296"/>
          </a:xfrm>
          <a:prstGeom prst="rect">
            <a:avLst/>
          </a:prstGeom>
          <a:noFill/>
        </p:spPr>
        <p:txBody>
          <a:bodyPr wrap="square" lIns="0" tIns="0" rIns="0" bIns="0" rtlCol="0">
            <a:spAutoFit/>
          </a:bodyPr>
          <a:lstStyle/>
          <a:p>
            <a:pPr defTabSz="890493">
              <a:defRPr/>
            </a:pPr>
            <a:fld id="{C3837181-38C6-AD4F-B8BA-B444770388BB}" type="slidenum">
              <a:rPr lang="en-US" sz="974">
                <a:solidFill>
                  <a:srgbClr val="1D1D1B"/>
                </a:solidFill>
                <a:latin typeface="Arial" pitchFamily="34" charset="0"/>
                <a:cs typeface="Arial" panose="020B0604020202020204" pitchFamily="34" charset="0"/>
              </a:rPr>
              <a:pPr defTabSz="890493">
                <a:defRPr/>
              </a:pPr>
              <a:t>‹Nº›</a:t>
            </a:fld>
            <a:endParaRPr lang="en-US" sz="974" dirty="0">
              <a:solidFill>
                <a:srgbClr val="1D1D1B"/>
              </a:solidFill>
              <a:latin typeface="Arial" pitchFamily="34" charset="0"/>
              <a:cs typeface="Arial" panose="020B0604020202020204" pitchFamily="34" charset="0"/>
            </a:endParaRPr>
          </a:p>
        </p:txBody>
      </p:sp>
      <p:pic>
        <p:nvPicPr>
          <p:cNvPr id="41" name="图片 40"/>
          <p:cNvPicPr>
            <a:picLocks noChangeAspect="1"/>
          </p:cNvPicPr>
          <p:nvPr userDrawn="1"/>
        </p:nvPicPr>
        <p:blipFill>
          <a:blip r:embed="rId8" cstate="print">
            <a:extLst>
              <a:ext uri="{28A0092B-C50C-407E-A947-70E740481C1C}">
                <a14:useLocalDpi xmlns:a14="http://schemas.microsoft.com/office/drawing/2010/main" val="0"/>
              </a:ext>
            </a:extLst>
          </a:blip>
          <a:stretch>
            <a:fillRect/>
          </a:stretch>
        </p:blipFill>
        <p:spPr>
          <a:xfrm>
            <a:off x="10196000" y="6319872"/>
            <a:ext cx="1269075" cy="271153"/>
          </a:xfrm>
          <a:prstGeom prst="rect">
            <a:avLst/>
          </a:prstGeom>
        </p:spPr>
      </p:pic>
      <p:sp>
        <p:nvSpPr>
          <p:cNvPr id="5" name="CuadroTexto 4">
            <a:extLst>
              <a:ext uri="{FF2B5EF4-FFF2-40B4-BE49-F238E27FC236}">
                <a16:creationId xmlns="" xmlns:a16="http://schemas.microsoft.com/office/drawing/2014/main" id="{0AC8CDBD-299E-E679-88F1-3C7981342532}"/>
              </a:ext>
            </a:extLst>
          </p:cNvPr>
          <p:cNvSpPr txBox="1"/>
          <p:nvPr userDrawn="1">
            <p:extLst>
              <p:ext uri="{1162E1C5-73C7-4A58-AE30-91384D911F3F}">
                <p184:classification xmlns="" xmlns:p184="http://schemas.microsoft.com/office/powerpoint/2018/4/main" val="hdr"/>
              </p:ext>
            </p:extLst>
          </p:nvPr>
        </p:nvSpPr>
        <p:spPr>
          <a:xfrm>
            <a:off x="11083925" y="0"/>
            <a:ext cx="1141413" cy="152400"/>
          </a:xfrm>
          <a:prstGeom prst="rect">
            <a:avLst/>
          </a:prstGeom>
        </p:spPr>
        <p:txBody>
          <a:bodyPr horzOverflow="overflow" lIns="0" tIns="0" rIns="0" bIns="0">
            <a:spAutoFit/>
          </a:bodyPr>
          <a:lstStyle/>
          <a:p>
            <a:pPr algn="l"/>
            <a:r>
              <a:rPr lang="es-AR" sz="1000">
                <a:solidFill>
                  <a:srgbClr val="000000"/>
                </a:solidFill>
                <a:latin typeface="Calibri" panose="020F0502020204030204" pitchFamily="34" charset="0"/>
                <a:cs typeface="Calibri" panose="020F0502020204030204" pitchFamily="34" charset="0"/>
              </a:rPr>
              <a:t>Documento: Personal</a:t>
            </a:r>
          </a:p>
        </p:txBody>
      </p:sp>
    </p:spTree>
    <p:extLst>
      <p:ext uri="{BB962C8B-B14F-4D97-AF65-F5344CB8AC3E}">
        <p14:creationId xmlns:p14="http://schemas.microsoft.com/office/powerpoint/2010/main" val="3366447198"/>
      </p:ext>
    </p:extLst>
  </p:cSld>
  <p:clrMap bg1="lt1" tx1="dk1" bg2="lt2" tx2="dk2" accent1="accent1" accent2="accent2" accent3="accent3" accent4="accent4" accent5="accent5" accent6="accent6" hlink="hlink" folHlink="folHlink"/>
  <p:sldLayoutIdLst>
    <p:sldLayoutId id="2147484135" r:id="rId1"/>
    <p:sldLayoutId id="2147484137" r:id="rId2"/>
    <p:sldLayoutId id="2147484138" r:id="rId3"/>
    <p:sldLayoutId id="2147484139" r:id="rId4"/>
    <p:sldLayoutId id="2147484140" r:id="rId5"/>
    <p:sldLayoutId id="2147484141" r:id="rId6"/>
  </p:sldLayoutIdLst>
  <p:hf hdr="0" ftr="0" dt="0"/>
  <p:txStyles>
    <p:titleStyle>
      <a:lvl1pPr algn="l" defTabSz="1187323" rtl="0" eaLnBrk="1" latinLnBrk="0" hangingPunct="1">
        <a:lnSpc>
          <a:spcPct val="90000"/>
        </a:lnSpc>
        <a:spcBef>
          <a:spcPct val="0"/>
        </a:spcBef>
        <a:buNone/>
        <a:defRPr sz="5714" kern="1200">
          <a:solidFill>
            <a:schemeClr val="tx1"/>
          </a:solidFill>
          <a:latin typeface="Arial"/>
          <a:ea typeface="+mj-ea"/>
          <a:cs typeface="+mj-cs"/>
        </a:defRPr>
      </a:lvl1pPr>
    </p:titleStyle>
    <p:bodyStyle>
      <a:lvl1pPr marL="296831" indent="-296831" algn="l" defTabSz="1187323" rtl="0" eaLnBrk="1" latinLnBrk="0" hangingPunct="1">
        <a:lnSpc>
          <a:spcPct val="90000"/>
        </a:lnSpc>
        <a:spcBef>
          <a:spcPts val="1298"/>
        </a:spcBef>
        <a:buFont typeface="Arial" panose="020B0604020202020204" pitchFamily="34" charset="0"/>
        <a:buChar char="•"/>
        <a:defRPr sz="3635" kern="1200">
          <a:solidFill>
            <a:schemeClr val="tx1"/>
          </a:solidFill>
          <a:latin typeface="Arial"/>
          <a:ea typeface="+mn-ea"/>
          <a:cs typeface="+mn-cs"/>
        </a:defRPr>
      </a:lvl1pPr>
      <a:lvl2pPr marL="890493" indent="-296831" algn="l" defTabSz="1187323" rtl="0" eaLnBrk="1" latinLnBrk="0" hangingPunct="1">
        <a:lnSpc>
          <a:spcPct val="90000"/>
        </a:lnSpc>
        <a:spcBef>
          <a:spcPts val="650"/>
        </a:spcBef>
        <a:buFont typeface="Arial" panose="020B0604020202020204" pitchFamily="34" charset="0"/>
        <a:buChar char="•"/>
        <a:defRPr sz="3117" kern="1200">
          <a:solidFill>
            <a:schemeClr val="tx1"/>
          </a:solidFill>
          <a:latin typeface="Arial"/>
          <a:ea typeface="+mn-ea"/>
          <a:cs typeface="+mn-cs"/>
        </a:defRPr>
      </a:lvl2pPr>
      <a:lvl3pPr marL="1484154" indent="-296831" algn="l" defTabSz="1187323" rtl="0" eaLnBrk="1" latinLnBrk="0" hangingPunct="1">
        <a:lnSpc>
          <a:spcPct val="90000"/>
        </a:lnSpc>
        <a:spcBef>
          <a:spcPts val="650"/>
        </a:spcBef>
        <a:buFont typeface="Arial" panose="020B0604020202020204" pitchFamily="34" charset="0"/>
        <a:buChar char="•"/>
        <a:defRPr sz="2597" kern="1200">
          <a:solidFill>
            <a:schemeClr val="tx1"/>
          </a:solidFill>
          <a:latin typeface="Arial"/>
          <a:ea typeface="+mn-ea"/>
          <a:cs typeface="+mn-cs"/>
        </a:defRPr>
      </a:lvl3pPr>
      <a:lvl4pPr marL="2077817" indent="-296831" algn="l" defTabSz="1187323" rtl="0" eaLnBrk="1" latinLnBrk="0" hangingPunct="1">
        <a:lnSpc>
          <a:spcPct val="90000"/>
        </a:lnSpc>
        <a:spcBef>
          <a:spcPts val="650"/>
        </a:spcBef>
        <a:buFont typeface="Arial" panose="020B0604020202020204" pitchFamily="34" charset="0"/>
        <a:buChar char="•"/>
        <a:defRPr sz="2337" kern="1200">
          <a:solidFill>
            <a:schemeClr val="tx1"/>
          </a:solidFill>
          <a:latin typeface="Arial"/>
          <a:ea typeface="+mn-ea"/>
          <a:cs typeface="+mn-cs"/>
        </a:defRPr>
      </a:lvl4pPr>
      <a:lvl5pPr marL="2671478" indent="-296831" algn="l" defTabSz="1187323" rtl="0" eaLnBrk="1" latinLnBrk="0" hangingPunct="1">
        <a:lnSpc>
          <a:spcPct val="90000"/>
        </a:lnSpc>
        <a:spcBef>
          <a:spcPts val="650"/>
        </a:spcBef>
        <a:buFont typeface="Arial" panose="020B0604020202020204" pitchFamily="34" charset="0"/>
        <a:buChar char="•"/>
        <a:defRPr sz="2337" kern="1200">
          <a:solidFill>
            <a:schemeClr val="tx1"/>
          </a:solidFill>
          <a:latin typeface="Arial"/>
          <a:ea typeface="+mn-ea"/>
          <a:cs typeface="+mn-cs"/>
        </a:defRPr>
      </a:lvl5pPr>
      <a:lvl6pPr marL="3265140" indent="-296831" algn="l" defTabSz="1187323" rtl="0" eaLnBrk="1" latinLnBrk="0" hangingPunct="1">
        <a:lnSpc>
          <a:spcPct val="90000"/>
        </a:lnSpc>
        <a:spcBef>
          <a:spcPts val="650"/>
        </a:spcBef>
        <a:buFont typeface="Arial" panose="020B0604020202020204" pitchFamily="34" charset="0"/>
        <a:buChar char="•"/>
        <a:defRPr sz="2337" kern="1200">
          <a:solidFill>
            <a:schemeClr val="tx1"/>
          </a:solidFill>
          <a:latin typeface="Arial"/>
          <a:ea typeface="+mn-ea"/>
          <a:cs typeface="+mn-cs"/>
        </a:defRPr>
      </a:lvl6pPr>
      <a:lvl7pPr marL="3858802" indent="-296831" algn="l" defTabSz="1187323" rtl="0" eaLnBrk="1" latinLnBrk="0" hangingPunct="1">
        <a:lnSpc>
          <a:spcPct val="90000"/>
        </a:lnSpc>
        <a:spcBef>
          <a:spcPts val="650"/>
        </a:spcBef>
        <a:buFont typeface="Arial" panose="020B0604020202020204" pitchFamily="34" charset="0"/>
        <a:buChar char="•"/>
        <a:defRPr sz="2337" kern="1200">
          <a:solidFill>
            <a:schemeClr val="tx1"/>
          </a:solidFill>
          <a:latin typeface="Arial"/>
          <a:ea typeface="+mn-ea"/>
          <a:cs typeface="+mn-cs"/>
        </a:defRPr>
      </a:lvl7pPr>
      <a:lvl8pPr marL="4452463" indent="-296831" algn="l" defTabSz="1187323" rtl="0" eaLnBrk="1" latinLnBrk="0" hangingPunct="1">
        <a:lnSpc>
          <a:spcPct val="90000"/>
        </a:lnSpc>
        <a:spcBef>
          <a:spcPts val="650"/>
        </a:spcBef>
        <a:buFont typeface="Arial" panose="020B0604020202020204" pitchFamily="34" charset="0"/>
        <a:buChar char="•"/>
        <a:defRPr sz="2337" kern="1200">
          <a:solidFill>
            <a:schemeClr val="tx1"/>
          </a:solidFill>
          <a:latin typeface="Arial"/>
          <a:ea typeface="+mn-ea"/>
          <a:cs typeface="+mn-cs"/>
        </a:defRPr>
      </a:lvl8pPr>
      <a:lvl9pPr marL="5046125" indent="-296831" algn="l" defTabSz="1187323" rtl="0" eaLnBrk="1" latinLnBrk="0" hangingPunct="1">
        <a:lnSpc>
          <a:spcPct val="90000"/>
        </a:lnSpc>
        <a:spcBef>
          <a:spcPts val="650"/>
        </a:spcBef>
        <a:buFont typeface="Arial" panose="020B0604020202020204" pitchFamily="34" charset="0"/>
        <a:buChar char="•"/>
        <a:defRPr sz="2337" kern="1200">
          <a:solidFill>
            <a:schemeClr val="tx1"/>
          </a:solidFill>
          <a:latin typeface="Arial"/>
          <a:ea typeface="+mn-ea"/>
          <a:cs typeface="+mn-cs"/>
        </a:defRPr>
      </a:lvl9pPr>
    </p:bodyStyle>
    <p:otherStyle>
      <a:defPPr>
        <a:defRPr lang="en-US"/>
      </a:defPPr>
      <a:lvl1pPr marL="0" algn="l" defTabSz="1187323" rtl="0" eaLnBrk="1" latinLnBrk="0" hangingPunct="1">
        <a:defRPr sz="2337" kern="1200">
          <a:solidFill>
            <a:schemeClr val="tx1"/>
          </a:solidFill>
          <a:latin typeface="Arial"/>
          <a:ea typeface="+mn-ea"/>
          <a:cs typeface="+mn-cs"/>
        </a:defRPr>
      </a:lvl1pPr>
      <a:lvl2pPr marL="593662" algn="l" defTabSz="1187323" rtl="0" eaLnBrk="1" latinLnBrk="0" hangingPunct="1">
        <a:defRPr sz="2337" kern="1200">
          <a:solidFill>
            <a:schemeClr val="tx1"/>
          </a:solidFill>
          <a:latin typeface="Arial"/>
          <a:ea typeface="+mn-ea"/>
          <a:cs typeface="+mn-cs"/>
        </a:defRPr>
      </a:lvl2pPr>
      <a:lvl3pPr marL="1187323" algn="l" defTabSz="1187323" rtl="0" eaLnBrk="1" latinLnBrk="0" hangingPunct="1">
        <a:defRPr sz="2337" kern="1200">
          <a:solidFill>
            <a:schemeClr val="tx1"/>
          </a:solidFill>
          <a:latin typeface="Arial"/>
          <a:ea typeface="+mn-ea"/>
          <a:cs typeface="+mn-cs"/>
        </a:defRPr>
      </a:lvl3pPr>
      <a:lvl4pPr marL="1780986" algn="l" defTabSz="1187323" rtl="0" eaLnBrk="1" latinLnBrk="0" hangingPunct="1">
        <a:defRPr sz="2337" kern="1200">
          <a:solidFill>
            <a:schemeClr val="tx1"/>
          </a:solidFill>
          <a:latin typeface="Arial"/>
          <a:ea typeface="+mn-ea"/>
          <a:cs typeface="+mn-cs"/>
        </a:defRPr>
      </a:lvl4pPr>
      <a:lvl5pPr marL="2374648" algn="l" defTabSz="1187323" rtl="0" eaLnBrk="1" latinLnBrk="0" hangingPunct="1">
        <a:defRPr sz="2337" kern="1200">
          <a:solidFill>
            <a:schemeClr val="tx1"/>
          </a:solidFill>
          <a:latin typeface="Arial"/>
          <a:ea typeface="+mn-ea"/>
          <a:cs typeface="+mn-cs"/>
        </a:defRPr>
      </a:lvl5pPr>
      <a:lvl6pPr marL="2968309" algn="l" defTabSz="1187323" rtl="0" eaLnBrk="1" latinLnBrk="0" hangingPunct="1">
        <a:defRPr sz="2337" kern="1200">
          <a:solidFill>
            <a:schemeClr val="tx1"/>
          </a:solidFill>
          <a:latin typeface="Arial"/>
          <a:ea typeface="+mn-ea"/>
          <a:cs typeface="+mn-cs"/>
        </a:defRPr>
      </a:lvl6pPr>
      <a:lvl7pPr marL="3561971" algn="l" defTabSz="1187323" rtl="0" eaLnBrk="1" latinLnBrk="0" hangingPunct="1">
        <a:defRPr sz="2337" kern="1200">
          <a:solidFill>
            <a:schemeClr val="tx1"/>
          </a:solidFill>
          <a:latin typeface="Arial"/>
          <a:ea typeface="+mn-ea"/>
          <a:cs typeface="+mn-cs"/>
        </a:defRPr>
      </a:lvl7pPr>
      <a:lvl8pPr marL="4155634" algn="l" defTabSz="1187323" rtl="0" eaLnBrk="1" latinLnBrk="0" hangingPunct="1">
        <a:defRPr sz="2337" kern="1200">
          <a:solidFill>
            <a:schemeClr val="tx1"/>
          </a:solidFill>
          <a:latin typeface="Arial"/>
          <a:ea typeface="+mn-ea"/>
          <a:cs typeface="+mn-cs"/>
        </a:defRPr>
      </a:lvl8pPr>
      <a:lvl9pPr marL="4749295" algn="l" defTabSz="1187323" rtl="0" eaLnBrk="1" latinLnBrk="0" hangingPunct="1">
        <a:defRPr sz="2337" kern="1200">
          <a:solidFill>
            <a:schemeClr val="tx1"/>
          </a:solidFill>
          <a:latin typeface="Arial"/>
          <a:ea typeface="+mn-ea"/>
          <a:cs typeface="+mn-cs"/>
        </a:defRPr>
      </a:lvl9pPr>
    </p:otherStyle>
  </p:txStyles>
  <p:extLst>
    <p:ext uri="{27BBF7A9-308A-43DC-89C8-2F10F3537804}">
      <p15:sldGuideLst xmlns="" xmlns:p15="http://schemas.microsoft.com/office/powerpoint/2012/main">
        <p15:guide id="1" orient="horz" pos="2161">
          <p15:clr>
            <a:srgbClr val="F26B43"/>
          </p15:clr>
        </p15:guide>
        <p15:guide id="2" pos="3842">
          <p15:clr>
            <a:srgbClr val="F26B43"/>
          </p15:clr>
        </p15:guide>
        <p15:guide id="3" pos="458">
          <p15:clr>
            <a:srgbClr val="F26B43"/>
          </p15:clr>
        </p15:guide>
        <p15:guide id="4" pos="7225">
          <p15:clr>
            <a:srgbClr val="F26B43"/>
          </p15:clr>
        </p15:guide>
        <p15:guide id="5" orient="horz" pos="4100">
          <p15:clr>
            <a:srgbClr val="F26B43"/>
          </p15:clr>
        </p15:guide>
      </p15:sldGuideLst>
    </p:ext>
  </p:extLst>
</p:sldMaster>
</file>

<file path=ppt/slideMasters/slideMaster16.xml><?xml version="1.0" encoding="utf-8"?>
<p:sldMaster xmlns:a="http://schemas.openxmlformats.org/drawingml/2006/main" xmlns:r="http://schemas.openxmlformats.org/officeDocument/2006/relationships" xmlns:p="http://schemas.openxmlformats.org/presentationml/2006/main" preserve="1">
  <p:cSld>
    <p:bg>
      <p:bgPr>
        <a:solidFill>
          <a:srgbClr val="FFFFFF"/>
        </a:solidFill>
        <a:effectLst/>
      </p:bgPr>
    </p:bg>
    <p:spTree>
      <p:nvGrpSpPr>
        <p:cNvPr id="1" name=""/>
        <p:cNvGrpSpPr/>
        <p:nvPr/>
      </p:nvGrpSpPr>
      <p:grpSpPr>
        <a:xfrm>
          <a:off x="0" y="0"/>
          <a:ext cx="0" cy="0"/>
          <a:chOff x="0" y="0"/>
          <a:chExt cx="0" cy="0"/>
        </a:xfrm>
      </p:grpSpPr>
      <p:sp>
        <p:nvSpPr>
          <p:cNvPr id="3" name="TextBox 2">
            <a:extLst>
              <a:ext uri="{FF2B5EF4-FFF2-40B4-BE49-F238E27FC236}">
                <a16:creationId xmlns="" xmlns:a16="http://schemas.microsoft.com/office/drawing/2014/main" id="{6785A3D6-1271-D247-9E96-1B376F4BE7BE}"/>
              </a:ext>
            </a:extLst>
          </p:cNvPr>
          <p:cNvSpPr txBox="1"/>
          <p:nvPr userDrawn="1"/>
        </p:nvSpPr>
        <p:spPr>
          <a:xfrm>
            <a:off x="1095467" y="6356939"/>
            <a:ext cx="1463467" cy="242864"/>
          </a:xfrm>
          <a:prstGeom prst="rect">
            <a:avLst/>
          </a:prstGeom>
          <a:noFill/>
        </p:spPr>
        <p:txBody>
          <a:bodyPr wrap="square" rtlCol="0">
            <a:spAutoFit/>
          </a:bodyPr>
          <a:lstStyle/>
          <a:p>
            <a:r>
              <a:rPr lang="en-US" sz="974" dirty="0">
                <a:solidFill>
                  <a:srgbClr val="1D1D1B"/>
                </a:solidFill>
                <a:latin typeface="Arial" pitchFamily="34" charset="0"/>
                <a:cs typeface="Arial" panose="020B0604020202020204" pitchFamily="34" charset="0"/>
              </a:rPr>
              <a:t>Huawei Confidential</a:t>
            </a:r>
          </a:p>
        </p:txBody>
      </p:sp>
      <p:sp>
        <p:nvSpPr>
          <p:cNvPr id="4" name="TextBox 3">
            <a:extLst>
              <a:ext uri="{FF2B5EF4-FFF2-40B4-BE49-F238E27FC236}">
                <a16:creationId xmlns="" xmlns:a16="http://schemas.microsoft.com/office/drawing/2014/main" id="{EABEE2EE-BF4D-7A4A-B3C6-9E47668CCD98}"/>
              </a:ext>
            </a:extLst>
          </p:cNvPr>
          <p:cNvSpPr txBox="1"/>
          <p:nvPr userDrawn="1"/>
        </p:nvSpPr>
        <p:spPr>
          <a:xfrm>
            <a:off x="734131" y="6402806"/>
            <a:ext cx="499729" cy="150296"/>
          </a:xfrm>
          <a:prstGeom prst="rect">
            <a:avLst/>
          </a:prstGeom>
          <a:noFill/>
        </p:spPr>
        <p:txBody>
          <a:bodyPr wrap="square" lIns="0" tIns="0" rIns="0" bIns="0" rtlCol="0">
            <a:spAutoFit/>
          </a:bodyPr>
          <a:lstStyle/>
          <a:p>
            <a:pPr defTabSz="890849">
              <a:defRPr/>
            </a:pPr>
            <a:fld id="{C3837181-38C6-AD4F-B8BA-B444770388BB}" type="slidenum">
              <a:rPr lang="en-US" sz="974" smtClean="0">
                <a:solidFill>
                  <a:srgbClr val="1D1D1B"/>
                </a:solidFill>
                <a:latin typeface="Arial" pitchFamily="34" charset="0"/>
                <a:cs typeface="Arial" panose="020B0604020202020204" pitchFamily="34" charset="0"/>
              </a:rPr>
              <a:pPr defTabSz="890849">
                <a:defRPr/>
              </a:pPr>
              <a:t>‹Nº›</a:t>
            </a:fld>
            <a:endParaRPr lang="en-US" sz="974" dirty="0">
              <a:solidFill>
                <a:srgbClr val="1D1D1B"/>
              </a:solidFill>
              <a:latin typeface="Arial" pitchFamily="34" charset="0"/>
              <a:cs typeface="Arial" panose="020B0604020202020204" pitchFamily="34" charset="0"/>
            </a:endParaRPr>
          </a:p>
        </p:txBody>
      </p:sp>
      <p:pic>
        <p:nvPicPr>
          <p:cNvPr id="41" name="图片 40"/>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0195999" y="6319870"/>
            <a:ext cx="1269075" cy="271153"/>
          </a:xfrm>
          <a:prstGeom prst="rect">
            <a:avLst/>
          </a:prstGeom>
        </p:spPr>
      </p:pic>
      <p:grpSp>
        <p:nvGrpSpPr>
          <p:cNvPr id="25" name="组合 24"/>
          <p:cNvGrpSpPr/>
          <p:nvPr userDrawn="1"/>
        </p:nvGrpSpPr>
        <p:grpSpPr>
          <a:xfrm>
            <a:off x="12216278" y="2931937"/>
            <a:ext cx="1982916" cy="3934682"/>
            <a:chOff x="12216278" y="2262477"/>
            <a:chExt cx="1982916" cy="4604143"/>
          </a:xfrm>
        </p:grpSpPr>
        <p:grpSp>
          <p:nvGrpSpPr>
            <p:cNvPr id="26" name="组合 25"/>
            <p:cNvGrpSpPr/>
            <p:nvPr userDrawn="1"/>
          </p:nvGrpSpPr>
          <p:grpSpPr>
            <a:xfrm>
              <a:off x="12315635" y="2262477"/>
              <a:ext cx="1883559" cy="692624"/>
              <a:chOff x="12315635" y="2207613"/>
              <a:chExt cx="1883559" cy="692624"/>
            </a:xfrm>
          </p:grpSpPr>
          <p:sp>
            <p:nvSpPr>
              <p:cNvPr id="44" name="矩形 5">
                <a:extLst>
                  <a:ext uri="{FF2B5EF4-FFF2-40B4-BE49-F238E27FC236}">
                    <a16:creationId xmlns="" xmlns:a16="http://schemas.microsoft.com/office/drawing/2014/main" id="{3B0B5EC2-EA55-CC45-A9D0-D5EA5D768C99}"/>
                  </a:ext>
                </a:extLst>
              </p:cNvPr>
              <p:cNvSpPr/>
              <p:nvPr userDrawn="1"/>
            </p:nvSpPr>
            <p:spPr>
              <a:xfrm>
                <a:off x="12315635" y="2401808"/>
                <a:ext cx="911019" cy="498429"/>
              </a:xfrm>
              <a:prstGeom prst="rect">
                <a:avLst/>
              </a:prstGeom>
              <a:solidFill>
                <a:srgbClr val="C8102E"/>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kumimoji="1" lang="en-US" altLang="zh-CN" sz="700" b="1" dirty="0">
                    <a:solidFill>
                      <a:srgbClr val="FFFFFF"/>
                    </a:solidFill>
                    <a:latin typeface="Arial" charset="0"/>
                    <a:ea typeface="Arial" charset="0"/>
                    <a:cs typeface="Arial" charset="0"/>
                  </a:rPr>
                  <a:t>P</a:t>
                </a:r>
                <a:r>
                  <a:rPr kumimoji="1" lang="en-US" altLang="zh-Hant" sz="700" b="1" dirty="0">
                    <a:solidFill>
                      <a:srgbClr val="FFFFFF"/>
                    </a:solidFill>
                    <a:latin typeface="Arial" charset="0"/>
                    <a:ea typeface="Arial" charset="0"/>
                    <a:cs typeface="Arial" charset="0"/>
                  </a:rPr>
                  <a:t>ANTONE</a:t>
                </a:r>
                <a:r>
                  <a:rPr kumimoji="1" lang="en-US" altLang="zh-CN" sz="700" b="1" dirty="0">
                    <a:solidFill>
                      <a:srgbClr val="FFFFFF"/>
                    </a:solidFill>
                    <a:latin typeface="Arial" charset="0"/>
                    <a:ea typeface="Arial" charset="0"/>
                    <a:cs typeface="Arial" charset="0"/>
                  </a:rPr>
                  <a:t> 186C</a:t>
                </a:r>
              </a:p>
              <a:p>
                <a:pPr algn="ctr"/>
                <a:r>
                  <a:rPr kumimoji="1" lang="en-US" altLang="zh-CN" sz="700" b="1" dirty="0">
                    <a:solidFill>
                      <a:srgbClr val="FFFFFF"/>
                    </a:solidFill>
                    <a:latin typeface="Arial" charset="0"/>
                    <a:ea typeface="Arial" charset="0"/>
                    <a:cs typeface="Arial" charset="0"/>
                  </a:rPr>
                  <a:t>RGB 200/16/46</a:t>
                </a:r>
              </a:p>
            </p:txBody>
          </p:sp>
          <p:sp>
            <p:nvSpPr>
              <p:cNvPr id="45" name="矩形 9">
                <a:extLst>
                  <a:ext uri="{FF2B5EF4-FFF2-40B4-BE49-F238E27FC236}">
                    <a16:creationId xmlns="" xmlns:a16="http://schemas.microsoft.com/office/drawing/2014/main" id="{992224C5-04A6-C041-B257-13137945DBB8}"/>
                  </a:ext>
                </a:extLst>
              </p:cNvPr>
              <p:cNvSpPr/>
              <p:nvPr userDrawn="1"/>
            </p:nvSpPr>
            <p:spPr>
              <a:xfrm>
                <a:off x="13288175" y="2401808"/>
                <a:ext cx="911019" cy="498429"/>
              </a:xfrm>
              <a:prstGeom prst="rect">
                <a:avLst/>
              </a:prstGeom>
              <a:solidFill>
                <a:srgbClr val="C7000B"/>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kumimoji="1" lang="en-US" altLang="zh-CN" sz="700" b="1" dirty="0">
                    <a:solidFill>
                      <a:srgbClr val="FFFFFF"/>
                    </a:solidFill>
                    <a:latin typeface="Arial" charset="0"/>
                    <a:ea typeface="Arial" charset="0"/>
                    <a:cs typeface="Arial" charset="0"/>
                  </a:rPr>
                  <a:t>P</a:t>
                </a:r>
                <a:r>
                  <a:rPr kumimoji="1" lang="en-US" altLang="zh-Hant" sz="700" b="1" dirty="0">
                    <a:solidFill>
                      <a:srgbClr val="FFFFFF"/>
                    </a:solidFill>
                    <a:latin typeface="Arial" charset="0"/>
                    <a:ea typeface="Arial" charset="0"/>
                    <a:cs typeface="Arial" charset="0"/>
                  </a:rPr>
                  <a:t>ANTONE</a:t>
                </a:r>
                <a:r>
                  <a:rPr kumimoji="1" lang="en-US" altLang="zh-CN" sz="700" b="1" dirty="0">
                    <a:solidFill>
                      <a:srgbClr val="FFFFFF"/>
                    </a:solidFill>
                    <a:latin typeface="Arial" charset="0"/>
                    <a:ea typeface="Arial" charset="0"/>
                    <a:cs typeface="Arial" charset="0"/>
                  </a:rPr>
                  <a:t> 185C</a:t>
                </a:r>
              </a:p>
              <a:p>
                <a:pPr algn="ctr"/>
                <a:r>
                  <a:rPr kumimoji="1" lang="en-US" altLang="zh-CN" sz="700" b="1" dirty="0">
                    <a:solidFill>
                      <a:srgbClr val="FFFFFF"/>
                    </a:solidFill>
                    <a:latin typeface="Arial" charset="0"/>
                    <a:ea typeface="Arial" charset="0"/>
                    <a:cs typeface="Arial" charset="0"/>
                  </a:rPr>
                  <a:t>RGB 199/0/11</a:t>
                </a:r>
              </a:p>
            </p:txBody>
          </p:sp>
          <p:sp>
            <p:nvSpPr>
              <p:cNvPr id="46" name="文本框 31">
                <a:extLst>
                  <a:ext uri="{FF2B5EF4-FFF2-40B4-BE49-F238E27FC236}">
                    <a16:creationId xmlns="" xmlns:a16="http://schemas.microsoft.com/office/drawing/2014/main" id="{58918196-0639-EE4B-AFC2-315BE04587B9}"/>
                  </a:ext>
                </a:extLst>
              </p:cNvPr>
              <p:cNvSpPr txBox="1"/>
              <p:nvPr userDrawn="1"/>
            </p:nvSpPr>
            <p:spPr>
              <a:xfrm>
                <a:off x="12326898" y="2207613"/>
                <a:ext cx="384721" cy="153888"/>
              </a:xfrm>
              <a:prstGeom prst="rect">
                <a:avLst/>
              </a:prstGeom>
              <a:noFill/>
            </p:spPr>
            <p:txBody>
              <a:bodyPr wrap="none" lIns="0" tIns="0" rIns="0" bIns="0" rtlCol="0">
                <a:spAutoFit/>
              </a:bodyPr>
              <a:lstStyle/>
              <a:p>
                <a:pPr algn="ctr"/>
                <a:r>
                  <a:rPr kumimoji="1" lang="zh-CN" altLang="en-US" sz="1000" dirty="0">
                    <a:solidFill>
                      <a:srgbClr val="1D1D1A"/>
                    </a:solidFill>
                    <a:latin typeface="Arial" pitchFamily="34" charset="-122"/>
                    <a:ea typeface="Microsoft YaHei" panose="020B0503020204020204" pitchFamily="34" charset="-122"/>
                  </a:rPr>
                  <a:t>品牌色</a:t>
                </a:r>
              </a:p>
            </p:txBody>
          </p:sp>
        </p:grpSp>
        <p:grpSp>
          <p:nvGrpSpPr>
            <p:cNvPr id="27" name="组合 26"/>
            <p:cNvGrpSpPr/>
            <p:nvPr userDrawn="1"/>
          </p:nvGrpSpPr>
          <p:grpSpPr>
            <a:xfrm>
              <a:off x="12216278" y="3080825"/>
              <a:ext cx="1982912" cy="3785795"/>
              <a:chOff x="12216278" y="3080825"/>
              <a:chExt cx="1982912" cy="3785795"/>
            </a:xfrm>
          </p:grpSpPr>
          <p:sp>
            <p:nvSpPr>
              <p:cNvPr id="28" name="矩形 12">
                <a:extLst>
                  <a:ext uri="{FF2B5EF4-FFF2-40B4-BE49-F238E27FC236}">
                    <a16:creationId xmlns="" xmlns:a16="http://schemas.microsoft.com/office/drawing/2014/main" id="{DCA8B73C-0B87-284F-805F-752EBF20B768}"/>
                  </a:ext>
                </a:extLst>
              </p:cNvPr>
              <p:cNvSpPr/>
              <p:nvPr userDrawn="1"/>
            </p:nvSpPr>
            <p:spPr>
              <a:xfrm>
                <a:off x="12315640" y="3785971"/>
                <a:ext cx="885201" cy="462672"/>
              </a:xfrm>
              <a:prstGeom prst="rect">
                <a:avLst/>
              </a:prstGeom>
              <a:solidFill>
                <a:srgbClr val="EA5A4F"/>
              </a:solidFill>
              <a:ln>
                <a:solidFill>
                  <a:srgbClr val="EA5A4F"/>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kumimoji="1" lang="mr-IN" altLang="zh-CN" sz="700" b="1" dirty="0">
                    <a:solidFill>
                      <a:srgbClr val="FFFFFF"/>
                    </a:solidFill>
                    <a:latin typeface="Arial" charset="0"/>
                    <a:ea typeface="Arial" charset="0"/>
                    <a:cs typeface="Arial" charset="0"/>
                  </a:rPr>
                  <a:t>RGB</a:t>
                </a:r>
                <a:r>
                  <a:rPr kumimoji="1" lang="en-US" altLang="zh-CN" sz="700" b="1" dirty="0">
                    <a:solidFill>
                      <a:srgbClr val="FFFFFF"/>
                    </a:solidFill>
                    <a:latin typeface="Arial" charset="0"/>
                    <a:ea typeface="Arial" charset="0"/>
                    <a:cs typeface="Arial" charset="0"/>
                  </a:rPr>
                  <a:t> 234</a:t>
                </a:r>
                <a:r>
                  <a:rPr kumimoji="1" lang="mr-IN" altLang="zh-CN" sz="700" b="1" dirty="0">
                    <a:solidFill>
                      <a:srgbClr val="FFFFFF"/>
                    </a:solidFill>
                    <a:latin typeface="Arial" charset="0"/>
                    <a:ea typeface="Arial" charset="0"/>
                    <a:cs typeface="Arial" charset="0"/>
                  </a:rPr>
                  <a:t>/</a:t>
                </a:r>
                <a:r>
                  <a:rPr kumimoji="1" lang="en-US" altLang="zh-CN" sz="700" b="1" dirty="0">
                    <a:solidFill>
                      <a:srgbClr val="FFFFFF"/>
                    </a:solidFill>
                    <a:latin typeface="Arial" charset="0"/>
                    <a:ea typeface="Arial" charset="0"/>
                    <a:cs typeface="Arial" charset="0"/>
                  </a:rPr>
                  <a:t>90/79</a:t>
                </a:r>
                <a:endParaRPr kumimoji="1" lang="mr-IN" altLang="zh-CN" sz="700" b="1" dirty="0">
                  <a:solidFill>
                    <a:srgbClr val="FFFFFF"/>
                  </a:solidFill>
                  <a:latin typeface="Arial" charset="0"/>
                  <a:ea typeface="Arial" charset="0"/>
                  <a:cs typeface="Arial" charset="0"/>
                </a:endParaRPr>
              </a:p>
            </p:txBody>
          </p:sp>
          <p:sp>
            <p:nvSpPr>
              <p:cNvPr id="29" name="矩形 13">
                <a:extLst>
                  <a:ext uri="{FF2B5EF4-FFF2-40B4-BE49-F238E27FC236}">
                    <a16:creationId xmlns="" xmlns:a16="http://schemas.microsoft.com/office/drawing/2014/main" id="{138A39A8-BB4E-CD4E-9201-F1785C874F92}"/>
                  </a:ext>
                </a:extLst>
              </p:cNvPr>
              <p:cNvSpPr/>
              <p:nvPr userDrawn="1"/>
            </p:nvSpPr>
            <p:spPr>
              <a:xfrm>
                <a:off x="12315640" y="3259312"/>
                <a:ext cx="885201" cy="462672"/>
              </a:xfrm>
              <a:prstGeom prst="rect">
                <a:avLst/>
              </a:prstGeom>
              <a:solidFill>
                <a:srgbClr val="78000F"/>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kumimoji="1" lang="mr-IN" altLang="zh-CN" sz="700" b="1" dirty="0">
                    <a:solidFill>
                      <a:srgbClr val="FFFFFF"/>
                    </a:solidFill>
                    <a:latin typeface="Arial" charset="0"/>
                    <a:ea typeface="Arial" charset="0"/>
                    <a:cs typeface="Arial" charset="0"/>
                  </a:rPr>
                  <a:t>RGB</a:t>
                </a:r>
                <a:r>
                  <a:rPr kumimoji="1" lang="en-US" altLang="zh-CN" sz="700" b="1" dirty="0">
                    <a:solidFill>
                      <a:srgbClr val="FFFFFF"/>
                    </a:solidFill>
                    <a:latin typeface="Arial" charset="0"/>
                    <a:ea typeface="Arial" charset="0"/>
                    <a:cs typeface="Arial" charset="0"/>
                  </a:rPr>
                  <a:t> 120</a:t>
                </a:r>
                <a:r>
                  <a:rPr kumimoji="1" lang="mr-IN" altLang="zh-CN" sz="700" b="1" dirty="0">
                    <a:solidFill>
                      <a:srgbClr val="FFFFFF"/>
                    </a:solidFill>
                    <a:latin typeface="Arial" charset="0"/>
                    <a:ea typeface="Arial" charset="0"/>
                    <a:cs typeface="Arial" charset="0"/>
                  </a:rPr>
                  <a:t>/</a:t>
                </a:r>
                <a:r>
                  <a:rPr kumimoji="1" lang="en-US" altLang="zh-CN" sz="700" b="1" dirty="0">
                    <a:solidFill>
                      <a:srgbClr val="FFFFFF"/>
                    </a:solidFill>
                    <a:latin typeface="Arial" charset="0"/>
                    <a:ea typeface="Arial" charset="0"/>
                    <a:cs typeface="Arial" charset="0"/>
                  </a:rPr>
                  <a:t>0/15</a:t>
                </a:r>
                <a:endParaRPr kumimoji="1" lang="mr-IN" altLang="zh-CN" sz="700" b="1" dirty="0">
                  <a:solidFill>
                    <a:srgbClr val="FFFFFF"/>
                  </a:solidFill>
                  <a:latin typeface="Arial" charset="0"/>
                  <a:ea typeface="Arial" charset="0"/>
                  <a:cs typeface="Arial" charset="0"/>
                </a:endParaRPr>
              </a:p>
            </p:txBody>
          </p:sp>
          <p:sp>
            <p:nvSpPr>
              <p:cNvPr id="30" name="文本框 15">
                <a:extLst>
                  <a:ext uri="{FF2B5EF4-FFF2-40B4-BE49-F238E27FC236}">
                    <a16:creationId xmlns="" xmlns:a16="http://schemas.microsoft.com/office/drawing/2014/main" id="{8F53C07A-1022-C740-8F8D-97538E174D38}"/>
                  </a:ext>
                </a:extLst>
              </p:cNvPr>
              <p:cNvSpPr txBox="1"/>
              <p:nvPr userDrawn="1"/>
            </p:nvSpPr>
            <p:spPr>
              <a:xfrm>
                <a:off x="12216278" y="3080825"/>
                <a:ext cx="569387" cy="153888"/>
              </a:xfrm>
              <a:prstGeom prst="rect">
                <a:avLst/>
              </a:prstGeom>
              <a:noFill/>
            </p:spPr>
            <p:txBody>
              <a:bodyPr wrap="square" lIns="0" tIns="0" rIns="0" bIns="0" rtlCol="0" anchor="b" anchorCtr="0">
                <a:spAutoFit/>
              </a:bodyPr>
              <a:lstStyle/>
              <a:p>
                <a:pPr algn="ctr"/>
                <a:r>
                  <a:rPr kumimoji="1" lang="zh-CN" altLang="en-US" sz="1000" dirty="0">
                    <a:solidFill>
                      <a:srgbClr val="1D1D1A"/>
                    </a:solidFill>
                    <a:latin typeface="Arial" pitchFamily="34" charset="-122"/>
                    <a:ea typeface="Microsoft YaHei" panose="020B0503020204020204" pitchFamily="34" charset="-122"/>
                  </a:rPr>
                  <a:t>辅助色</a:t>
                </a:r>
              </a:p>
            </p:txBody>
          </p:sp>
          <p:sp>
            <p:nvSpPr>
              <p:cNvPr id="31" name="矩形 16">
                <a:extLst>
                  <a:ext uri="{FF2B5EF4-FFF2-40B4-BE49-F238E27FC236}">
                    <a16:creationId xmlns="" xmlns:a16="http://schemas.microsoft.com/office/drawing/2014/main" id="{306A7598-C00D-994F-82DA-B39F3C2E0AAD}"/>
                  </a:ext>
                </a:extLst>
              </p:cNvPr>
              <p:cNvSpPr/>
              <p:nvPr userDrawn="1"/>
            </p:nvSpPr>
            <p:spPr>
              <a:xfrm>
                <a:off x="12315640" y="4836793"/>
                <a:ext cx="885201" cy="462672"/>
              </a:xfrm>
              <a:prstGeom prst="rect">
                <a:avLst/>
              </a:prstGeom>
              <a:solidFill>
                <a:srgbClr val="F8B53C"/>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kumimoji="1" lang="mr-IN" altLang="zh-CN" sz="700" b="1" dirty="0">
                    <a:solidFill>
                      <a:srgbClr val="FFFFFF"/>
                    </a:solidFill>
                    <a:latin typeface="Arial" charset="0"/>
                    <a:ea typeface="Arial" charset="0"/>
                    <a:cs typeface="Arial" charset="0"/>
                  </a:rPr>
                  <a:t>RGB</a:t>
                </a:r>
                <a:r>
                  <a:rPr kumimoji="1" lang="en-US" altLang="zh-CN" sz="700" b="1" dirty="0">
                    <a:solidFill>
                      <a:srgbClr val="FFFFFF"/>
                    </a:solidFill>
                    <a:latin typeface="Arial" charset="0"/>
                    <a:ea typeface="Arial" charset="0"/>
                    <a:cs typeface="Arial" charset="0"/>
                  </a:rPr>
                  <a:t> 248</a:t>
                </a:r>
                <a:r>
                  <a:rPr kumimoji="1" lang="mr-IN" altLang="zh-CN" sz="700" b="1" dirty="0">
                    <a:solidFill>
                      <a:srgbClr val="FFFFFF"/>
                    </a:solidFill>
                    <a:latin typeface="Arial" charset="0"/>
                    <a:ea typeface="Arial" charset="0"/>
                    <a:cs typeface="Arial" charset="0"/>
                  </a:rPr>
                  <a:t>/</a:t>
                </a:r>
                <a:r>
                  <a:rPr kumimoji="1" lang="en-US" altLang="zh-CN" sz="700" b="1" dirty="0">
                    <a:solidFill>
                      <a:srgbClr val="FFFFFF"/>
                    </a:solidFill>
                    <a:latin typeface="Arial" charset="0"/>
                    <a:ea typeface="Arial" charset="0"/>
                    <a:cs typeface="Arial" charset="0"/>
                  </a:rPr>
                  <a:t>181/60</a:t>
                </a:r>
                <a:endParaRPr kumimoji="1" lang="mr-IN" altLang="zh-CN" sz="700" b="1" dirty="0">
                  <a:solidFill>
                    <a:srgbClr val="FFFFFF"/>
                  </a:solidFill>
                  <a:latin typeface="Arial" charset="0"/>
                  <a:ea typeface="Arial" charset="0"/>
                  <a:cs typeface="Arial" charset="0"/>
                </a:endParaRPr>
              </a:p>
            </p:txBody>
          </p:sp>
          <p:sp>
            <p:nvSpPr>
              <p:cNvPr id="32" name="矩形 17">
                <a:extLst>
                  <a:ext uri="{FF2B5EF4-FFF2-40B4-BE49-F238E27FC236}">
                    <a16:creationId xmlns="" xmlns:a16="http://schemas.microsoft.com/office/drawing/2014/main" id="{C1423292-FF2F-A74C-943E-1C3C47534098}"/>
                  </a:ext>
                </a:extLst>
              </p:cNvPr>
              <p:cNvSpPr/>
              <p:nvPr userDrawn="1"/>
            </p:nvSpPr>
            <p:spPr>
              <a:xfrm>
                <a:off x="12315640" y="4319278"/>
                <a:ext cx="885201" cy="462672"/>
              </a:xfrm>
              <a:prstGeom prst="rect">
                <a:avLst/>
              </a:prstGeom>
              <a:solidFill>
                <a:srgbClr val="EB5C0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kumimoji="1" lang="mr-IN" altLang="zh-CN" sz="700" b="1" dirty="0">
                    <a:solidFill>
                      <a:srgbClr val="FFFFFF"/>
                    </a:solidFill>
                    <a:latin typeface="Arial" charset="0"/>
                    <a:ea typeface="Arial" charset="0"/>
                    <a:cs typeface="Arial" charset="0"/>
                  </a:rPr>
                  <a:t>RGB</a:t>
                </a:r>
                <a:r>
                  <a:rPr kumimoji="1" lang="en-US" altLang="zh-CN" sz="700" b="1" dirty="0">
                    <a:solidFill>
                      <a:srgbClr val="FFFFFF"/>
                    </a:solidFill>
                    <a:latin typeface="Arial" charset="0"/>
                    <a:ea typeface="Arial" charset="0"/>
                    <a:cs typeface="Arial" charset="0"/>
                  </a:rPr>
                  <a:t> 235</a:t>
                </a:r>
                <a:r>
                  <a:rPr kumimoji="1" lang="mr-IN" altLang="zh-CN" sz="700" b="1" dirty="0">
                    <a:solidFill>
                      <a:srgbClr val="FFFFFF"/>
                    </a:solidFill>
                    <a:latin typeface="Arial" charset="0"/>
                    <a:ea typeface="Arial" charset="0"/>
                    <a:cs typeface="Arial" charset="0"/>
                  </a:rPr>
                  <a:t>/</a:t>
                </a:r>
                <a:r>
                  <a:rPr kumimoji="1" lang="en-US" altLang="zh-CN" sz="700" b="1" dirty="0">
                    <a:solidFill>
                      <a:srgbClr val="FFFFFF"/>
                    </a:solidFill>
                    <a:latin typeface="Arial" charset="0"/>
                    <a:ea typeface="Arial" charset="0"/>
                    <a:cs typeface="Arial" charset="0"/>
                  </a:rPr>
                  <a:t>92/1</a:t>
                </a:r>
                <a:endParaRPr kumimoji="1" lang="mr-IN" altLang="zh-CN" sz="700" b="1" dirty="0">
                  <a:solidFill>
                    <a:srgbClr val="FFFFFF"/>
                  </a:solidFill>
                  <a:latin typeface="Arial" charset="0"/>
                  <a:ea typeface="Arial" charset="0"/>
                  <a:cs typeface="Arial" charset="0"/>
                </a:endParaRPr>
              </a:p>
            </p:txBody>
          </p:sp>
          <p:sp>
            <p:nvSpPr>
              <p:cNvPr id="33" name="矩形 18">
                <a:extLst>
                  <a:ext uri="{FF2B5EF4-FFF2-40B4-BE49-F238E27FC236}">
                    <a16:creationId xmlns="" xmlns:a16="http://schemas.microsoft.com/office/drawing/2014/main" id="{2A29AF15-F5C4-A842-A63B-5DBA549CB92F}"/>
                  </a:ext>
                </a:extLst>
              </p:cNvPr>
              <p:cNvSpPr/>
              <p:nvPr userDrawn="1"/>
            </p:nvSpPr>
            <p:spPr>
              <a:xfrm>
                <a:off x="12315636" y="5880294"/>
                <a:ext cx="911019" cy="462672"/>
              </a:xfrm>
              <a:prstGeom prst="rect">
                <a:avLst/>
              </a:prstGeom>
              <a:solidFill>
                <a:srgbClr val="898989"/>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kumimoji="1" lang="mr-IN" altLang="zh-CN" sz="700" b="1" dirty="0">
                    <a:solidFill>
                      <a:srgbClr val="FFFFFF"/>
                    </a:solidFill>
                    <a:latin typeface="Arial" charset="0"/>
                    <a:ea typeface="Arial" charset="0"/>
                    <a:cs typeface="Arial" charset="0"/>
                  </a:rPr>
                  <a:t>RGB</a:t>
                </a:r>
                <a:r>
                  <a:rPr kumimoji="1" lang="en-US" altLang="zh-CN" sz="700" b="1" dirty="0">
                    <a:solidFill>
                      <a:srgbClr val="FFFFFF"/>
                    </a:solidFill>
                    <a:latin typeface="Arial" charset="0"/>
                    <a:ea typeface="Arial" charset="0"/>
                    <a:cs typeface="Arial" charset="0"/>
                  </a:rPr>
                  <a:t> 137/137/137</a:t>
                </a:r>
                <a:endParaRPr kumimoji="1" lang="mr-IN" altLang="zh-CN" sz="700" b="1" dirty="0">
                  <a:solidFill>
                    <a:srgbClr val="FFFFFF"/>
                  </a:solidFill>
                  <a:latin typeface="Arial" charset="0"/>
                  <a:ea typeface="Arial" charset="0"/>
                  <a:cs typeface="Arial" charset="0"/>
                </a:endParaRPr>
              </a:p>
            </p:txBody>
          </p:sp>
          <p:sp>
            <p:nvSpPr>
              <p:cNvPr id="34" name="矩形 19">
                <a:extLst>
                  <a:ext uri="{FF2B5EF4-FFF2-40B4-BE49-F238E27FC236}">
                    <a16:creationId xmlns="" xmlns:a16="http://schemas.microsoft.com/office/drawing/2014/main" id="{E9EA970A-4D36-BC41-B8BE-40DF553320E7}"/>
                  </a:ext>
                </a:extLst>
              </p:cNvPr>
              <p:cNvSpPr/>
              <p:nvPr userDrawn="1"/>
            </p:nvSpPr>
            <p:spPr>
              <a:xfrm>
                <a:off x="12315636" y="5362779"/>
                <a:ext cx="911019" cy="462672"/>
              </a:xfrm>
              <a:prstGeom prst="rect">
                <a:avLst/>
              </a:prstGeom>
              <a:solidFill>
                <a:srgbClr val="231815"/>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kumimoji="1" lang="mr-IN" altLang="zh-CN" sz="700" b="1" dirty="0">
                    <a:solidFill>
                      <a:srgbClr val="FFFFFF"/>
                    </a:solidFill>
                    <a:latin typeface="Arial" charset="0"/>
                    <a:ea typeface="Arial" charset="0"/>
                    <a:cs typeface="Arial" charset="0"/>
                  </a:rPr>
                  <a:t>RGB</a:t>
                </a:r>
                <a:r>
                  <a:rPr kumimoji="1" lang="en-US" altLang="zh-CN" sz="700" b="1" dirty="0">
                    <a:solidFill>
                      <a:srgbClr val="FFFFFF"/>
                    </a:solidFill>
                    <a:latin typeface="Arial" charset="0"/>
                    <a:ea typeface="Arial" charset="0"/>
                    <a:cs typeface="Arial" charset="0"/>
                  </a:rPr>
                  <a:t> 35/24/21</a:t>
                </a:r>
                <a:endParaRPr kumimoji="1" lang="mr-IN" altLang="zh-CN" sz="700" b="1" dirty="0">
                  <a:solidFill>
                    <a:srgbClr val="FFFFFF"/>
                  </a:solidFill>
                  <a:latin typeface="Arial" charset="0"/>
                  <a:ea typeface="Arial" charset="0"/>
                  <a:cs typeface="Arial" charset="0"/>
                </a:endParaRPr>
              </a:p>
            </p:txBody>
          </p:sp>
          <p:sp>
            <p:nvSpPr>
              <p:cNvPr id="35" name="矩形 22">
                <a:extLst>
                  <a:ext uri="{FF2B5EF4-FFF2-40B4-BE49-F238E27FC236}">
                    <a16:creationId xmlns="" xmlns:a16="http://schemas.microsoft.com/office/drawing/2014/main" id="{14EE21FB-1D92-0241-ABA5-5E9A6AEE0DC8}"/>
                  </a:ext>
                </a:extLst>
              </p:cNvPr>
              <p:cNvSpPr/>
              <p:nvPr userDrawn="1"/>
            </p:nvSpPr>
            <p:spPr>
              <a:xfrm>
                <a:off x="12315636" y="6403948"/>
                <a:ext cx="911019" cy="462672"/>
              </a:xfrm>
              <a:prstGeom prst="rect">
                <a:avLst/>
              </a:prstGeom>
              <a:solidFill>
                <a:srgbClr val="DDDDDD"/>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kumimoji="1" lang="mr-IN" altLang="zh-CN" sz="700" b="1" dirty="0">
                    <a:solidFill>
                      <a:srgbClr val="666666"/>
                    </a:solidFill>
                    <a:latin typeface="Arial" charset="0"/>
                    <a:ea typeface="Arial" charset="0"/>
                    <a:cs typeface="Arial" charset="0"/>
                  </a:rPr>
                  <a:t>RGB</a:t>
                </a:r>
                <a:r>
                  <a:rPr kumimoji="1" lang="en-US" altLang="zh-CN" sz="700" b="1" dirty="0">
                    <a:solidFill>
                      <a:srgbClr val="666666"/>
                    </a:solidFill>
                    <a:latin typeface="Arial" charset="0"/>
                    <a:ea typeface="Arial" charset="0"/>
                    <a:cs typeface="Arial" charset="0"/>
                  </a:rPr>
                  <a:t> 221</a:t>
                </a:r>
                <a:r>
                  <a:rPr kumimoji="1" lang="mr-IN" altLang="zh-CN" sz="700" b="1" dirty="0">
                    <a:solidFill>
                      <a:srgbClr val="666666"/>
                    </a:solidFill>
                    <a:latin typeface="Arial" charset="0"/>
                    <a:ea typeface="Arial" charset="0"/>
                    <a:cs typeface="Arial" charset="0"/>
                  </a:rPr>
                  <a:t>/</a:t>
                </a:r>
                <a:r>
                  <a:rPr kumimoji="1" lang="en-US" altLang="zh-CN" sz="700" b="1" dirty="0">
                    <a:solidFill>
                      <a:srgbClr val="666666"/>
                    </a:solidFill>
                    <a:latin typeface="Arial" charset="0"/>
                    <a:ea typeface="Arial" charset="0"/>
                    <a:cs typeface="Arial" charset="0"/>
                  </a:rPr>
                  <a:t>221/221</a:t>
                </a:r>
                <a:endParaRPr kumimoji="1" lang="mr-IN" altLang="zh-CN" sz="700" b="1" dirty="0">
                  <a:solidFill>
                    <a:srgbClr val="666666"/>
                  </a:solidFill>
                  <a:latin typeface="Arial" charset="0"/>
                  <a:ea typeface="Arial" charset="0"/>
                  <a:cs typeface="Arial" charset="0"/>
                </a:endParaRPr>
              </a:p>
            </p:txBody>
          </p:sp>
          <p:sp>
            <p:nvSpPr>
              <p:cNvPr id="36" name="矩形 12">
                <a:extLst>
                  <a:ext uri="{FF2B5EF4-FFF2-40B4-BE49-F238E27FC236}">
                    <a16:creationId xmlns="" xmlns:a16="http://schemas.microsoft.com/office/drawing/2014/main" id="{883734A3-2645-434A-9DCC-1416B6C687CC}"/>
                  </a:ext>
                </a:extLst>
              </p:cNvPr>
              <p:cNvSpPr/>
              <p:nvPr userDrawn="1"/>
            </p:nvSpPr>
            <p:spPr>
              <a:xfrm>
                <a:off x="13288175" y="3785971"/>
                <a:ext cx="885201" cy="462672"/>
              </a:xfrm>
              <a:prstGeom prst="rect">
                <a:avLst/>
              </a:prstGeom>
              <a:solidFill>
                <a:srgbClr val="E98C8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kumimoji="1" lang="mr-IN" altLang="zh-CN" sz="700" b="1" dirty="0">
                    <a:solidFill>
                      <a:srgbClr val="FFFFFF"/>
                    </a:solidFill>
                    <a:latin typeface="Arial" charset="0"/>
                    <a:ea typeface="Arial" charset="0"/>
                    <a:cs typeface="Arial" charset="0"/>
                  </a:rPr>
                  <a:t>RGB</a:t>
                </a:r>
                <a:r>
                  <a:rPr kumimoji="1" lang="en-US" altLang="zh-CN" sz="700" b="1" dirty="0">
                    <a:solidFill>
                      <a:srgbClr val="FFFFFF"/>
                    </a:solidFill>
                    <a:latin typeface="Arial" charset="0"/>
                    <a:ea typeface="Arial" charset="0"/>
                    <a:cs typeface="Arial" charset="0"/>
                  </a:rPr>
                  <a:t> 233</a:t>
                </a:r>
                <a:r>
                  <a:rPr kumimoji="1" lang="mr-IN" altLang="zh-CN" sz="700" b="1" dirty="0">
                    <a:solidFill>
                      <a:srgbClr val="FFFFFF"/>
                    </a:solidFill>
                    <a:latin typeface="Arial" charset="0"/>
                    <a:ea typeface="Arial" charset="0"/>
                    <a:cs typeface="Arial" charset="0"/>
                  </a:rPr>
                  <a:t>/</a:t>
                </a:r>
                <a:r>
                  <a:rPr kumimoji="1" lang="en-US" altLang="zh-CN" sz="700" b="1" dirty="0">
                    <a:solidFill>
                      <a:srgbClr val="FFFFFF"/>
                    </a:solidFill>
                    <a:latin typeface="Arial" charset="0"/>
                    <a:ea typeface="Arial" charset="0"/>
                    <a:cs typeface="Arial" charset="0"/>
                  </a:rPr>
                  <a:t>140/128</a:t>
                </a:r>
                <a:endParaRPr kumimoji="1" lang="mr-IN" altLang="zh-CN" sz="700" b="1" dirty="0">
                  <a:solidFill>
                    <a:srgbClr val="FFFFFF"/>
                  </a:solidFill>
                  <a:latin typeface="Arial" charset="0"/>
                  <a:ea typeface="Arial" charset="0"/>
                  <a:cs typeface="Arial" charset="0"/>
                </a:endParaRPr>
              </a:p>
            </p:txBody>
          </p:sp>
          <p:sp>
            <p:nvSpPr>
              <p:cNvPr id="37" name="矩形 13">
                <a:extLst>
                  <a:ext uri="{FF2B5EF4-FFF2-40B4-BE49-F238E27FC236}">
                    <a16:creationId xmlns="" xmlns:a16="http://schemas.microsoft.com/office/drawing/2014/main" id="{1FF13552-FB3D-134A-A80A-6CFB35DFE1A1}"/>
                  </a:ext>
                </a:extLst>
              </p:cNvPr>
              <p:cNvSpPr/>
              <p:nvPr userDrawn="1"/>
            </p:nvSpPr>
            <p:spPr>
              <a:xfrm>
                <a:off x="13288175" y="3259312"/>
                <a:ext cx="885201" cy="462672"/>
              </a:xfrm>
              <a:prstGeom prst="rect">
                <a:avLst/>
              </a:prstGeom>
              <a:solidFill>
                <a:srgbClr val="A72126"/>
              </a:solidFill>
              <a:ln>
                <a:solidFill>
                  <a:srgbClr val="9F000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kumimoji="1" lang="mr-IN" altLang="zh-CN" sz="700" b="1" dirty="0">
                    <a:solidFill>
                      <a:srgbClr val="FFFFFF"/>
                    </a:solidFill>
                    <a:latin typeface="Arial" charset="0"/>
                    <a:ea typeface="Arial" charset="0"/>
                    <a:cs typeface="Arial" charset="0"/>
                  </a:rPr>
                  <a:t>RGB</a:t>
                </a:r>
                <a:r>
                  <a:rPr kumimoji="1" lang="en-US" altLang="zh-CN" sz="700" b="1" dirty="0">
                    <a:solidFill>
                      <a:srgbClr val="FFFFFF"/>
                    </a:solidFill>
                    <a:latin typeface="Arial" charset="0"/>
                    <a:ea typeface="Arial" charset="0"/>
                    <a:cs typeface="Arial" charset="0"/>
                  </a:rPr>
                  <a:t> 159</a:t>
                </a:r>
                <a:r>
                  <a:rPr kumimoji="1" lang="mr-IN" altLang="zh-CN" sz="700" b="1" dirty="0">
                    <a:solidFill>
                      <a:srgbClr val="FFFFFF"/>
                    </a:solidFill>
                    <a:latin typeface="Arial" charset="0"/>
                    <a:ea typeface="Arial" charset="0"/>
                    <a:cs typeface="Arial" charset="0"/>
                  </a:rPr>
                  <a:t>/</a:t>
                </a:r>
                <a:r>
                  <a:rPr kumimoji="1" lang="en-US" altLang="zh-CN" sz="700" b="1" dirty="0">
                    <a:solidFill>
                      <a:srgbClr val="FFFFFF"/>
                    </a:solidFill>
                    <a:latin typeface="Arial" charset="0"/>
                    <a:ea typeface="Arial" charset="0"/>
                    <a:cs typeface="Arial" charset="0"/>
                  </a:rPr>
                  <a:t>0/1</a:t>
                </a:r>
                <a:endParaRPr kumimoji="1" lang="mr-IN" altLang="zh-CN" sz="700" b="1" dirty="0">
                  <a:solidFill>
                    <a:srgbClr val="FFFFFF"/>
                  </a:solidFill>
                  <a:latin typeface="Arial" charset="0"/>
                  <a:ea typeface="Arial" charset="0"/>
                  <a:cs typeface="Arial" charset="0"/>
                </a:endParaRPr>
              </a:p>
            </p:txBody>
          </p:sp>
          <p:sp>
            <p:nvSpPr>
              <p:cNvPr id="38" name="矩形 16">
                <a:extLst>
                  <a:ext uri="{FF2B5EF4-FFF2-40B4-BE49-F238E27FC236}">
                    <a16:creationId xmlns="" xmlns:a16="http://schemas.microsoft.com/office/drawing/2014/main" id="{0A96471B-CB12-1443-B01F-C14C9112C149}"/>
                  </a:ext>
                </a:extLst>
              </p:cNvPr>
              <p:cNvSpPr/>
              <p:nvPr userDrawn="1"/>
            </p:nvSpPr>
            <p:spPr>
              <a:xfrm>
                <a:off x="13288175" y="4836793"/>
                <a:ext cx="885201" cy="462672"/>
              </a:xfrm>
              <a:prstGeom prst="rect">
                <a:avLst/>
              </a:prstGeom>
              <a:solidFill>
                <a:srgbClr val="F5DC57"/>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kumimoji="1" lang="mr-IN" altLang="zh-CN" sz="700" b="1" dirty="0">
                    <a:solidFill>
                      <a:srgbClr val="666666"/>
                    </a:solidFill>
                    <a:latin typeface="Arial" charset="0"/>
                    <a:ea typeface="Arial" charset="0"/>
                    <a:cs typeface="Arial" charset="0"/>
                  </a:rPr>
                  <a:t>RGB</a:t>
                </a:r>
                <a:r>
                  <a:rPr kumimoji="1" lang="en-US" altLang="zh-CN" sz="700" b="1" dirty="0">
                    <a:solidFill>
                      <a:srgbClr val="666666"/>
                    </a:solidFill>
                    <a:latin typeface="Arial" charset="0"/>
                    <a:ea typeface="Arial" charset="0"/>
                    <a:cs typeface="Arial" charset="0"/>
                  </a:rPr>
                  <a:t> 245</a:t>
                </a:r>
                <a:r>
                  <a:rPr kumimoji="1" lang="mr-IN" altLang="zh-CN" sz="700" b="1" dirty="0">
                    <a:solidFill>
                      <a:srgbClr val="666666"/>
                    </a:solidFill>
                    <a:latin typeface="Arial" charset="0"/>
                    <a:ea typeface="Arial" charset="0"/>
                    <a:cs typeface="Arial" charset="0"/>
                  </a:rPr>
                  <a:t>/</a:t>
                </a:r>
                <a:r>
                  <a:rPr kumimoji="1" lang="en-US" altLang="zh-CN" sz="700" b="1" dirty="0">
                    <a:solidFill>
                      <a:srgbClr val="666666"/>
                    </a:solidFill>
                    <a:latin typeface="Arial" charset="0"/>
                    <a:ea typeface="Arial" charset="0"/>
                    <a:cs typeface="Arial" charset="0"/>
                  </a:rPr>
                  <a:t>220/87</a:t>
                </a:r>
                <a:endParaRPr kumimoji="1" lang="mr-IN" altLang="zh-CN" sz="700" b="1" dirty="0">
                  <a:solidFill>
                    <a:srgbClr val="666666"/>
                  </a:solidFill>
                  <a:latin typeface="Arial" charset="0"/>
                  <a:ea typeface="Arial" charset="0"/>
                  <a:cs typeface="Arial" charset="0"/>
                </a:endParaRPr>
              </a:p>
            </p:txBody>
          </p:sp>
          <p:sp>
            <p:nvSpPr>
              <p:cNvPr id="39" name="矩形 17">
                <a:extLst>
                  <a:ext uri="{FF2B5EF4-FFF2-40B4-BE49-F238E27FC236}">
                    <a16:creationId xmlns="" xmlns:a16="http://schemas.microsoft.com/office/drawing/2014/main" id="{61890D59-CF8B-1449-A836-3A304EC9A907}"/>
                  </a:ext>
                </a:extLst>
              </p:cNvPr>
              <p:cNvSpPr/>
              <p:nvPr userDrawn="1"/>
            </p:nvSpPr>
            <p:spPr>
              <a:xfrm>
                <a:off x="13288175" y="4319278"/>
                <a:ext cx="885201" cy="462672"/>
              </a:xfrm>
              <a:prstGeom prst="rect">
                <a:avLst/>
              </a:prstGeom>
              <a:solidFill>
                <a:srgbClr val="F085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kumimoji="1" lang="mr-IN" altLang="zh-CN" sz="700" b="1" dirty="0">
                    <a:solidFill>
                      <a:srgbClr val="FFFFFF"/>
                    </a:solidFill>
                    <a:latin typeface="Arial" charset="0"/>
                    <a:ea typeface="Arial" charset="0"/>
                    <a:cs typeface="Arial" charset="0"/>
                  </a:rPr>
                  <a:t>RGB</a:t>
                </a:r>
                <a:r>
                  <a:rPr kumimoji="1" lang="en-US" altLang="zh-CN" sz="700" b="1" dirty="0">
                    <a:solidFill>
                      <a:srgbClr val="FFFFFF"/>
                    </a:solidFill>
                    <a:latin typeface="Arial" charset="0"/>
                    <a:ea typeface="Arial" charset="0"/>
                    <a:cs typeface="Arial" charset="0"/>
                  </a:rPr>
                  <a:t> 240</a:t>
                </a:r>
                <a:r>
                  <a:rPr kumimoji="1" lang="mr-IN" altLang="zh-CN" sz="700" b="1" dirty="0">
                    <a:solidFill>
                      <a:srgbClr val="FFFFFF"/>
                    </a:solidFill>
                    <a:latin typeface="Arial" charset="0"/>
                    <a:ea typeface="Arial" charset="0"/>
                    <a:cs typeface="Arial" charset="0"/>
                  </a:rPr>
                  <a:t>/</a:t>
                </a:r>
                <a:r>
                  <a:rPr kumimoji="1" lang="en-US" altLang="zh-CN" sz="700" b="1" dirty="0">
                    <a:solidFill>
                      <a:srgbClr val="FFFFFF"/>
                    </a:solidFill>
                    <a:latin typeface="Arial" charset="0"/>
                    <a:ea typeface="Arial" charset="0"/>
                    <a:cs typeface="Arial" charset="0"/>
                  </a:rPr>
                  <a:t>133/0</a:t>
                </a:r>
                <a:endParaRPr kumimoji="1" lang="mr-IN" altLang="zh-CN" sz="700" b="1" dirty="0">
                  <a:solidFill>
                    <a:srgbClr val="FFFFFF"/>
                  </a:solidFill>
                  <a:latin typeface="Arial" charset="0"/>
                  <a:ea typeface="Arial" charset="0"/>
                  <a:cs typeface="Arial" charset="0"/>
                </a:endParaRPr>
              </a:p>
            </p:txBody>
          </p:sp>
          <p:sp>
            <p:nvSpPr>
              <p:cNvPr id="40" name="矩形 18">
                <a:extLst>
                  <a:ext uri="{FF2B5EF4-FFF2-40B4-BE49-F238E27FC236}">
                    <a16:creationId xmlns="" xmlns:a16="http://schemas.microsoft.com/office/drawing/2014/main" id="{0466A1E1-E7C7-FD49-9880-9E44BED19FF5}"/>
                  </a:ext>
                </a:extLst>
              </p:cNvPr>
              <p:cNvSpPr/>
              <p:nvPr userDrawn="1"/>
            </p:nvSpPr>
            <p:spPr>
              <a:xfrm>
                <a:off x="13288171" y="5880294"/>
                <a:ext cx="911019" cy="462672"/>
              </a:xfrm>
              <a:prstGeom prst="rect">
                <a:avLst/>
              </a:prstGeom>
              <a:solidFill>
                <a:srgbClr val="B5B5B5"/>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kumimoji="1" lang="mr-IN" altLang="zh-CN" sz="700" b="1" dirty="0">
                    <a:solidFill>
                      <a:srgbClr val="FFFFFF"/>
                    </a:solidFill>
                    <a:latin typeface="Arial" charset="0"/>
                    <a:ea typeface="Arial" charset="0"/>
                    <a:cs typeface="Arial" charset="0"/>
                  </a:rPr>
                  <a:t>RGB</a:t>
                </a:r>
                <a:r>
                  <a:rPr kumimoji="1" lang="en-US" altLang="zh-CN" sz="700" b="1" dirty="0">
                    <a:solidFill>
                      <a:srgbClr val="FFFFFF"/>
                    </a:solidFill>
                    <a:latin typeface="Arial" charset="0"/>
                    <a:ea typeface="Arial" charset="0"/>
                    <a:cs typeface="Arial" charset="0"/>
                  </a:rPr>
                  <a:t> 181</a:t>
                </a:r>
                <a:r>
                  <a:rPr kumimoji="1" lang="mr-IN" altLang="zh-CN" sz="700" b="1" dirty="0">
                    <a:solidFill>
                      <a:srgbClr val="FFFFFF"/>
                    </a:solidFill>
                    <a:latin typeface="Arial" charset="0"/>
                    <a:ea typeface="Arial" charset="0"/>
                    <a:cs typeface="Arial" charset="0"/>
                  </a:rPr>
                  <a:t>/</a:t>
                </a:r>
                <a:r>
                  <a:rPr kumimoji="1" lang="en-US" altLang="zh-CN" sz="700" b="1" dirty="0">
                    <a:solidFill>
                      <a:srgbClr val="FFFFFF"/>
                    </a:solidFill>
                    <a:latin typeface="Arial" charset="0"/>
                    <a:ea typeface="Arial" charset="0"/>
                    <a:cs typeface="Arial" charset="0"/>
                  </a:rPr>
                  <a:t>181/181</a:t>
                </a:r>
                <a:endParaRPr kumimoji="1" lang="mr-IN" altLang="zh-CN" sz="700" b="1" dirty="0">
                  <a:solidFill>
                    <a:srgbClr val="FFFFFF"/>
                  </a:solidFill>
                  <a:latin typeface="Arial" charset="0"/>
                  <a:ea typeface="Arial" charset="0"/>
                  <a:cs typeface="Arial" charset="0"/>
                </a:endParaRPr>
              </a:p>
            </p:txBody>
          </p:sp>
          <p:sp>
            <p:nvSpPr>
              <p:cNvPr id="42" name="矩形 19">
                <a:extLst>
                  <a:ext uri="{FF2B5EF4-FFF2-40B4-BE49-F238E27FC236}">
                    <a16:creationId xmlns="" xmlns:a16="http://schemas.microsoft.com/office/drawing/2014/main" id="{B21AD6AC-1275-0142-A9EA-D77B26CB40EF}"/>
                  </a:ext>
                </a:extLst>
              </p:cNvPr>
              <p:cNvSpPr/>
              <p:nvPr userDrawn="1"/>
            </p:nvSpPr>
            <p:spPr>
              <a:xfrm>
                <a:off x="13288171" y="5362779"/>
                <a:ext cx="911019" cy="462672"/>
              </a:xfrm>
              <a:prstGeom prst="rect">
                <a:avLst/>
              </a:prstGeom>
              <a:solidFill>
                <a:srgbClr val="595757"/>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kumimoji="1" lang="mr-IN" altLang="zh-CN" sz="700" b="1" dirty="0">
                    <a:solidFill>
                      <a:srgbClr val="FFFFFF"/>
                    </a:solidFill>
                    <a:latin typeface="Arial" charset="0"/>
                    <a:ea typeface="Arial" charset="0"/>
                    <a:cs typeface="Arial" charset="0"/>
                  </a:rPr>
                  <a:t>RGB</a:t>
                </a:r>
                <a:r>
                  <a:rPr kumimoji="1" lang="en-US" altLang="zh-CN" sz="700" b="1" dirty="0">
                    <a:solidFill>
                      <a:srgbClr val="FFFFFF"/>
                    </a:solidFill>
                    <a:latin typeface="Arial" charset="0"/>
                    <a:ea typeface="Arial" charset="0"/>
                    <a:cs typeface="Arial" charset="0"/>
                  </a:rPr>
                  <a:t> 89</a:t>
                </a:r>
                <a:r>
                  <a:rPr kumimoji="1" lang="mr-IN" altLang="zh-CN" sz="700" b="1" dirty="0">
                    <a:solidFill>
                      <a:srgbClr val="FFFFFF"/>
                    </a:solidFill>
                    <a:latin typeface="Arial" charset="0"/>
                    <a:ea typeface="Arial" charset="0"/>
                    <a:cs typeface="Arial" charset="0"/>
                  </a:rPr>
                  <a:t>/</a:t>
                </a:r>
                <a:r>
                  <a:rPr kumimoji="1" lang="en-US" altLang="zh-CN" sz="700" b="1" dirty="0">
                    <a:solidFill>
                      <a:srgbClr val="FFFFFF"/>
                    </a:solidFill>
                    <a:latin typeface="Arial" charset="0"/>
                    <a:ea typeface="Arial" charset="0"/>
                    <a:cs typeface="Arial" charset="0"/>
                  </a:rPr>
                  <a:t>87/87</a:t>
                </a:r>
                <a:endParaRPr kumimoji="1" lang="mr-IN" altLang="zh-CN" sz="700" b="1" dirty="0">
                  <a:solidFill>
                    <a:srgbClr val="FFFFFF"/>
                  </a:solidFill>
                  <a:latin typeface="Arial" charset="0"/>
                  <a:ea typeface="Arial" charset="0"/>
                  <a:cs typeface="Arial" charset="0"/>
                </a:endParaRPr>
              </a:p>
            </p:txBody>
          </p:sp>
          <p:sp>
            <p:nvSpPr>
              <p:cNvPr id="43" name="矩形 22">
                <a:extLst>
                  <a:ext uri="{FF2B5EF4-FFF2-40B4-BE49-F238E27FC236}">
                    <a16:creationId xmlns="" xmlns:a16="http://schemas.microsoft.com/office/drawing/2014/main" id="{238BAC2A-AE09-A84D-875D-8472236D6610}"/>
                  </a:ext>
                </a:extLst>
              </p:cNvPr>
              <p:cNvSpPr/>
              <p:nvPr userDrawn="1"/>
            </p:nvSpPr>
            <p:spPr>
              <a:xfrm>
                <a:off x="13288171" y="6403948"/>
                <a:ext cx="911019" cy="462672"/>
              </a:xfrm>
              <a:prstGeom prst="rect">
                <a:avLst/>
              </a:prstGeom>
              <a:solidFill>
                <a:srgbClr val="FFFFFF"/>
              </a:solidFill>
              <a:ln w="6350">
                <a:solidFill>
                  <a:schemeClr val="bg1">
                    <a:lumMod val="10000"/>
                    <a:lumOff val="9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kumimoji="1" lang="mr-IN" altLang="zh-CN" sz="700" b="1" dirty="0">
                    <a:solidFill>
                      <a:srgbClr val="666666"/>
                    </a:solidFill>
                    <a:latin typeface="Arial" charset="0"/>
                    <a:ea typeface="Arial" charset="0"/>
                    <a:cs typeface="Arial" charset="0"/>
                  </a:rPr>
                  <a:t>RGB</a:t>
                </a:r>
                <a:r>
                  <a:rPr kumimoji="1" lang="en-US" altLang="zh-CN" sz="700" b="1" dirty="0">
                    <a:solidFill>
                      <a:srgbClr val="666666"/>
                    </a:solidFill>
                    <a:latin typeface="Arial" charset="0"/>
                    <a:ea typeface="Arial" charset="0"/>
                    <a:cs typeface="Arial" charset="0"/>
                  </a:rPr>
                  <a:t> 255</a:t>
                </a:r>
                <a:r>
                  <a:rPr kumimoji="1" lang="mr-IN" altLang="zh-CN" sz="700" b="1" dirty="0">
                    <a:solidFill>
                      <a:srgbClr val="666666"/>
                    </a:solidFill>
                    <a:latin typeface="Arial" charset="0"/>
                    <a:ea typeface="Arial" charset="0"/>
                    <a:cs typeface="Arial" charset="0"/>
                  </a:rPr>
                  <a:t>/</a:t>
                </a:r>
                <a:r>
                  <a:rPr kumimoji="1" lang="en-US" altLang="zh-CN" sz="700" b="1" dirty="0">
                    <a:solidFill>
                      <a:srgbClr val="666666"/>
                    </a:solidFill>
                    <a:latin typeface="Arial" charset="0"/>
                    <a:ea typeface="Arial" charset="0"/>
                    <a:cs typeface="Arial" charset="0"/>
                  </a:rPr>
                  <a:t>255/255</a:t>
                </a:r>
                <a:endParaRPr kumimoji="1" lang="mr-IN" altLang="zh-CN" sz="700" b="1" dirty="0">
                  <a:solidFill>
                    <a:srgbClr val="666666"/>
                  </a:solidFill>
                  <a:latin typeface="Arial" charset="0"/>
                  <a:ea typeface="Arial" charset="0"/>
                  <a:cs typeface="Arial" charset="0"/>
                </a:endParaRPr>
              </a:p>
            </p:txBody>
          </p:sp>
        </p:grpSp>
      </p:grpSp>
      <p:sp>
        <p:nvSpPr>
          <p:cNvPr id="5" name="CuadroTexto 4">
            <a:extLst>
              <a:ext uri="{FF2B5EF4-FFF2-40B4-BE49-F238E27FC236}">
                <a16:creationId xmlns="" xmlns:a16="http://schemas.microsoft.com/office/drawing/2014/main" id="{91A66C4F-1DD9-2A5E-24BD-9CA445AC799F}"/>
              </a:ext>
            </a:extLst>
          </p:cNvPr>
          <p:cNvSpPr txBox="1"/>
          <p:nvPr userDrawn="1">
            <p:extLst>
              <p:ext uri="{1162E1C5-73C7-4A58-AE30-91384D911F3F}">
                <p184:classification xmlns="" xmlns:p184="http://schemas.microsoft.com/office/powerpoint/2018/4/main" val="hdr"/>
              </p:ext>
            </p:extLst>
          </p:nvPr>
        </p:nvSpPr>
        <p:spPr>
          <a:xfrm>
            <a:off x="11083925" y="0"/>
            <a:ext cx="1141413" cy="152400"/>
          </a:xfrm>
          <a:prstGeom prst="rect">
            <a:avLst/>
          </a:prstGeom>
        </p:spPr>
        <p:txBody>
          <a:bodyPr horzOverflow="overflow" lIns="0" tIns="0" rIns="0" bIns="0">
            <a:spAutoFit/>
          </a:bodyPr>
          <a:lstStyle/>
          <a:p>
            <a:pPr algn="l"/>
            <a:r>
              <a:rPr lang="es-AR" sz="1000">
                <a:solidFill>
                  <a:srgbClr val="000000"/>
                </a:solidFill>
                <a:latin typeface="Calibri" panose="020F0502020204030204" pitchFamily="34" charset="0"/>
                <a:cs typeface="Calibri" panose="020F0502020204030204" pitchFamily="34" charset="0"/>
              </a:rPr>
              <a:t>Documento: Personal</a:t>
            </a:r>
          </a:p>
        </p:txBody>
      </p:sp>
    </p:spTree>
    <p:extLst>
      <p:ext uri="{BB962C8B-B14F-4D97-AF65-F5344CB8AC3E}">
        <p14:creationId xmlns:p14="http://schemas.microsoft.com/office/powerpoint/2010/main" val="496159284"/>
      </p:ext>
    </p:extLst>
  </p:cSld>
  <p:clrMap bg1="lt1" tx1="dk1" bg2="lt2" tx2="dk2" accent1="accent1" accent2="accent2" accent3="accent3" accent4="accent4" accent5="accent5" accent6="accent6" hlink="hlink" folHlink="folHlink"/>
  <p:sldLayoutIdLst>
    <p:sldLayoutId id="2147484143" r:id="rId1"/>
  </p:sldLayoutIdLst>
  <p:hf hdr="0" ftr="0" dt="0"/>
  <p:txStyles>
    <p:titleStyle>
      <a:lvl1pPr algn="l" defTabSz="1187798" rtl="0" eaLnBrk="1" latinLnBrk="0" hangingPunct="1">
        <a:lnSpc>
          <a:spcPct val="90000"/>
        </a:lnSpc>
        <a:spcBef>
          <a:spcPct val="0"/>
        </a:spcBef>
        <a:buNone/>
        <a:defRPr sz="5716" kern="1200">
          <a:solidFill>
            <a:schemeClr val="tx1"/>
          </a:solidFill>
          <a:latin typeface="Arial"/>
          <a:ea typeface="+mj-ea"/>
          <a:cs typeface="+mj-cs"/>
        </a:defRPr>
      </a:lvl1pPr>
    </p:titleStyle>
    <p:bodyStyle>
      <a:lvl1pPr marL="296950" indent="-296950" algn="l" defTabSz="1187798" rtl="0" eaLnBrk="1" latinLnBrk="0" hangingPunct="1">
        <a:lnSpc>
          <a:spcPct val="90000"/>
        </a:lnSpc>
        <a:spcBef>
          <a:spcPts val="1299"/>
        </a:spcBef>
        <a:buFont typeface="Arial" panose="020B0604020202020204" pitchFamily="34" charset="0"/>
        <a:buChar char="•"/>
        <a:defRPr sz="3636" kern="1200">
          <a:solidFill>
            <a:schemeClr val="tx1"/>
          </a:solidFill>
          <a:latin typeface="Arial"/>
          <a:ea typeface="+mn-ea"/>
          <a:cs typeface="+mn-cs"/>
        </a:defRPr>
      </a:lvl1pPr>
      <a:lvl2pPr marL="890849" indent="-296950" algn="l" defTabSz="1187798" rtl="0" eaLnBrk="1" latinLnBrk="0" hangingPunct="1">
        <a:lnSpc>
          <a:spcPct val="90000"/>
        </a:lnSpc>
        <a:spcBef>
          <a:spcPts val="650"/>
        </a:spcBef>
        <a:buFont typeface="Arial" panose="020B0604020202020204" pitchFamily="34" charset="0"/>
        <a:buChar char="•"/>
        <a:defRPr sz="3118" kern="1200">
          <a:solidFill>
            <a:schemeClr val="tx1"/>
          </a:solidFill>
          <a:latin typeface="Arial"/>
          <a:ea typeface="+mn-ea"/>
          <a:cs typeface="+mn-cs"/>
        </a:defRPr>
      </a:lvl2pPr>
      <a:lvl3pPr marL="1484748" indent="-296950" algn="l" defTabSz="1187798" rtl="0" eaLnBrk="1" latinLnBrk="0" hangingPunct="1">
        <a:lnSpc>
          <a:spcPct val="90000"/>
        </a:lnSpc>
        <a:spcBef>
          <a:spcPts val="650"/>
        </a:spcBef>
        <a:buFont typeface="Arial" panose="020B0604020202020204" pitchFamily="34" charset="0"/>
        <a:buChar char="•"/>
        <a:defRPr sz="2598" kern="1200">
          <a:solidFill>
            <a:schemeClr val="tx1"/>
          </a:solidFill>
          <a:latin typeface="Arial"/>
          <a:ea typeface="+mn-ea"/>
          <a:cs typeface="+mn-cs"/>
        </a:defRPr>
      </a:lvl3pPr>
      <a:lvl4pPr marL="2078648" indent="-296950" algn="l" defTabSz="1187798" rtl="0" eaLnBrk="1" latinLnBrk="0" hangingPunct="1">
        <a:lnSpc>
          <a:spcPct val="90000"/>
        </a:lnSpc>
        <a:spcBef>
          <a:spcPts val="650"/>
        </a:spcBef>
        <a:buFont typeface="Arial" panose="020B0604020202020204" pitchFamily="34" charset="0"/>
        <a:buChar char="•"/>
        <a:defRPr sz="2338" kern="1200">
          <a:solidFill>
            <a:schemeClr val="tx1"/>
          </a:solidFill>
          <a:latin typeface="Arial"/>
          <a:ea typeface="+mn-ea"/>
          <a:cs typeface="+mn-cs"/>
        </a:defRPr>
      </a:lvl4pPr>
      <a:lvl5pPr marL="2672547" indent="-296950" algn="l" defTabSz="1187798" rtl="0" eaLnBrk="1" latinLnBrk="0" hangingPunct="1">
        <a:lnSpc>
          <a:spcPct val="90000"/>
        </a:lnSpc>
        <a:spcBef>
          <a:spcPts val="650"/>
        </a:spcBef>
        <a:buFont typeface="Arial" panose="020B0604020202020204" pitchFamily="34" charset="0"/>
        <a:buChar char="•"/>
        <a:defRPr sz="2338" kern="1200">
          <a:solidFill>
            <a:schemeClr val="tx1"/>
          </a:solidFill>
          <a:latin typeface="Arial"/>
          <a:ea typeface="+mn-ea"/>
          <a:cs typeface="+mn-cs"/>
        </a:defRPr>
      </a:lvl5pPr>
      <a:lvl6pPr marL="3266447" indent="-296950" algn="l" defTabSz="1187798" rtl="0" eaLnBrk="1" latinLnBrk="0" hangingPunct="1">
        <a:lnSpc>
          <a:spcPct val="90000"/>
        </a:lnSpc>
        <a:spcBef>
          <a:spcPts val="650"/>
        </a:spcBef>
        <a:buFont typeface="Arial" panose="020B0604020202020204" pitchFamily="34" charset="0"/>
        <a:buChar char="•"/>
        <a:defRPr sz="2338" kern="1200">
          <a:solidFill>
            <a:schemeClr val="tx1"/>
          </a:solidFill>
          <a:latin typeface="Arial"/>
          <a:ea typeface="+mn-ea"/>
          <a:cs typeface="+mn-cs"/>
        </a:defRPr>
      </a:lvl6pPr>
      <a:lvl7pPr marL="3860346" indent="-296950" algn="l" defTabSz="1187798" rtl="0" eaLnBrk="1" latinLnBrk="0" hangingPunct="1">
        <a:lnSpc>
          <a:spcPct val="90000"/>
        </a:lnSpc>
        <a:spcBef>
          <a:spcPts val="650"/>
        </a:spcBef>
        <a:buFont typeface="Arial" panose="020B0604020202020204" pitchFamily="34" charset="0"/>
        <a:buChar char="•"/>
        <a:defRPr sz="2338" kern="1200">
          <a:solidFill>
            <a:schemeClr val="tx1"/>
          </a:solidFill>
          <a:latin typeface="Arial"/>
          <a:ea typeface="+mn-ea"/>
          <a:cs typeface="+mn-cs"/>
        </a:defRPr>
      </a:lvl7pPr>
      <a:lvl8pPr marL="4454245" indent="-296950" algn="l" defTabSz="1187798" rtl="0" eaLnBrk="1" latinLnBrk="0" hangingPunct="1">
        <a:lnSpc>
          <a:spcPct val="90000"/>
        </a:lnSpc>
        <a:spcBef>
          <a:spcPts val="650"/>
        </a:spcBef>
        <a:buFont typeface="Arial" panose="020B0604020202020204" pitchFamily="34" charset="0"/>
        <a:buChar char="•"/>
        <a:defRPr sz="2338" kern="1200">
          <a:solidFill>
            <a:schemeClr val="tx1"/>
          </a:solidFill>
          <a:latin typeface="Arial"/>
          <a:ea typeface="+mn-ea"/>
          <a:cs typeface="+mn-cs"/>
        </a:defRPr>
      </a:lvl8pPr>
      <a:lvl9pPr marL="5048144" indent="-296950" algn="l" defTabSz="1187798" rtl="0" eaLnBrk="1" latinLnBrk="0" hangingPunct="1">
        <a:lnSpc>
          <a:spcPct val="90000"/>
        </a:lnSpc>
        <a:spcBef>
          <a:spcPts val="650"/>
        </a:spcBef>
        <a:buFont typeface="Arial" panose="020B0604020202020204" pitchFamily="34" charset="0"/>
        <a:buChar char="•"/>
        <a:defRPr sz="2338" kern="1200">
          <a:solidFill>
            <a:schemeClr val="tx1"/>
          </a:solidFill>
          <a:latin typeface="Arial"/>
          <a:ea typeface="+mn-ea"/>
          <a:cs typeface="+mn-cs"/>
        </a:defRPr>
      </a:lvl9pPr>
    </p:bodyStyle>
    <p:otherStyle>
      <a:defPPr>
        <a:defRPr lang="en-US"/>
      </a:defPPr>
      <a:lvl1pPr marL="0" algn="l" defTabSz="1187798" rtl="0" eaLnBrk="1" latinLnBrk="0" hangingPunct="1">
        <a:defRPr sz="2338" kern="1200">
          <a:solidFill>
            <a:schemeClr val="tx1"/>
          </a:solidFill>
          <a:latin typeface="Arial"/>
          <a:ea typeface="+mn-ea"/>
          <a:cs typeface="+mn-cs"/>
        </a:defRPr>
      </a:lvl1pPr>
      <a:lvl2pPr marL="593900" algn="l" defTabSz="1187798" rtl="0" eaLnBrk="1" latinLnBrk="0" hangingPunct="1">
        <a:defRPr sz="2338" kern="1200">
          <a:solidFill>
            <a:schemeClr val="tx1"/>
          </a:solidFill>
          <a:latin typeface="Arial"/>
          <a:ea typeface="+mn-ea"/>
          <a:cs typeface="+mn-cs"/>
        </a:defRPr>
      </a:lvl2pPr>
      <a:lvl3pPr marL="1187798" algn="l" defTabSz="1187798" rtl="0" eaLnBrk="1" latinLnBrk="0" hangingPunct="1">
        <a:defRPr sz="2338" kern="1200">
          <a:solidFill>
            <a:schemeClr val="tx1"/>
          </a:solidFill>
          <a:latin typeface="Arial"/>
          <a:ea typeface="+mn-ea"/>
          <a:cs typeface="+mn-cs"/>
        </a:defRPr>
      </a:lvl3pPr>
      <a:lvl4pPr marL="1781699" algn="l" defTabSz="1187798" rtl="0" eaLnBrk="1" latinLnBrk="0" hangingPunct="1">
        <a:defRPr sz="2338" kern="1200">
          <a:solidFill>
            <a:schemeClr val="tx1"/>
          </a:solidFill>
          <a:latin typeface="Arial"/>
          <a:ea typeface="+mn-ea"/>
          <a:cs typeface="+mn-cs"/>
        </a:defRPr>
      </a:lvl4pPr>
      <a:lvl5pPr marL="2375598" algn="l" defTabSz="1187798" rtl="0" eaLnBrk="1" latinLnBrk="0" hangingPunct="1">
        <a:defRPr sz="2338" kern="1200">
          <a:solidFill>
            <a:schemeClr val="tx1"/>
          </a:solidFill>
          <a:latin typeface="Arial"/>
          <a:ea typeface="+mn-ea"/>
          <a:cs typeface="+mn-cs"/>
        </a:defRPr>
      </a:lvl5pPr>
      <a:lvl6pPr marL="2969497" algn="l" defTabSz="1187798" rtl="0" eaLnBrk="1" latinLnBrk="0" hangingPunct="1">
        <a:defRPr sz="2338" kern="1200">
          <a:solidFill>
            <a:schemeClr val="tx1"/>
          </a:solidFill>
          <a:latin typeface="Arial"/>
          <a:ea typeface="+mn-ea"/>
          <a:cs typeface="+mn-cs"/>
        </a:defRPr>
      </a:lvl6pPr>
      <a:lvl7pPr marL="3563396" algn="l" defTabSz="1187798" rtl="0" eaLnBrk="1" latinLnBrk="0" hangingPunct="1">
        <a:defRPr sz="2338" kern="1200">
          <a:solidFill>
            <a:schemeClr val="tx1"/>
          </a:solidFill>
          <a:latin typeface="Arial"/>
          <a:ea typeface="+mn-ea"/>
          <a:cs typeface="+mn-cs"/>
        </a:defRPr>
      </a:lvl7pPr>
      <a:lvl8pPr marL="4157297" algn="l" defTabSz="1187798" rtl="0" eaLnBrk="1" latinLnBrk="0" hangingPunct="1">
        <a:defRPr sz="2338" kern="1200">
          <a:solidFill>
            <a:schemeClr val="tx1"/>
          </a:solidFill>
          <a:latin typeface="Arial"/>
          <a:ea typeface="+mn-ea"/>
          <a:cs typeface="+mn-cs"/>
        </a:defRPr>
      </a:lvl8pPr>
      <a:lvl9pPr marL="4751195" algn="l" defTabSz="1187798" rtl="0" eaLnBrk="1" latinLnBrk="0" hangingPunct="1">
        <a:defRPr sz="2338" kern="1200">
          <a:solidFill>
            <a:schemeClr val="tx1"/>
          </a:solidFill>
          <a:latin typeface="Arial"/>
          <a:ea typeface="+mn-ea"/>
          <a:cs typeface="+mn-cs"/>
        </a:defRPr>
      </a:lvl9pPr>
    </p:otherStyle>
  </p:txStyles>
  <p:extLst>
    <p:ext uri="{27BBF7A9-308A-43DC-89C8-2F10F3537804}">
      <p15:sldGuideLst xmlns="" xmlns:p15="http://schemas.microsoft.com/office/powerpoint/2012/main">
        <p15:guide id="1" orient="horz" pos="2161">
          <p15:clr>
            <a:srgbClr val="F26B43"/>
          </p15:clr>
        </p15:guide>
        <p15:guide id="2" pos="3842">
          <p15:clr>
            <a:srgbClr val="F26B43"/>
          </p15:clr>
        </p15:guide>
        <p15:guide id="3" pos="458">
          <p15:clr>
            <a:srgbClr val="F26B43"/>
          </p15:clr>
        </p15:guide>
        <p15:guide id="4" pos="7225">
          <p15:clr>
            <a:srgbClr val="F26B43"/>
          </p15:clr>
        </p15:guide>
        <p15:guide id="5" orient="horz" pos="4100">
          <p15:clr>
            <a:srgbClr val="F26B43"/>
          </p15:clr>
        </p15:guide>
      </p15:sldGuideLst>
    </p:ext>
  </p:extLst>
</p:sldMaster>
</file>

<file path=ppt/slideMasters/slideMaster17.xml><?xml version="1.0" encoding="utf-8"?>
<p:sldMaster xmlns:a="http://schemas.openxmlformats.org/drawingml/2006/main" xmlns:r="http://schemas.openxmlformats.org/officeDocument/2006/relationships" xmlns:p="http://schemas.openxmlformats.org/presentationml/2006/main" preserve="1">
  <p:cSld>
    <p:bg>
      <p:bgPr>
        <a:solidFill>
          <a:srgbClr val="FFFFFF"/>
        </a:solidFill>
        <a:effectLst/>
      </p:bgPr>
    </p:bg>
    <p:spTree>
      <p:nvGrpSpPr>
        <p:cNvPr id="1" name=""/>
        <p:cNvGrpSpPr/>
        <p:nvPr/>
      </p:nvGrpSpPr>
      <p:grpSpPr>
        <a:xfrm>
          <a:off x="0" y="0"/>
          <a:ext cx="0" cy="0"/>
          <a:chOff x="0" y="0"/>
          <a:chExt cx="0" cy="0"/>
        </a:xfrm>
      </p:grpSpPr>
      <p:sp>
        <p:nvSpPr>
          <p:cNvPr id="3" name="TextBox 2">
            <a:extLst>
              <a:ext uri="{FF2B5EF4-FFF2-40B4-BE49-F238E27FC236}">
                <a16:creationId xmlns="" xmlns:a16="http://schemas.microsoft.com/office/drawing/2014/main" id="{6785A3D6-1271-D247-9E96-1B376F4BE7BE}"/>
              </a:ext>
            </a:extLst>
          </p:cNvPr>
          <p:cNvSpPr txBox="1"/>
          <p:nvPr userDrawn="1"/>
        </p:nvSpPr>
        <p:spPr>
          <a:xfrm>
            <a:off x="1095467" y="6356939"/>
            <a:ext cx="3503965" cy="230832"/>
          </a:xfrm>
          <a:prstGeom prst="rect">
            <a:avLst/>
          </a:prstGeom>
          <a:noFill/>
        </p:spPr>
        <p:txBody>
          <a:bodyPr wrap="square" rtlCol="0">
            <a:spAutoFit/>
          </a:bodyPr>
          <a:lstStyle/>
          <a:p>
            <a:r>
              <a:rPr lang="en-US" altLang="zh-CN" sz="900" dirty="0">
                <a:solidFill>
                  <a:srgbClr val="1D1D1B"/>
                </a:solidFill>
                <a:latin typeface="Arial" pitchFamily="34" charset="0"/>
                <a:cs typeface="Arial" panose="020B0604020202020204" pitchFamily="34" charset="0"/>
              </a:rPr>
              <a:t>Huawei Proprietary - Restricted Distribution</a:t>
            </a:r>
            <a:endParaRPr lang="en-US" sz="900" dirty="0">
              <a:solidFill>
                <a:srgbClr val="1D1D1B"/>
              </a:solidFill>
              <a:latin typeface="Arial" pitchFamily="34" charset="0"/>
              <a:cs typeface="Arial" panose="020B0604020202020204" pitchFamily="34" charset="0"/>
            </a:endParaRPr>
          </a:p>
        </p:txBody>
      </p:sp>
      <p:sp>
        <p:nvSpPr>
          <p:cNvPr id="4" name="TextBox 3">
            <a:extLst>
              <a:ext uri="{FF2B5EF4-FFF2-40B4-BE49-F238E27FC236}">
                <a16:creationId xmlns="" xmlns:a16="http://schemas.microsoft.com/office/drawing/2014/main" id="{EABEE2EE-BF4D-7A4A-B3C6-9E47668CCD98}"/>
              </a:ext>
            </a:extLst>
          </p:cNvPr>
          <p:cNvSpPr txBox="1"/>
          <p:nvPr userDrawn="1"/>
        </p:nvSpPr>
        <p:spPr>
          <a:xfrm>
            <a:off x="734131" y="6402806"/>
            <a:ext cx="499729" cy="138499"/>
          </a:xfrm>
          <a:prstGeom prst="rect">
            <a:avLst/>
          </a:prstGeom>
          <a:noFill/>
        </p:spPr>
        <p:txBody>
          <a:bodyPr wrap="square" lIns="0" tIns="0" rIns="0" bIns="0" rtlCol="0">
            <a:spAutoFit/>
          </a:bodyPr>
          <a:lstStyle/>
          <a:p>
            <a:pPr defTabSz="890849">
              <a:defRPr/>
            </a:pPr>
            <a:fld id="{C3837181-38C6-AD4F-B8BA-B444770388BB}" type="slidenum">
              <a:rPr lang="en-US" sz="900" smtClean="0">
                <a:solidFill>
                  <a:srgbClr val="1D1D1B"/>
                </a:solidFill>
                <a:latin typeface="Arial" pitchFamily="34" charset="0"/>
                <a:cs typeface="Arial" panose="020B0604020202020204" pitchFamily="34" charset="0"/>
              </a:rPr>
              <a:pPr defTabSz="890849">
                <a:defRPr/>
              </a:pPr>
              <a:t>‹Nº›</a:t>
            </a:fld>
            <a:endParaRPr lang="en-US" sz="900" dirty="0">
              <a:solidFill>
                <a:srgbClr val="1D1D1B"/>
              </a:solidFill>
              <a:latin typeface="Arial" pitchFamily="34" charset="0"/>
              <a:cs typeface="Arial" panose="020B0604020202020204" pitchFamily="34" charset="0"/>
            </a:endParaRPr>
          </a:p>
        </p:txBody>
      </p:sp>
      <p:pic>
        <p:nvPicPr>
          <p:cNvPr id="47" name="Picture 46">
            <a:extLst>
              <a:ext uri="{FF2B5EF4-FFF2-40B4-BE49-F238E27FC236}">
                <a16:creationId xmlns="" xmlns:a16="http://schemas.microsoft.com/office/drawing/2014/main" id="{92D9040A-3082-2F49-987E-B51574332EF5}"/>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196176" y="6323416"/>
            <a:ext cx="1270800" cy="275024"/>
          </a:xfrm>
          <a:prstGeom prst="rect">
            <a:avLst/>
          </a:prstGeom>
        </p:spPr>
      </p:pic>
      <p:sp>
        <p:nvSpPr>
          <p:cNvPr id="5" name="CuadroTexto 4">
            <a:extLst>
              <a:ext uri="{FF2B5EF4-FFF2-40B4-BE49-F238E27FC236}">
                <a16:creationId xmlns="" xmlns:a16="http://schemas.microsoft.com/office/drawing/2014/main" id="{0DE214BC-83B6-76E3-723F-C89B02DD834C}"/>
              </a:ext>
            </a:extLst>
          </p:cNvPr>
          <p:cNvSpPr txBox="1"/>
          <p:nvPr userDrawn="1">
            <p:extLst>
              <p:ext uri="{1162E1C5-73C7-4A58-AE30-91384D911F3F}">
                <p184:classification xmlns="" xmlns:p184="http://schemas.microsoft.com/office/powerpoint/2018/4/main" val="hdr"/>
              </p:ext>
            </p:extLst>
          </p:nvPr>
        </p:nvSpPr>
        <p:spPr>
          <a:xfrm>
            <a:off x="11083925" y="0"/>
            <a:ext cx="1141413" cy="152400"/>
          </a:xfrm>
          <a:prstGeom prst="rect">
            <a:avLst/>
          </a:prstGeom>
        </p:spPr>
        <p:txBody>
          <a:bodyPr horzOverflow="overflow" lIns="0" tIns="0" rIns="0" bIns="0">
            <a:spAutoFit/>
          </a:bodyPr>
          <a:lstStyle/>
          <a:p>
            <a:pPr algn="l"/>
            <a:r>
              <a:rPr lang="es-AR" sz="1000">
                <a:solidFill>
                  <a:srgbClr val="000000"/>
                </a:solidFill>
                <a:latin typeface="Calibri" panose="020F0502020204030204" pitchFamily="34" charset="0"/>
                <a:cs typeface="Calibri" panose="020F0502020204030204" pitchFamily="34" charset="0"/>
              </a:rPr>
              <a:t>Documento: Personal</a:t>
            </a:r>
          </a:p>
        </p:txBody>
      </p:sp>
    </p:spTree>
    <p:extLst>
      <p:ext uri="{BB962C8B-B14F-4D97-AF65-F5344CB8AC3E}">
        <p14:creationId xmlns:p14="http://schemas.microsoft.com/office/powerpoint/2010/main" val="3790877811"/>
      </p:ext>
    </p:extLst>
  </p:cSld>
  <p:clrMap bg1="lt1" tx1="dk1" bg2="lt2" tx2="dk2" accent1="accent1" accent2="accent2" accent3="accent3" accent4="accent4" accent5="accent5" accent6="accent6" hlink="hlink" folHlink="folHlink"/>
  <p:hf hdr="0" ftr="0" dt="0"/>
  <p:txStyles>
    <p:titleStyle>
      <a:lvl1pPr algn="l" defTabSz="1187798" rtl="0" eaLnBrk="1" latinLnBrk="0" hangingPunct="1">
        <a:lnSpc>
          <a:spcPct val="90000"/>
        </a:lnSpc>
        <a:spcBef>
          <a:spcPct val="0"/>
        </a:spcBef>
        <a:buNone/>
        <a:defRPr sz="5716" kern="1200">
          <a:solidFill>
            <a:schemeClr val="tx1"/>
          </a:solidFill>
          <a:latin typeface="Arial"/>
          <a:ea typeface="+mj-ea"/>
          <a:cs typeface="+mj-cs"/>
        </a:defRPr>
      </a:lvl1pPr>
    </p:titleStyle>
    <p:bodyStyle>
      <a:lvl1pPr marL="296950" indent="-296950" algn="l" defTabSz="1187798" rtl="0" eaLnBrk="1" latinLnBrk="0" hangingPunct="1">
        <a:lnSpc>
          <a:spcPct val="90000"/>
        </a:lnSpc>
        <a:spcBef>
          <a:spcPts val="1299"/>
        </a:spcBef>
        <a:buFont typeface="Arial" panose="020B0604020202020204" pitchFamily="34" charset="0"/>
        <a:buChar char="•"/>
        <a:defRPr sz="3636" kern="1200">
          <a:solidFill>
            <a:schemeClr val="tx1"/>
          </a:solidFill>
          <a:latin typeface="Arial"/>
          <a:ea typeface="+mn-ea"/>
          <a:cs typeface="+mn-cs"/>
        </a:defRPr>
      </a:lvl1pPr>
      <a:lvl2pPr marL="890849" indent="-296950" algn="l" defTabSz="1187798" rtl="0" eaLnBrk="1" latinLnBrk="0" hangingPunct="1">
        <a:lnSpc>
          <a:spcPct val="90000"/>
        </a:lnSpc>
        <a:spcBef>
          <a:spcPts val="650"/>
        </a:spcBef>
        <a:buFont typeface="Arial" panose="020B0604020202020204" pitchFamily="34" charset="0"/>
        <a:buChar char="•"/>
        <a:defRPr sz="3118" kern="1200">
          <a:solidFill>
            <a:schemeClr val="tx1"/>
          </a:solidFill>
          <a:latin typeface="Arial"/>
          <a:ea typeface="+mn-ea"/>
          <a:cs typeface="+mn-cs"/>
        </a:defRPr>
      </a:lvl2pPr>
      <a:lvl3pPr marL="1484748" indent="-296950" algn="l" defTabSz="1187798" rtl="0" eaLnBrk="1" latinLnBrk="0" hangingPunct="1">
        <a:lnSpc>
          <a:spcPct val="90000"/>
        </a:lnSpc>
        <a:spcBef>
          <a:spcPts val="650"/>
        </a:spcBef>
        <a:buFont typeface="Arial" panose="020B0604020202020204" pitchFamily="34" charset="0"/>
        <a:buChar char="•"/>
        <a:defRPr sz="2598" kern="1200">
          <a:solidFill>
            <a:schemeClr val="tx1"/>
          </a:solidFill>
          <a:latin typeface="Arial"/>
          <a:ea typeface="+mn-ea"/>
          <a:cs typeface="+mn-cs"/>
        </a:defRPr>
      </a:lvl3pPr>
      <a:lvl4pPr marL="2078648" indent="-296950" algn="l" defTabSz="1187798" rtl="0" eaLnBrk="1" latinLnBrk="0" hangingPunct="1">
        <a:lnSpc>
          <a:spcPct val="90000"/>
        </a:lnSpc>
        <a:spcBef>
          <a:spcPts val="650"/>
        </a:spcBef>
        <a:buFont typeface="Arial" panose="020B0604020202020204" pitchFamily="34" charset="0"/>
        <a:buChar char="•"/>
        <a:defRPr sz="2338" kern="1200">
          <a:solidFill>
            <a:schemeClr val="tx1"/>
          </a:solidFill>
          <a:latin typeface="Arial"/>
          <a:ea typeface="+mn-ea"/>
          <a:cs typeface="+mn-cs"/>
        </a:defRPr>
      </a:lvl4pPr>
      <a:lvl5pPr marL="2672547" indent="-296950" algn="l" defTabSz="1187798" rtl="0" eaLnBrk="1" latinLnBrk="0" hangingPunct="1">
        <a:lnSpc>
          <a:spcPct val="90000"/>
        </a:lnSpc>
        <a:spcBef>
          <a:spcPts val="650"/>
        </a:spcBef>
        <a:buFont typeface="Arial" panose="020B0604020202020204" pitchFamily="34" charset="0"/>
        <a:buChar char="•"/>
        <a:defRPr sz="2338" kern="1200">
          <a:solidFill>
            <a:schemeClr val="tx1"/>
          </a:solidFill>
          <a:latin typeface="Arial"/>
          <a:ea typeface="+mn-ea"/>
          <a:cs typeface="+mn-cs"/>
        </a:defRPr>
      </a:lvl5pPr>
      <a:lvl6pPr marL="3266447" indent="-296950" algn="l" defTabSz="1187798" rtl="0" eaLnBrk="1" latinLnBrk="0" hangingPunct="1">
        <a:lnSpc>
          <a:spcPct val="90000"/>
        </a:lnSpc>
        <a:spcBef>
          <a:spcPts val="650"/>
        </a:spcBef>
        <a:buFont typeface="Arial" panose="020B0604020202020204" pitchFamily="34" charset="0"/>
        <a:buChar char="•"/>
        <a:defRPr sz="2338" kern="1200">
          <a:solidFill>
            <a:schemeClr val="tx1"/>
          </a:solidFill>
          <a:latin typeface="Arial"/>
          <a:ea typeface="+mn-ea"/>
          <a:cs typeface="+mn-cs"/>
        </a:defRPr>
      </a:lvl6pPr>
      <a:lvl7pPr marL="3860346" indent="-296950" algn="l" defTabSz="1187798" rtl="0" eaLnBrk="1" latinLnBrk="0" hangingPunct="1">
        <a:lnSpc>
          <a:spcPct val="90000"/>
        </a:lnSpc>
        <a:spcBef>
          <a:spcPts val="650"/>
        </a:spcBef>
        <a:buFont typeface="Arial" panose="020B0604020202020204" pitchFamily="34" charset="0"/>
        <a:buChar char="•"/>
        <a:defRPr sz="2338" kern="1200">
          <a:solidFill>
            <a:schemeClr val="tx1"/>
          </a:solidFill>
          <a:latin typeface="Arial"/>
          <a:ea typeface="+mn-ea"/>
          <a:cs typeface="+mn-cs"/>
        </a:defRPr>
      </a:lvl7pPr>
      <a:lvl8pPr marL="4454245" indent="-296950" algn="l" defTabSz="1187798" rtl="0" eaLnBrk="1" latinLnBrk="0" hangingPunct="1">
        <a:lnSpc>
          <a:spcPct val="90000"/>
        </a:lnSpc>
        <a:spcBef>
          <a:spcPts val="650"/>
        </a:spcBef>
        <a:buFont typeface="Arial" panose="020B0604020202020204" pitchFamily="34" charset="0"/>
        <a:buChar char="•"/>
        <a:defRPr sz="2338" kern="1200">
          <a:solidFill>
            <a:schemeClr val="tx1"/>
          </a:solidFill>
          <a:latin typeface="Arial"/>
          <a:ea typeface="+mn-ea"/>
          <a:cs typeface="+mn-cs"/>
        </a:defRPr>
      </a:lvl8pPr>
      <a:lvl9pPr marL="5048144" indent="-296950" algn="l" defTabSz="1187798" rtl="0" eaLnBrk="1" latinLnBrk="0" hangingPunct="1">
        <a:lnSpc>
          <a:spcPct val="90000"/>
        </a:lnSpc>
        <a:spcBef>
          <a:spcPts val="650"/>
        </a:spcBef>
        <a:buFont typeface="Arial" panose="020B0604020202020204" pitchFamily="34" charset="0"/>
        <a:buChar char="•"/>
        <a:defRPr sz="2338" kern="1200">
          <a:solidFill>
            <a:schemeClr val="tx1"/>
          </a:solidFill>
          <a:latin typeface="Arial"/>
          <a:ea typeface="+mn-ea"/>
          <a:cs typeface="+mn-cs"/>
        </a:defRPr>
      </a:lvl9pPr>
    </p:bodyStyle>
    <p:otherStyle>
      <a:defPPr>
        <a:defRPr lang="en-US"/>
      </a:defPPr>
      <a:lvl1pPr marL="0" algn="l" defTabSz="1187798" rtl="0" eaLnBrk="1" latinLnBrk="0" hangingPunct="1">
        <a:defRPr sz="2338" kern="1200">
          <a:solidFill>
            <a:schemeClr val="tx1"/>
          </a:solidFill>
          <a:latin typeface="Arial"/>
          <a:ea typeface="+mn-ea"/>
          <a:cs typeface="+mn-cs"/>
        </a:defRPr>
      </a:lvl1pPr>
      <a:lvl2pPr marL="593900" algn="l" defTabSz="1187798" rtl="0" eaLnBrk="1" latinLnBrk="0" hangingPunct="1">
        <a:defRPr sz="2338" kern="1200">
          <a:solidFill>
            <a:schemeClr val="tx1"/>
          </a:solidFill>
          <a:latin typeface="Arial"/>
          <a:ea typeface="+mn-ea"/>
          <a:cs typeface="+mn-cs"/>
        </a:defRPr>
      </a:lvl2pPr>
      <a:lvl3pPr marL="1187798" algn="l" defTabSz="1187798" rtl="0" eaLnBrk="1" latinLnBrk="0" hangingPunct="1">
        <a:defRPr sz="2338" kern="1200">
          <a:solidFill>
            <a:schemeClr val="tx1"/>
          </a:solidFill>
          <a:latin typeface="Arial"/>
          <a:ea typeface="+mn-ea"/>
          <a:cs typeface="+mn-cs"/>
        </a:defRPr>
      </a:lvl3pPr>
      <a:lvl4pPr marL="1781699" algn="l" defTabSz="1187798" rtl="0" eaLnBrk="1" latinLnBrk="0" hangingPunct="1">
        <a:defRPr sz="2338" kern="1200">
          <a:solidFill>
            <a:schemeClr val="tx1"/>
          </a:solidFill>
          <a:latin typeface="Arial"/>
          <a:ea typeface="+mn-ea"/>
          <a:cs typeface="+mn-cs"/>
        </a:defRPr>
      </a:lvl4pPr>
      <a:lvl5pPr marL="2375598" algn="l" defTabSz="1187798" rtl="0" eaLnBrk="1" latinLnBrk="0" hangingPunct="1">
        <a:defRPr sz="2338" kern="1200">
          <a:solidFill>
            <a:schemeClr val="tx1"/>
          </a:solidFill>
          <a:latin typeface="Arial"/>
          <a:ea typeface="+mn-ea"/>
          <a:cs typeface="+mn-cs"/>
        </a:defRPr>
      </a:lvl5pPr>
      <a:lvl6pPr marL="2969497" algn="l" defTabSz="1187798" rtl="0" eaLnBrk="1" latinLnBrk="0" hangingPunct="1">
        <a:defRPr sz="2338" kern="1200">
          <a:solidFill>
            <a:schemeClr val="tx1"/>
          </a:solidFill>
          <a:latin typeface="Arial"/>
          <a:ea typeface="+mn-ea"/>
          <a:cs typeface="+mn-cs"/>
        </a:defRPr>
      </a:lvl6pPr>
      <a:lvl7pPr marL="3563396" algn="l" defTabSz="1187798" rtl="0" eaLnBrk="1" latinLnBrk="0" hangingPunct="1">
        <a:defRPr sz="2338" kern="1200">
          <a:solidFill>
            <a:schemeClr val="tx1"/>
          </a:solidFill>
          <a:latin typeface="Arial"/>
          <a:ea typeface="+mn-ea"/>
          <a:cs typeface="+mn-cs"/>
        </a:defRPr>
      </a:lvl7pPr>
      <a:lvl8pPr marL="4157297" algn="l" defTabSz="1187798" rtl="0" eaLnBrk="1" latinLnBrk="0" hangingPunct="1">
        <a:defRPr sz="2338" kern="1200">
          <a:solidFill>
            <a:schemeClr val="tx1"/>
          </a:solidFill>
          <a:latin typeface="Arial"/>
          <a:ea typeface="+mn-ea"/>
          <a:cs typeface="+mn-cs"/>
        </a:defRPr>
      </a:lvl8pPr>
      <a:lvl9pPr marL="4751195" algn="l" defTabSz="1187798" rtl="0" eaLnBrk="1" latinLnBrk="0" hangingPunct="1">
        <a:defRPr sz="2338" kern="1200">
          <a:solidFill>
            <a:schemeClr val="tx1"/>
          </a:solidFill>
          <a:latin typeface="Arial"/>
          <a:ea typeface="+mn-ea"/>
          <a:cs typeface="+mn-cs"/>
        </a:defRPr>
      </a:lvl9pPr>
    </p:otherStyle>
  </p:txStyles>
  <p:extLst>
    <p:ext uri="{27BBF7A9-308A-43DC-89C8-2F10F3537804}">
      <p15:sldGuideLst xmlns="" xmlns:p15="http://schemas.microsoft.com/office/powerpoint/2012/main"/>
    </p:ext>
  </p:extLst>
</p:sldMaster>
</file>

<file path=ppt/slideMasters/slideMaster18.xml><?xml version="1.0" encoding="utf-8"?>
<p:sldMaster xmlns:a="http://schemas.openxmlformats.org/drawingml/2006/main" xmlns:r="http://schemas.openxmlformats.org/officeDocument/2006/relationships" xmlns:p="http://schemas.openxmlformats.org/presentationml/2006/main" preserve="1">
  <p:cSld>
    <p:bg>
      <p:bgPr>
        <a:solidFill>
          <a:srgbClr val="FFFFFF"/>
        </a:solidFill>
        <a:effectLst/>
      </p:bgPr>
    </p:bg>
    <p:spTree>
      <p:nvGrpSpPr>
        <p:cNvPr id="1" name=""/>
        <p:cNvGrpSpPr/>
        <p:nvPr/>
      </p:nvGrpSpPr>
      <p:grpSpPr>
        <a:xfrm>
          <a:off x="0" y="0"/>
          <a:ext cx="0" cy="0"/>
          <a:chOff x="0" y="0"/>
          <a:chExt cx="0" cy="0"/>
        </a:xfrm>
      </p:grpSpPr>
      <p:sp>
        <p:nvSpPr>
          <p:cNvPr id="3" name="TextBox 2">
            <a:extLst>
              <a:ext uri="{FF2B5EF4-FFF2-40B4-BE49-F238E27FC236}">
                <a16:creationId xmlns="" xmlns:a16="http://schemas.microsoft.com/office/drawing/2014/main" id="{6785A3D6-1271-D247-9E96-1B376F4BE7BE}"/>
              </a:ext>
            </a:extLst>
          </p:cNvPr>
          <p:cNvSpPr txBox="1"/>
          <p:nvPr userDrawn="1"/>
        </p:nvSpPr>
        <p:spPr>
          <a:xfrm>
            <a:off x="1095469" y="6356939"/>
            <a:ext cx="1463467" cy="230832"/>
          </a:xfrm>
          <a:prstGeom prst="rect">
            <a:avLst/>
          </a:prstGeom>
          <a:noFill/>
        </p:spPr>
        <p:txBody>
          <a:bodyPr wrap="square" rtlCol="0">
            <a:spAutoFit/>
          </a:bodyPr>
          <a:lstStyle/>
          <a:p>
            <a:pPr defTabSz="913746"/>
            <a:r>
              <a:rPr lang="en-US" sz="900" dirty="0">
                <a:solidFill>
                  <a:srgbClr val="1D1D1B"/>
                </a:solidFill>
                <a:latin typeface="Arial" panose="020B0604020202020204" pitchFamily="34" charset="0"/>
                <a:ea typeface="宋体" pitchFamily="2" charset="-122"/>
                <a:cs typeface="Arial" panose="020B0604020202020204" pitchFamily="34" charset="0"/>
              </a:rPr>
              <a:t>Huawei Confidential</a:t>
            </a:r>
          </a:p>
        </p:txBody>
      </p:sp>
      <p:sp>
        <p:nvSpPr>
          <p:cNvPr id="4" name="TextBox 3">
            <a:extLst>
              <a:ext uri="{FF2B5EF4-FFF2-40B4-BE49-F238E27FC236}">
                <a16:creationId xmlns="" xmlns:a16="http://schemas.microsoft.com/office/drawing/2014/main" id="{EABEE2EE-BF4D-7A4A-B3C6-9E47668CCD98}"/>
              </a:ext>
            </a:extLst>
          </p:cNvPr>
          <p:cNvSpPr txBox="1"/>
          <p:nvPr userDrawn="1"/>
        </p:nvSpPr>
        <p:spPr>
          <a:xfrm>
            <a:off x="734133" y="6402810"/>
            <a:ext cx="499729" cy="138499"/>
          </a:xfrm>
          <a:prstGeom prst="rect">
            <a:avLst/>
          </a:prstGeom>
          <a:noFill/>
        </p:spPr>
        <p:txBody>
          <a:bodyPr wrap="square" lIns="0" tIns="0" rIns="0" bIns="0" rtlCol="0">
            <a:spAutoFit/>
          </a:bodyPr>
          <a:lstStyle/>
          <a:p>
            <a:pPr defTabSz="890137">
              <a:defRPr/>
            </a:pPr>
            <a:fld id="{C3837181-38C6-AD4F-B8BA-B444770388BB}" type="slidenum">
              <a:rPr lang="en-US" sz="900" smtClean="0">
                <a:solidFill>
                  <a:srgbClr val="1D1D1B"/>
                </a:solidFill>
                <a:latin typeface="Arial" panose="020B0604020202020204" pitchFamily="34" charset="0"/>
                <a:ea typeface="宋体" pitchFamily="2" charset="-122"/>
                <a:cs typeface="Arial" panose="020B0604020202020204" pitchFamily="34" charset="0"/>
              </a:rPr>
              <a:pPr defTabSz="890137">
                <a:defRPr/>
              </a:pPr>
              <a:t>‹Nº›</a:t>
            </a:fld>
            <a:endParaRPr lang="en-US" sz="900" dirty="0">
              <a:solidFill>
                <a:srgbClr val="1D1D1B"/>
              </a:solidFill>
              <a:latin typeface="Arial" panose="020B0604020202020204" pitchFamily="34" charset="0"/>
              <a:ea typeface="宋体" pitchFamily="2" charset="-122"/>
              <a:cs typeface="Arial" panose="020B0604020202020204" pitchFamily="34" charset="0"/>
            </a:endParaRPr>
          </a:p>
        </p:txBody>
      </p:sp>
      <p:pic>
        <p:nvPicPr>
          <p:cNvPr id="47" name="Picture 46">
            <a:extLst>
              <a:ext uri="{FF2B5EF4-FFF2-40B4-BE49-F238E27FC236}">
                <a16:creationId xmlns="" xmlns:a16="http://schemas.microsoft.com/office/drawing/2014/main" id="{92D9040A-3082-2F49-987E-B51574332EF5}"/>
              </a:ext>
            </a:extLst>
          </p:cNvPr>
          <p:cNvPicPr>
            <a:picLocks noChangeAspect="1"/>
          </p:cNvPicPr>
          <p:nvPr userDrawn="1"/>
        </p:nvPicPr>
        <p:blipFill>
          <a:blip r:embed="rId6" cstate="print">
            <a:extLst>
              <a:ext uri="{28A0092B-C50C-407E-A947-70E740481C1C}">
                <a14:useLocalDpi xmlns:a14="http://schemas.microsoft.com/office/drawing/2010/main"/>
              </a:ext>
            </a:extLst>
          </a:blip>
          <a:stretch>
            <a:fillRect/>
          </a:stretch>
        </p:blipFill>
        <p:spPr>
          <a:xfrm>
            <a:off x="10196176" y="6323416"/>
            <a:ext cx="1270800" cy="275024"/>
          </a:xfrm>
          <a:prstGeom prst="rect">
            <a:avLst/>
          </a:prstGeom>
        </p:spPr>
      </p:pic>
      <p:sp>
        <p:nvSpPr>
          <p:cNvPr id="5" name="CuadroTexto 4">
            <a:extLst>
              <a:ext uri="{FF2B5EF4-FFF2-40B4-BE49-F238E27FC236}">
                <a16:creationId xmlns="" xmlns:a16="http://schemas.microsoft.com/office/drawing/2014/main" id="{C81D6E1B-2CF4-17FD-61AB-5CC0D7081B7B}"/>
              </a:ext>
            </a:extLst>
          </p:cNvPr>
          <p:cNvSpPr txBox="1"/>
          <p:nvPr userDrawn="1">
            <p:extLst>
              <p:ext uri="{1162E1C5-73C7-4A58-AE30-91384D911F3F}">
                <p184:classification xmlns="" xmlns:p184="http://schemas.microsoft.com/office/powerpoint/2018/4/main" val="hdr"/>
              </p:ext>
            </p:extLst>
          </p:nvPr>
        </p:nvSpPr>
        <p:spPr>
          <a:xfrm>
            <a:off x="11083925" y="0"/>
            <a:ext cx="1141413" cy="152400"/>
          </a:xfrm>
          <a:prstGeom prst="rect">
            <a:avLst/>
          </a:prstGeom>
        </p:spPr>
        <p:txBody>
          <a:bodyPr horzOverflow="overflow" lIns="0" tIns="0" rIns="0" bIns="0">
            <a:spAutoFit/>
          </a:bodyPr>
          <a:lstStyle/>
          <a:p>
            <a:pPr algn="l"/>
            <a:r>
              <a:rPr lang="es-AR" sz="1000">
                <a:solidFill>
                  <a:srgbClr val="000000"/>
                </a:solidFill>
                <a:latin typeface="Calibri" panose="020F0502020204030204" pitchFamily="34" charset="0"/>
                <a:cs typeface="Calibri" panose="020F0502020204030204" pitchFamily="34" charset="0"/>
              </a:rPr>
              <a:t>Documento: Personal</a:t>
            </a:r>
          </a:p>
        </p:txBody>
      </p:sp>
    </p:spTree>
    <p:extLst>
      <p:ext uri="{BB962C8B-B14F-4D97-AF65-F5344CB8AC3E}">
        <p14:creationId xmlns:p14="http://schemas.microsoft.com/office/powerpoint/2010/main" val="1379836009"/>
      </p:ext>
    </p:extLst>
  </p:cSld>
  <p:clrMap bg1="lt1" tx1="dk1" bg2="lt2" tx2="dk2" accent1="accent1" accent2="accent2" accent3="accent3" accent4="accent4" accent5="accent5" accent6="accent6" hlink="hlink" folHlink="folHlink"/>
  <p:sldLayoutIdLst>
    <p:sldLayoutId id="2147484151" r:id="rId1"/>
    <p:sldLayoutId id="2147484152" r:id="rId2"/>
    <p:sldLayoutId id="2147484153" r:id="rId3"/>
    <p:sldLayoutId id="2147484154" r:id="rId4"/>
  </p:sldLayoutIdLst>
  <p:hf sldNum="0" hdr="0" ftr="0" dt="0"/>
  <p:txStyles>
    <p:titleStyle>
      <a:lvl1pPr algn="l" defTabSz="1186848" rtl="0" eaLnBrk="1" latinLnBrk="0" hangingPunct="1">
        <a:lnSpc>
          <a:spcPct val="90000"/>
        </a:lnSpc>
        <a:spcBef>
          <a:spcPct val="0"/>
        </a:spcBef>
        <a:buNone/>
        <a:defRPr sz="5712" kern="1200">
          <a:solidFill>
            <a:schemeClr val="tx1"/>
          </a:solidFill>
          <a:latin typeface="+mj-lt"/>
          <a:ea typeface="+mj-ea"/>
          <a:cs typeface="+mj-cs"/>
        </a:defRPr>
      </a:lvl1pPr>
    </p:titleStyle>
    <p:bodyStyle>
      <a:lvl1pPr marL="296712" indent="-296712" algn="l" defTabSz="1186848" rtl="0" eaLnBrk="1" latinLnBrk="0" hangingPunct="1">
        <a:lnSpc>
          <a:spcPct val="90000"/>
        </a:lnSpc>
        <a:spcBef>
          <a:spcPts val="1297"/>
        </a:spcBef>
        <a:buFont typeface="Arial" panose="020B0604020202020204" pitchFamily="34" charset="0"/>
        <a:buChar char="•"/>
        <a:defRPr sz="3634" kern="1200">
          <a:solidFill>
            <a:schemeClr val="tx1"/>
          </a:solidFill>
          <a:latin typeface="+mn-lt"/>
          <a:ea typeface="+mn-ea"/>
          <a:cs typeface="+mn-cs"/>
        </a:defRPr>
      </a:lvl1pPr>
      <a:lvl2pPr marL="890137" indent="-296712" algn="l" defTabSz="1186848" rtl="0" eaLnBrk="1" latinLnBrk="0" hangingPunct="1">
        <a:lnSpc>
          <a:spcPct val="90000"/>
        </a:lnSpc>
        <a:spcBef>
          <a:spcPts val="650"/>
        </a:spcBef>
        <a:buFont typeface="Arial" panose="020B0604020202020204" pitchFamily="34" charset="0"/>
        <a:buChar char="•"/>
        <a:defRPr sz="3116" kern="1200">
          <a:solidFill>
            <a:schemeClr val="tx1"/>
          </a:solidFill>
          <a:latin typeface="+mn-lt"/>
          <a:ea typeface="+mn-ea"/>
          <a:cs typeface="+mn-cs"/>
        </a:defRPr>
      </a:lvl2pPr>
      <a:lvl3pPr marL="1483560" indent="-296712" algn="l" defTabSz="1186848" rtl="0" eaLnBrk="1" latinLnBrk="0" hangingPunct="1">
        <a:lnSpc>
          <a:spcPct val="90000"/>
        </a:lnSpc>
        <a:spcBef>
          <a:spcPts val="650"/>
        </a:spcBef>
        <a:buFont typeface="Arial" panose="020B0604020202020204" pitchFamily="34" charset="0"/>
        <a:buChar char="•"/>
        <a:defRPr sz="2596" kern="1200">
          <a:solidFill>
            <a:schemeClr val="tx1"/>
          </a:solidFill>
          <a:latin typeface="+mn-lt"/>
          <a:ea typeface="+mn-ea"/>
          <a:cs typeface="+mn-cs"/>
        </a:defRPr>
      </a:lvl3pPr>
      <a:lvl4pPr marL="2076986" indent="-296712" algn="l" defTabSz="1186848" rtl="0" eaLnBrk="1" latinLnBrk="0" hangingPunct="1">
        <a:lnSpc>
          <a:spcPct val="90000"/>
        </a:lnSpc>
        <a:spcBef>
          <a:spcPts val="650"/>
        </a:spcBef>
        <a:buFont typeface="Arial" panose="020B0604020202020204" pitchFamily="34" charset="0"/>
        <a:buChar char="•"/>
        <a:defRPr sz="2336" kern="1200">
          <a:solidFill>
            <a:schemeClr val="tx1"/>
          </a:solidFill>
          <a:latin typeface="+mn-lt"/>
          <a:ea typeface="+mn-ea"/>
          <a:cs typeface="+mn-cs"/>
        </a:defRPr>
      </a:lvl4pPr>
      <a:lvl5pPr marL="2670409" indent="-296712" algn="l" defTabSz="1186848" rtl="0" eaLnBrk="1" latinLnBrk="0" hangingPunct="1">
        <a:lnSpc>
          <a:spcPct val="90000"/>
        </a:lnSpc>
        <a:spcBef>
          <a:spcPts val="650"/>
        </a:spcBef>
        <a:buFont typeface="Arial" panose="020B0604020202020204" pitchFamily="34" charset="0"/>
        <a:buChar char="•"/>
        <a:defRPr sz="2336" kern="1200">
          <a:solidFill>
            <a:schemeClr val="tx1"/>
          </a:solidFill>
          <a:latin typeface="+mn-lt"/>
          <a:ea typeface="+mn-ea"/>
          <a:cs typeface="+mn-cs"/>
        </a:defRPr>
      </a:lvl5pPr>
      <a:lvl6pPr marL="3263834" indent="-296712" algn="l" defTabSz="1186848" rtl="0" eaLnBrk="1" latinLnBrk="0" hangingPunct="1">
        <a:lnSpc>
          <a:spcPct val="90000"/>
        </a:lnSpc>
        <a:spcBef>
          <a:spcPts val="650"/>
        </a:spcBef>
        <a:buFont typeface="Arial" panose="020B0604020202020204" pitchFamily="34" charset="0"/>
        <a:buChar char="•"/>
        <a:defRPr sz="2336" kern="1200">
          <a:solidFill>
            <a:schemeClr val="tx1"/>
          </a:solidFill>
          <a:latin typeface="+mn-lt"/>
          <a:ea typeface="+mn-ea"/>
          <a:cs typeface="+mn-cs"/>
        </a:defRPr>
      </a:lvl6pPr>
      <a:lvl7pPr marL="3857258" indent="-296712" algn="l" defTabSz="1186848" rtl="0" eaLnBrk="1" latinLnBrk="0" hangingPunct="1">
        <a:lnSpc>
          <a:spcPct val="90000"/>
        </a:lnSpc>
        <a:spcBef>
          <a:spcPts val="650"/>
        </a:spcBef>
        <a:buFont typeface="Arial" panose="020B0604020202020204" pitchFamily="34" charset="0"/>
        <a:buChar char="•"/>
        <a:defRPr sz="2336" kern="1200">
          <a:solidFill>
            <a:schemeClr val="tx1"/>
          </a:solidFill>
          <a:latin typeface="+mn-lt"/>
          <a:ea typeface="+mn-ea"/>
          <a:cs typeface="+mn-cs"/>
        </a:defRPr>
      </a:lvl7pPr>
      <a:lvl8pPr marL="4450682" indent="-296712" algn="l" defTabSz="1186848" rtl="0" eaLnBrk="1" latinLnBrk="0" hangingPunct="1">
        <a:lnSpc>
          <a:spcPct val="90000"/>
        </a:lnSpc>
        <a:spcBef>
          <a:spcPts val="650"/>
        </a:spcBef>
        <a:buFont typeface="Arial" panose="020B0604020202020204" pitchFamily="34" charset="0"/>
        <a:buChar char="•"/>
        <a:defRPr sz="2336" kern="1200">
          <a:solidFill>
            <a:schemeClr val="tx1"/>
          </a:solidFill>
          <a:latin typeface="+mn-lt"/>
          <a:ea typeface="+mn-ea"/>
          <a:cs typeface="+mn-cs"/>
        </a:defRPr>
      </a:lvl8pPr>
      <a:lvl9pPr marL="5044107" indent="-296712" algn="l" defTabSz="1186848" rtl="0" eaLnBrk="1" latinLnBrk="0" hangingPunct="1">
        <a:lnSpc>
          <a:spcPct val="90000"/>
        </a:lnSpc>
        <a:spcBef>
          <a:spcPts val="650"/>
        </a:spcBef>
        <a:buFont typeface="Arial" panose="020B0604020202020204" pitchFamily="34" charset="0"/>
        <a:buChar char="•"/>
        <a:defRPr sz="2336" kern="1200">
          <a:solidFill>
            <a:schemeClr val="tx1"/>
          </a:solidFill>
          <a:latin typeface="+mn-lt"/>
          <a:ea typeface="+mn-ea"/>
          <a:cs typeface="+mn-cs"/>
        </a:defRPr>
      </a:lvl9pPr>
    </p:bodyStyle>
    <p:otherStyle>
      <a:defPPr>
        <a:defRPr lang="en-US"/>
      </a:defPPr>
      <a:lvl1pPr marL="0" algn="l" defTabSz="1186848" rtl="0" eaLnBrk="1" latinLnBrk="0" hangingPunct="1">
        <a:defRPr sz="2336" kern="1200">
          <a:solidFill>
            <a:schemeClr val="tx1"/>
          </a:solidFill>
          <a:latin typeface="+mn-lt"/>
          <a:ea typeface="+mn-ea"/>
          <a:cs typeface="+mn-cs"/>
        </a:defRPr>
      </a:lvl1pPr>
      <a:lvl2pPr marL="593425" algn="l" defTabSz="1186848" rtl="0" eaLnBrk="1" latinLnBrk="0" hangingPunct="1">
        <a:defRPr sz="2336" kern="1200">
          <a:solidFill>
            <a:schemeClr val="tx1"/>
          </a:solidFill>
          <a:latin typeface="+mn-lt"/>
          <a:ea typeface="+mn-ea"/>
          <a:cs typeface="+mn-cs"/>
        </a:defRPr>
      </a:lvl2pPr>
      <a:lvl3pPr marL="1186848" algn="l" defTabSz="1186848" rtl="0" eaLnBrk="1" latinLnBrk="0" hangingPunct="1">
        <a:defRPr sz="2336" kern="1200">
          <a:solidFill>
            <a:schemeClr val="tx1"/>
          </a:solidFill>
          <a:latin typeface="+mn-lt"/>
          <a:ea typeface="+mn-ea"/>
          <a:cs typeface="+mn-cs"/>
        </a:defRPr>
      </a:lvl3pPr>
      <a:lvl4pPr marL="1780274" algn="l" defTabSz="1186848" rtl="0" eaLnBrk="1" latinLnBrk="0" hangingPunct="1">
        <a:defRPr sz="2336" kern="1200">
          <a:solidFill>
            <a:schemeClr val="tx1"/>
          </a:solidFill>
          <a:latin typeface="+mn-lt"/>
          <a:ea typeface="+mn-ea"/>
          <a:cs typeface="+mn-cs"/>
        </a:defRPr>
      </a:lvl4pPr>
      <a:lvl5pPr marL="2373698" algn="l" defTabSz="1186848" rtl="0" eaLnBrk="1" latinLnBrk="0" hangingPunct="1">
        <a:defRPr sz="2336" kern="1200">
          <a:solidFill>
            <a:schemeClr val="tx1"/>
          </a:solidFill>
          <a:latin typeface="+mn-lt"/>
          <a:ea typeface="+mn-ea"/>
          <a:cs typeface="+mn-cs"/>
        </a:defRPr>
      </a:lvl5pPr>
      <a:lvl6pPr marL="2967122" algn="l" defTabSz="1186848" rtl="0" eaLnBrk="1" latinLnBrk="0" hangingPunct="1">
        <a:defRPr sz="2336" kern="1200">
          <a:solidFill>
            <a:schemeClr val="tx1"/>
          </a:solidFill>
          <a:latin typeface="+mn-lt"/>
          <a:ea typeface="+mn-ea"/>
          <a:cs typeface="+mn-cs"/>
        </a:defRPr>
      </a:lvl6pPr>
      <a:lvl7pPr marL="3560546" algn="l" defTabSz="1186848" rtl="0" eaLnBrk="1" latinLnBrk="0" hangingPunct="1">
        <a:defRPr sz="2336" kern="1200">
          <a:solidFill>
            <a:schemeClr val="tx1"/>
          </a:solidFill>
          <a:latin typeface="+mn-lt"/>
          <a:ea typeface="+mn-ea"/>
          <a:cs typeface="+mn-cs"/>
        </a:defRPr>
      </a:lvl7pPr>
      <a:lvl8pPr marL="4153972" algn="l" defTabSz="1186848" rtl="0" eaLnBrk="1" latinLnBrk="0" hangingPunct="1">
        <a:defRPr sz="2336" kern="1200">
          <a:solidFill>
            <a:schemeClr val="tx1"/>
          </a:solidFill>
          <a:latin typeface="+mn-lt"/>
          <a:ea typeface="+mn-ea"/>
          <a:cs typeface="+mn-cs"/>
        </a:defRPr>
      </a:lvl8pPr>
      <a:lvl9pPr marL="4747395" algn="l" defTabSz="1186848" rtl="0" eaLnBrk="1" latinLnBrk="0" hangingPunct="1">
        <a:defRPr sz="2336" kern="1200">
          <a:solidFill>
            <a:schemeClr val="tx1"/>
          </a:solidFill>
          <a:latin typeface="+mn-lt"/>
          <a:ea typeface="+mn-ea"/>
          <a:cs typeface="+mn-cs"/>
        </a:defRPr>
      </a:lvl9pPr>
    </p:otherStyle>
  </p:txStyles>
  <p:extLst>
    <p:ext uri="{27BBF7A9-308A-43DC-89C8-2F10F3537804}">
      <p15:sldGuideLst xmlns="" xmlns:p15="http://schemas.microsoft.com/office/powerpoint/2012/main">
        <p15:guide id="1" orient="horz" pos="2161">
          <p15:clr>
            <a:srgbClr val="F26B43"/>
          </p15:clr>
        </p15:guide>
        <p15:guide id="2" pos="3842">
          <p15:clr>
            <a:srgbClr val="F26B43"/>
          </p15:clr>
        </p15:guide>
        <p15:guide id="3" pos="458">
          <p15:clr>
            <a:srgbClr val="F26B43"/>
          </p15:clr>
        </p15:guide>
        <p15:guide id="4" pos="7225">
          <p15:clr>
            <a:srgbClr val="F26B43"/>
          </p15:clr>
        </p15:guide>
        <p15:guide id="5" orient="horz" pos="4100">
          <p15:clr>
            <a:srgbClr val="F26B43"/>
          </p15:clr>
        </p15:guide>
      </p15:sldGuideLst>
    </p:ext>
  </p:extLst>
</p:sldMaster>
</file>

<file path=ppt/slideMasters/slideMaster19.xml><?xml version="1.0" encoding="utf-8"?>
<p:sldMaster xmlns:a="http://schemas.openxmlformats.org/drawingml/2006/main" xmlns:r="http://schemas.openxmlformats.org/officeDocument/2006/relationships" xmlns:p="http://schemas.openxmlformats.org/presentationml/2006/main" preserve="1">
  <p:cSld>
    <p:bg>
      <p:bgPr>
        <a:solidFill>
          <a:srgbClr val="FFFFFF"/>
        </a:solidFill>
        <a:effectLst/>
      </p:bgPr>
    </p:bg>
    <p:spTree>
      <p:nvGrpSpPr>
        <p:cNvPr id="1" name=""/>
        <p:cNvGrpSpPr/>
        <p:nvPr/>
      </p:nvGrpSpPr>
      <p:grpSpPr>
        <a:xfrm>
          <a:off x="0" y="0"/>
          <a:ext cx="0" cy="0"/>
          <a:chOff x="0" y="0"/>
          <a:chExt cx="0" cy="0"/>
        </a:xfrm>
      </p:grpSpPr>
      <p:sp>
        <p:nvSpPr>
          <p:cNvPr id="3" name="TextBox 2"/>
          <p:cNvSpPr txBox="1"/>
          <p:nvPr userDrawn="1"/>
        </p:nvSpPr>
        <p:spPr>
          <a:xfrm>
            <a:off x="1095467" y="6356939"/>
            <a:ext cx="1463467" cy="242864"/>
          </a:xfrm>
          <a:prstGeom prst="rect">
            <a:avLst/>
          </a:prstGeom>
          <a:noFill/>
        </p:spPr>
        <p:txBody>
          <a:bodyPr wrap="square" rtlCol="0">
            <a:spAutoFit/>
          </a:bodyPr>
          <a:lstStyle/>
          <a:p>
            <a:pPr defTabSz="914400"/>
            <a:r>
              <a:rPr lang="en-US" sz="975" dirty="0">
                <a:solidFill>
                  <a:srgbClr val="1D1D1B"/>
                </a:solidFill>
                <a:latin typeface="Arial" panose="020B0604020202020204" pitchFamily="34" charset="0"/>
                <a:cs typeface="Arial" panose="020B0604020202020204" pitchFamily="34" charset="0"/>
              </a:rPr>
              <a:t>Huawei Confidential</a:t>
            </a:r>
          </a:p>
        </p:txBody>
      </p:sp>
      <p:sp>
        <p:nvSpPr>
          <p:cNvPr id="4" name="TextBox 3"/>
          <p:cNvSpPr txBox="1"/>
          <p:nvPr userDrawn="1"/>
        </p:nvSpPr>
        <p:spPr>
          <a:xfrm>
            <a:off x="734131" y="6402806"/>
            <a:ext cx="499729" cy="150296"/>
          </a:xfrm>
          <a:prstGeom prst="rect">
            <a:avLst/>
          </a:prstGeom>
          <a:noFill/>
        </p:spPr>
        <p:txBody>
          <a:bodyPr wrap="square" lIns="0" tIns="0" rIns="0" bIns="0" rtlCol="0">
            <a:spAutoFit/>
          </a:bodyPr>
          <a:lstStyle/>
          <a:p>
            <a:pPr defTabSz="890905">
              <a:defRPr/>
            </a:pPr>
            <a:fld id="{C3837181-38C6-AD4F-B8BA-B444770388BB}" type="slidenum">
              <a:rPr lang="en-US" sz="975" smtClean="0">
                <a:solidFill>
                  <a:srgbClr val="1D1D1B"/>
                </a:solidFill>
                <a:latin typeface="Arial" panose="020B0604020202020204" pitchFamily="34" charset="0"/>
                <a:cs typeface="Arial" panose="020B0604020202020204" pitchFamily="34" charset="0"/>
              </a:rPr>
              <a:pPr defTabSz="890905">
                <a:defRPr/>
              </a:pPr>
              <a:t>‹Nº›</a:t>
            </a:fld>
            <a:endParaRPr lang="en-US" sz="975" dirty="0">
              <a:solidFill>
                <a:srgbClr val="1D1D1B"/>
              </a:solidFill>
              <a:latin typeface="Arial" panose="020B0604020202020204" pitchFamily="34" charset="0"/>
              <a:cs typeface="Arial" panose="020B0604020202020204" pitchFamily="34" charset="0"/>
            </a:endParaRPr>
          </a:p>
        </p:txBody>
      </p:sp>
      <p:pic>
        <p:nvPicPr>
          <p:cNvPr id="41" name="图片 40"/>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0195999" y="6319870"/>
            <a:ext cx="1269075" cy="271153"/>
          </a:xfrm>
          <a:prstGeom prst="rect">
            <a:avLst/>
          </a:prstGeom>
        </p:spPr>
      </p:pic>
      <p:sp>
        <p:nvSpPr>
          <p:cNvPr id="5" name="CuadroTexto 4">
            <a:extLst>
              <a:ext uri="{FF2B5EF4-FFF2-40B4-BE49-F238E27FC236}">
                <a16:creationId xmlns="" xmlns:a16="http://schemas.microsoft.com/office/drawing/2014/main" id="{644FBB83-25A8-FA8F-A3A3-92E0563672B0}"/>
              </a:ext>
            </a:extLst>
          </p:cNvPr>
          <p:cNvSpPr txBox="1"/>
          <p:nvPr userDrawn="1">
            <p:extLst>
              <p:ext uri="{1162E1C5-73C7-4A58-AE30-91384D911F3F}">
                <p184:classification xmlns="" xmlns:p184="http://schemas.microsoft.com/office/powerpoint/2018/4/main" val="hdr"/>
              </p:ext>
            </p:extLst>
          </p:nvPr>
        </p:nvSpPr>
        <p:spPr>
          <a:xfrm>
            <a:off x="11083925" y="0"/>
            <a:ext cx="1141413" cy="152400"/>
          </a:xfrm>
          <a:prstGeom prst="rect">
            <a:avLst/>
          </a:prstGeom>
        </p:spPr>
        <p:txBody>
          <a:bodyPr horzOverflow="overflow" lIns="0" tIns="0" rIns="0" bIns="0">
            <a:spAutoFit/>
          </a:bodyPr>
          <a:lstStyle/>
          <a:p>
            <a:pPr algn="l"/>
            <a:r>
              <a:rPr lang="es-AR" sz="1000">
                <a:solidFill>
                  <a:srgbClr val="000000"/>
                </a:solidFill>
                <a:latin typeface="Calibri" panose="020F0502020204030204" pitchFamily="34" charset="0"/>
                <a:cs typeface="Calibri" panose="020F0502020204030204" pitchFamily="34" charset="0"/>
              </a:rPr>
              <a:t>Documento: Personal</a:t>
            </a:r>
          </a:p>
        </p:txBody>
      </p:sp>
    </p:spTree>
    <p:extLst>
      <p:ext uri="{BB962C8B-B14F-4D97-AF65-F5344CB8AC3E}">
        <p14:creationId xmlns:p14="http://schemas.microsoft.com/office/powerpoint/2010/main" val="949119992"/>
      </p:ext>
    </p:extLst>
  </p:cSld>
  <p:clrMap bg1="lt1" tx1="dk1" bg2="lt2" tx2="dk2" accent1="accent1" accent2="accent2" accent3="accent3" accent4="accent4" accent5="accent5" accent6="accent6" hlink="hlink" folHlink="folHlink"/>
  <p:sldLayoutIdLst>
    <p:sldLayoutId id="2147484159" r:id="rId1"/>
  </p:sldLayoutIdLst>
  <p:hf hdr="0" ftr="0" dt="0"/>
  <p:txStyles>
    <p:titleStyle>
      <a:lvl1pPr algn="l" defTabSz="1188085" rtl="0" eaLnBrk="1" latinLnBrk="0" hangingPunct="1">
        <a:lnSpc>
          <a:spcPct val="90000"/>
        </a:lnSpc>
        <a:spcBef>
          <a:spcPct val="0"/>
        </a:spcBef>
        <a:buNone/>
        <a:defRPr sz="5715" kern="1200">
          <a:solidFill>
            <a:schemeClr val="tx1"/>
          </a:solidFill>
          <a:latin typeface="+mj-lt"/>
          <a:ea typeface="+mj-ea"/>
          <a:cs typeface="+mj-cs"/>
        </a:defRPr>
      </a:lvl1pPr>
    </p:titleStyle>
    <p:bodyStyle>
      <a:lvl1pPr marL="297180" indent="-297180" algn="l" defTabSz="1188085" rtl="0" eaLnBrk="1" latinLnBrk="0" hangingPunct="1">
        <a:lnSpc>
          <a:spcPct val="90000"/>
        </a:lnSpc>
        <a:spcBef>
          <a:spcPts val="1300"/>
        </a:spcBef>
        <a:buFont typeface="Arial" panose="020B0604020202020204" pitchFamily="34" charset="0"/>
        <a:buChar char="•"/>
        <a:defRPr sz="3635" kern="1200">
          <a:solidFill>
            <a:schemeClr val="tx1"/>
          </a:solidFill>
          <a:latin typeface="+mn-lt"/>
          <a:ea typeface="+mn-ea"/>
          <a:cs typeface="+mn-cs"/>
        </a:defRPr>
      </a:lvl1pPr>
      <a:lvl2pPr marL="890905" indent="-297180" algn="l" defTabSz="1188085" rtl="0" eaLnBrk="1" latinLnBrk="0" hangingPunct="1">
        <a:lnSpc>
          <a:spcPct val="90000"/>
        </a:lnSpc>
        <a:spcBef>
          <a:spcPts val="650"/>
        </a:spcBef>
        <a:buFont typeface="Arial" panose="020B0604020202020204" pitchFamily="34" charset="0"/>
        <a:buChar char="•"/>
        <a:defRPr sz="3120" kern="1200">
          <a:solidFill>
            <a:schemeClr val="tx1"/>
          </a:solidFill>
          <a:latin typeface="+mn-lt"/>
          <a:ea typeface="+mn-ea"/>
          <a:cs typeface="+mn-cs"/>
        </a:defRPr>
      </a:lvl2pPr>
      <a:lvl3pPr marL="1484630" indent="-297180" algn="l" defTabSz="1188085" rtl="0" eaLnBrk="1" latinLnBrk="0" hangingPunct="1">
        <a:lnSpc>
          <a:spcPct val="90000"/>
        </a:lnSpc>
        <a:spcBef>
          <a:spcPts val="650"/>
        </a:spcBef>
        <a:buFont typeface="Arial" panose="020B0604020202020204" pitchFamily="34" charset="0"/>
        <a:buChar char="•"/>
        <a:defRPr sz="2600" kern="1200">
          <a:solidFill>
            <a:schemeClr val="tx1"/>
          </a:solidFill>
          <a:latin typeface="+mn-lt"/>
          <a:ea typeface="+mn-ea"/>
          <a:cs typeface="+mn-cs"/>
        </a:defRPr>
      </a:lvl3pPr>
      <a:lvl4pPr marL="2078355" indent="-297180" algn="l" defTabSz="1188085" rtl="0" eaLnBrk="1" latinLnBrk="0" hangingPunct="1">
        <a:lnSpc>
          <a:spcPct val="90000"/>
        </a:lnSpc>
        <a:spcBef>
          <a:spcPts val="650"/>
        </a:spcBef>
        <a:buFont typeface="Arial" panose="020B0604020202020204" pitchFamily="34" charset="0"/>
        <a:buChar char="•"/>
        <a:defRPr sz="2340" kern="1200">
          <a:solidFill>
            <a:schemeClr val="tx1"/>
          </a:solidFill>
          <a:latin typeface="+mn-lt"/>
          <a:ea typeface="+mn-ea"/>
          <a:cs typeface="+mn-cs"/>
        </a:defRPr>
      </a:lvl4pPr>
      <a:lvl5pPr marL="2672715" indent="-297180" algn="l" defTabSz="1188085" rtl="0" eaLnBrk="1" latinLnBrk="0" hangingPunct="1">
        <a:lnSpc>
          <a:spcPct val="90000"/>
        </a:lnSpc>
        <a:spcBef>
          <a:spcPts val="650"/>
        </a:spcBef>
        <a:buFont typeface="Arial" panose="020B0604020202020204" pitchFamily="34" charset="0"/>
        <a:buChar char="•"/>
        <a:defRPr sz="2340" kern="1200">
          <a:solidFill>
            <a:schemeClr val="tx1"/>
          </a:solidFill>
          <a:latin typeface="+mn-lt"/>
          <a:ea typeface="+mn-ea"/>
          <a:cs typeface="+mn-cs"/>
        </a:defRPr>
      </a:lvl5pPr>
      <a:lvl6pPr marL="3266440" indent="-297180" algn="l" defTabSz="1188085" rtl="0" eaLnBrk="1" latinLnBrk="0" hangingPunct="1">
        <a:lnSpc>
          <a:spcPct val="90000"/>
        </a:lnSpc>
        <a:spcBef>
          <a:spcPts val="650"/>
        </a:spcBef>
        <a:buFont typeface="Arial" panose="020B0604020202020204" pitchFamily="34" charset="0"/>
        <a:buChar char="•"/>
        <a:defRPr sz="2340" kern="1200">
          <a:solidFill>
            <a:schemeClr val="tx1"/>
          </a:solidFill>
          <a:latin typeface="+mn-lt"/>
          <a:ea typeface="+mn-ea"/>
          <a:cs typeface="+mn-cs"/>
        </a:defRPr>
      </a:lvl6pPr>
      <a:lvl7pPr marL="3860165" indent="-297180" algn="l" defTabSz="1188085" rtl="0" eaLnBrk="1" latinLnBrk="0" hangingPunct="1">
        <a:lnSpc>
          <a:spcPct val="90000"/>
        </a:lnSpc>
        <a:spcBef>
          <a:spcPts val="650"/>
        </a:spcBef>
        <a:buFont typeface="Arial" panose="020B0604020202020204" pitchFamily="34" charset="0"/>
        <a:buChar char="•"/>
        <a:defRPr sz="2340" kern="1200">
          <a:solidFill>
            <a:schemeClr val="tx1"/>
          </a:solidFill>
          <a:latin typeface="+mn-lt"/>
          <a:ea typeface="+mn-ea"/>
          <a:cs typeface="+mn-cs"/>
        </a:defRPr>
      </a:lvl7pPr>
      <a:lvl8pPr marL="4454525" indent="-297180" algn="l" defTabSz="1188085" rtl="0" eaLnBrk="1" latinLnBrk="0" hangingPunct="1">
        <a:lnSpc>
          <a:spcPct val="90000"/>
        </a:lnSpc>
        <a:spcBef>
          <a:spcPts val="650"/>
        </a:spcBef>
        <a:buFont typeface="Arial" panose="020B0604020202020204" pitchFamily="34" charset="0"/>
        <a:buChar char="•"/>
        <a:defRPr sz="2340" kern="1200">
          <a:solidFill>
            <a:schemeClr val="tx1"/>
          </a:solidFill>
          <a:latin typeface="+mn-lt"/>
          <a:ea typeface="+mn-ea"/>
          <a:cs typeface="+mn-cs"/>
        </a:defRPr>
      </a:lvl8pPr>
      <a:lvl9pPr marL="5048250" indent="-297180" algn="l" defTabSz="1188085" rtl="0" eaLnBrk="1" latinLnBrk="0" hangingPunct="1">
        <a:lnSpc>
          <a:spcPct val="90000"/>
        </a:lnSpc>
        <a:spcBef>
          <a:spcPts val="650"/>
        </a:spcBef>
        <a:buFont typeface="Arial" panose="020B0604020202020204" pitchFamily="34" charset="0"/>
        <a:buChar char="•"/>
        <a:defRPr sz="2340" kern="1200">
          <a:solidFill>
            <a:schemeClr val="tx1"/>
          </a:solidFill>
          <a:latin typeface="+mn-lt"/>
          <a:ea typeface="+mn-ea"/>
          <a:cs typeface="+mn-cs"/>
        </a:defRPr>
      </a:lvl9pPr>
    </p:bodyStyle>
    <p:otherStyle>
      <a:defPPr>
        <a:defRPr lang="en-US"/>
      </a:defPPr>
      <a:lvl1pPr marL="0" algn="l" defTabSz="1188085" rtl="0" eaLnBrk="1" latinLnBrk="0" hangingPunct="1">
        <a:defRPr sz="2340" kern="1200">
          <a:solidFill>
            <a:schemeClr val="tx1"/>
          </a:solidFill>
          <a:latin typeface="+mn-lt"/>
          <a:ea typeface="+mn-ea"/>
          <a:cs typeface="+mn-cs"/>
        </a:defRPr>
      </a:lvl1pPr>
      <a:lvl2pPr marL="593725" algn="l" defTabSz="1188085" rtl="0" eaLnBrk="1" latinLnBrk="0" hangingPunct="1">
        <a:defRPr sz="2340" kern="1200">
          <a:solidFill>
            <a:schemeClr val="tx1"/>
          </a:solidFill>
          <a:latin typeface="+mn-lt"/>
          <a:ea typeface="+mn-ea"/>
          <a:cs typeface="+mn-cs"/>
        </a:defRPr>
      </a:lvl2pPr>
      <a:lvl3pPr marL="1188085" algn="l" defTabSz="1188085" rtl="0" eaLnBrk="1" latinLnBrk="0" hangingPunct="1">
        <a:defRPr sz="2340" kern="1200">
          <a:solidFill>
            <a:schemeClr val="tx1"/>
          </a:solidFill>
          <a:latin typeface="+mn-lt"/>
          <a:ea typeface="+mn-ea"/>
          <a:cs typeface="+mn-cs"/>
        </a:defRPr>
      </a:lvl3pPr>
      <a:lvl4pPr marL="1781810" algn="l" defTabSz="1188085" rtl="0" eaLnBrk="1" latinLnBrk="0" hangingPunct="1">
        <a:defRPr sz="2340" kern="1200">
          <a:solidFill>
            <a:schemeClr val="tx1"/>
          </a:solidFill>
          <a:latin typeface="+mn-lt"/>
          <a:ea typeface="+mn-ea"/>
          <a:cs typeface="+mn-cs"/>
        </a:defRPr>
      </a:lvl4pPr>
      <a:lvl5pPr marL="2375535" algn="l" defTabSz="1188085" rtl="0" eaLnBrk="1" latinLnBrk="0" hangingPunct="1">
        <a:defRPr sz="2340" kern="1200">
          <a:solidFill>
            <a:schemeClr val="tx1"/>
          </a:solidFill>
          <a:latin typeface="+mn-lt"/>
          <a:ea typeface="+mn-ea"/>
          <a:cs typeface="+mn-cs"/>
        </a:defRPr>
      </a:lvl5pPr>
      <a:lvl6pPr marL="2969260" algn="l" defTabSz="1188085" rtl="0" eaLnBrk="1" latinLnBrk="0" hangingPunct="1">
        <a:defRPr sz="2340" kern="1200">
          <a:solidFill>
            <a:schemeClr val="tx1"/>
          </a:solidFill>
          <a:latin typeface="+mn-lt"/>
          <a:ea typeface="+mn-ea"/>
          <a:cs typeface="+mn-cs"/>
        </a:defRPr>
      </a:lvl6pPr>
      <a:lvl7pPr marL="3563620" algn="l" defTabSz="1188085" rtl="0" eaLnBrk="1" latinLnBrk="0" hangingPunct="1">
        <a:defRPr sz="2340" kern="1200">
          <a:solidFill>
            <a:schemeClr val="tx1"/>
          </a:solidFill>
          <a:latin typeface="+mn-lt"/>
          <a:ea typeface="+mn-ea"/>
          <a:cs typeface="+mn-cs"/>
        </a:defRPr>
      </a:lvl7pPr>
      <a:lvl8pPr marL="4157345" algn="l" defTabSz="1188085" rtl="0" eaLnBrk="1" latinLnBrk="0" hangingPunct="1">
        <a:defRPr sz="2340" kern="1200">
          <a:solidFill>
            <a:schemeClr val="tx1"/>
          </a:solidFill>
          <a:latin typeface="+mn-lt"/>
          <a:ea typeface="+mn-ea"/>
          <a:cs typeface="+mn-cs"/>
        </a:defRPr>
      </a:lvl8pPr>
      <a:lvl9pPr marL="4751070" algn="l" defTabSz="1188085" rtl="0" eaLnBrk="1" latinLnBrk="0" hangingPunct="1">
        <a:defRPr sz="2340" kern="1200">
          <a:solidFill>
            <a:schemeClr val="tx1"/>
          </a:solidFill>
          <a:latin typeface="+mn-lt"/>
          <a:ea typeface="+mn-ea"/>
          <a:cs typeface="+mn-cs"/>
        </a:defRPr>
      </a:lvl9pPr>
    </p:otherStyle>
  </p:txStyles>
</p:sldMaster>
</file>

<file path=ppt/slideMasters/slideMaster20.xml><?xml version="1.0" encoding="utf-8"?>
<p:sldMaster xmlns:a="http://schemas.openxmlformats.org/drawingml/2006/main" xmlns:r="http://schemas.openxmlformats.org/officeDocument/2006/relationships" xmlns:p="http://schemas.openxmlformats.org/presentationml/2006/main" preserve="1">
  <p:cSld>
    <p:bg>
      <p:bgPr>
        <a:solidFill>
          <a:srgbClr val="FFFFFF"/>
        </a:solidFill>
        <a:effectLst/>
      </p:bgPr>
    </p:bg>
    <p:spTree>
      <p:nvGrpSpPr>
        <p:cNvPr id="1" name=""/>
        <p:cNvGrpSpPr/>
        <p:nvPr/>
      </p:nvGrpSpPr>
      <p:grpSpPr>
        <a:xfrm>
          <a:off x="0" y="0"/>
          <a:ext cx="0" cy="0"/>
          <a:chOff x="0" y="0"/>
          <a:chExt cx="0" cy="0"/>
        </a:xfrm>
      </p:grpSpPr>
      <p:sp>
        <p:nvSpPr>
          <p:cNvPr id="3" name="TextBox 2">
            <a:extLst>
              <a:ext uri="{FF2B5EF4-FFF2-40B4-BE49-F238E27FC236}">
                <a16:creationId xmlns="" xmlns:a16="http://schemas.microsoft.com/office/drawing/2014/main" id="{6785A3D6-1271-D247-9E96-1B376F4BE7BE}"/>
              </a:ext>
            </a:extLst>
          </p:cNvPr>
          <p:cNvSpPr txBox="1"/>
          <p:nvPr userDrawn="1"/>
        </p:nvSpPr>
        <p:spPr>
          <a:xfrm>
            <a:off x="1095468" y="6356939"/>
            <a:ext cx="3503965" cy="230832"/>
          </a:xfrm>
          <a:prstGeom prst="rect">
            <a:avLst/>
          </a:prstGeom>
          <a:noFill/>
        </p:spPr>
        <p:txBody>
          <a:bodyPr wrap="square" rtlCol="0">
            <a:spAutoFit/>
          </a:bodyPr>
          <a:lstStyle/>
          <a:p>
            <a:pPr defTabSz="914112"/>
            <a:r>
              <a:rPr lang="en-US" altLang="zh-CN" sz="900" dirty="0">
                <a:solidFill>
                  <a:srgbClr val="1D1D1B"/>
                </a:solidFill>
                <a:latin typeface="Arial" pitchFamily="34" charset="0"/>
                <a:cs typeface="Arial" panose="020B0604020202020204" pitchFamily="34" charset="0"/>
              </a:rPr>
              <a:t>Huawei Proprietary - Restricted Distribution</a:t>
            </a:r>
            <a:endParaRPr lang="en-US" sz="900" dirty="0">
              <a:solidFill>
                <a:srgbClr val="1D1D1B"/>
              </a:solidFill>
              <a:latin typeface="Arial" pitchFamily="34" charset="0"/>
              <a:cs typeface="Arial" panose="020B0604020202020204" pitchFamily="34" charset="0"/>
            </a:endParaRPr>
          </a:p>
        </p:txBody>
      </p:sp>
      <p:sp>
        <p:nvSpPr>
          <p:cNvPr id="4" name="TextBox 3">
            <a:extLst>
              <a:ext uri="{FF2B5EF4-FFF2-40B4-BE49-F238E27FC236}">
                <a16:creationId xmlns="" xmlns:a16="http://schemas.microsoft.com/office/drawing/2014/main" id="{EABEE2EE-BF4D-7A4A-B3C6-9E47668CCD98}"/>
              </a:ext>
            </a:extLst>
          </p:cNvPr>
          <p:cNvSpPr txBox="1"/>
          <p:nvPr userDrawn="1"/>
        </p:nvSpPr>
        <p:spPr>
          <a:xfrm>
            <a:off x="734132" y="6402808"/>
            <a:ext cx="499729" cy="138499"/>
          </a:xfrm>
          <a:prstGeom prst="rect">
            <a:avLst/>
          </a:prstGeom>
          <a:noFill/>
        </p:spPr>
        <p:txBody>
          <a:bodyPr wrap="square" lIns="0" tIns="0" rIns="0" bIns="0" rtlCol="0">
            <a:spAutoFit/>
          </a:bodyPr>
          <a:lstStyle/>
          <a:p>
            <a:pPr defTabSz="890493">
              <a:defRPr/>
            </a:pPr>
            <a:fld id="{C3837181-38C6-AD4F-B8BA-B444770388BB}" type="slidenum">
              <a:rPr lang="en-US" sz="900">
                <a:solidFill>
                  <a:srgbClr val="1D1D1B"/>
                </a:solidFill>
                <a:latin typeface="Arial" pitchFamily="34" charset="0"/>
                <a:cs typeface="Arial" panose="020B0604020202020204" pitchFamily="34" charset="0"/>
              </a:rPr>
              <a:pPr defTabSz="890493">
                <a:defRPr/>
              </a:pPr>
              <a:t>‹Nº›</a:t>
            </a:fld>
            <a:endParaRPr lang="en-US" sz="900" dirty="0">
              <a:solidFill>
                <a:srgbClr val="1D1D1B"/>
              </a:solidFill>
              <a:latin typeface="Arial" pitchFamily="34" charset="0"/>
              <a:cs typeface="Arial" panose="020B0604020202020204" pitchFamily="34" charset="0"/>
            </a:endParaRPr>
          </a:p>
        </p:txBody>
      </p:sp>
      <p:pic>
        <p:nvPicPr>
          <p:cNvPr id="47" name="Picture 46">
            <a:extLst>
              <a:ext uri="{FF2B5EF4-FFF2-40B4-BE49-F238E27FC236}">
                <a16:creationId xmlns="" xmlns:a16="http://schemas.microsoft.com/office/drawing/2014/main" id="{92D9040A-3082-2F49-987E-B51574332EF5}"/>
              </a:ext>
            </a:extLst>
          </p:cNvPr>
          <p:cNvPicPr>
            <a:picLocks noChangeAspect="1"/>
          </p:cNvPicPr>
          <p:nvPr userDrawn="1"/>
        </p:nvPicPr>
        <p:blipFill>
          <a:blip r:embed="rId10" cstate="print">
            <a:extLst>
              <a:ext uri="{28A0092B-C50C-407E-A947-70E740481C1C}">
                <a14:useLocalDpi xmlns:a14="http://schemas.microsoft.com/office/drawing/2010/main" val="0"/>
              </a:ext>
            </a:extLst>
          </a:blip>
          <a:stretch>
            <a:fillRect/>
          </a:stretch>
        </p:blipFill>
        <p:spPr>
          <a:xfrm>
            <a:off x="10196176" y="6323416"/>
            <a:ext cx="1270800" cy="275024"/>
          </a:xfrm>
          <a:prstGeom prst="rect">
            <a:avLst/>
          </a:prstGeom>
        </p:spPr>
      </p:pic>
      <p:sp>
        <p:nvSpPr>
          <p:cNvPr id="5" name="CuadroTexto 4">
            <a:extLst>
              <a:ext uri="{FF2B5EF4-FFF2-40B4-BE49-F238E27FC236}">
                <a16:creationId xmlns="" xmlns:a16="http://schemas.microsoft.com/office/drawing/2014/main" id="{D6D114AD-ED77-5A7C-735C-E508BD9164CE}"/>
              </a:ext>
            </a:extLst>
          </p:cNvPr>
          <p:cNvSpPr txBox="1"/>
          <p:nvPr userDrawn="1">
            <p:extLst>
              <p:ext uri="{1162E1C5-73C7-4A58-AE30-91384D911F3F}">
                <p184:classification xmlns="" xmlns:p184="http://schemas.microsoft.com/office/powerpoint/2018/4/main" val="hdr"/>
              </p:ext>
            </p:extLst>
          </p:nvPr>
        </p:nvSpPr>
        <p:spPr>
          <a:xfrm>
            <a:off x="11083925" y="0"/>
            <a:ext cx="1141413" cy="152400"/>
          </a:xfrm>
          <a:prstGeom prst="rect">
            <a:avLst/>
          </a:prstGeom>
        </p:spPr>
        <p:txBody>
          <a:bodyPr horzOverflow="overflow" lIns="0" tIns="0" rIns="0" bIns="0">
            <a:spAutoFit/>
          </a:bodyPr>
          <a:lstStyle/>
          <a:p>
            <a:pPr algn="l"/>
            <a:r>
              <a:rPr lang="es-AR" sz="1000">
                <a:solidFill>
                  <a:srgbClr val="000000"/>
                </a:solidFill>
                <a:latin typeface="Calibri" panose="020F0502020204030204" pitchFamily="34" charset="0"/>
                <a:cs typeface="Calibri" panose="020F0502020204030204" pitchFamily="34" charset="0"/>
              </a:rPr>
              <a:t>Documento: Personal</a:t>
            </a:r>
          </a:p>
        </p:txBody>
      </p:sp>
    </p:spTree>
    <p:extLst>
      <p:ext uri="{BB962C8B-B14F-4D97-AF65-F5344CB8AC3E}">
        <p14:creationId xmlns:p14="http://schemas.microsoft.com/office/powerpoint/2010/main" val="3789975718"/>
      </p:ext>
    </p:extLst>
  </p:cSld>
  <p:clrMap bg1="lt1" tx1="dk1" bg2="lt2" tx2="dk2" accent1="accent1" accent2="accent2" accent3="accent3" accent4="accent4" accent5="accent5" accent6="accent6" hlink="hlink" folHlink="folHlink"/>
  <p:sldLayoutIdLst>
    <p:sldLayoutId id="2147484168" r:id="rId1"/>
    <p:sldLayoutId id="2147484169" r:id="rId2"/>
    <p:sldLayoutId id="2147484170" r:id="rId3"/>
    <p:sldLayoutId id="2147484171" r:id="rId4"/>
    <p:sldLayoutId id="2147484172" r:id="rId5"/>
    <p:sldLayoutId id="2147484173" r:id="rId6"/>
    <p:sldLayoutId id="2147484174" r:id="rId7"/>
    <p:sldLayoutId id="2147484175" r:id="rId8"/>
  </p:sldLayoutIdLst>
  <p:hf hdr="0" ftr="0" dt="0"/>
  <p:txStyles>
    <p:titleStyle>
      <a:lvl1pPr algn="l" defTabSz="1187323" rtl="0" eaLnBrk="1" latinLnBrk="0" hangingPunct="1">
        <a:lnSpc>
          <a:spcPct val="90000"/>
        </a:lnSpc>
        <a:spcBef>
          <a:spcPct val="0"/>
        </a:spcBef>
        <a:buNone/>
        <a:defRPr sz="5714" kern="1200">
          <a:solidFill>
            <a:schemeClr val="tx1"/>
          </a:solidFill>
          <a:latin typeface="Arial"/>
          <a:ea typeface="+mj-ea"/>
          <a:cs typeface="+mj-cs"/>
        </a:defRPr>
      </a:lvl1pPr>
    </p:titleStyle>
    <p:bodyStyle>
      <a:lvl1pPr marL="296831" indent="-296831" algn="l" defTabSz="1187323" rtl="0" eaLnBrk="1" latinLnBrk="0" hangingPunct="1">
        <a:lnSpc>
          <a:spcPct val="90000"/>
        </a:lnSpc>
        <a:spcBef>
          <a:spcPts val="1298"/>
        </a:spcBef>
        <a:buFont typeface="Arial" panose="020B0604020202020204" pitchFamily="34" charset="0"/>
        <a:buChar char="•"/>
        <a:defRPr sz="3635" kern="1200">
          <a:solidFill>
            <a:schemeClr val="tx1"/>
          </a:solidFill>
          <a:latin typeface="Arial"/>
          <a:ea typeface="+mn-ea"/>
          <a:cs typeface="+mn-cs"/>
        </a:defRPr>
      </a:lvl1pPr>
      <a:lvl2pPr marL="890493" indent="-296831" algn="l" defTabSz="1187323" rtl="0" eaLnBrk="1" latinLnBrk="0" hangingPunct="1">
        <a:lnSpc>
          <a:spcPct val="90000"/>
        </a:lnSpc>
        <a:spcBef>
          <a:spcPts val="650"/>
        </a:spcBef>
        <a:buFont typeface="Arial" panose="020B0604020202020204" pitchFamily="34" charset="0"/>
        <a:buChar char="•"/>
        <a:defRPr sz="3117" kern="1200">
          <a:solidFill>
            <a:schemeClr val="tx1"/>
          </a:solidFill>
          <a:latin typeface="Arial"/>
          <a:ea typeface="+mn-ea"/>
          <a:cs typeface="+mn-cs"/>
        </a:defRPr>
      </a:lvl2pPr>
      <a:lvl3pPr marL="1484154" indent="-296831" algn="l" defTabSz="1187323" rtl="0" eaLnBrk="1" latinLnBrk="0" hangingPunct="1">
        <a:lnSpc>
          <a:spcPct val="90000"/>
        </a:lnSpc>
        <a:spcBef>
          <a:spcPts val="650"/>
        </a:spcBef>
        <a:buFont typeface="Arial" panose="020B0604020202020204" pitchFamily="34" charset="0"/>
        <a:buChar char="•"/>
        <a:defRPr sz="2597" kern="1200">
          <a:solidFill>
            <a:schemeClr val="tx1"/>
          </a:solidFill>
          <a:latin typeface="Arial"/>
          <a:ea typeface="+mn-ea"/>
          <a:cs typeface="+mn-cs"/>
        </a:defRPr>
      </a:lvl3pPr>
      <a:lvl4pPr marL="2077817" indent="-296831" algn="l" defTabSz="1187323" rtl="0" eaLnBrk="1" latinLnBrk="0" hangingPunct="1">
        <a:lnSpc>
          <a:spcPct val="90000"/>
        </a:lnSpc>
        <a:spcBef>
          <a:spcPts val="650"/>
        </a:spcBef>
        <a:buFont typeface="Arial" panose="020B0604020202020204" pitchFamily="34" charset="0"/>
        <a:buChar char="•"/>
        <a:defRPr sz="2337" kern="1200">
          <a:solidFill>
            <a:schemeClr val="tx1"/>
          </a:solidFill>
          <a:latin typeface="Arial"/>
          <a:ea typeface="+mn-ea"/>
          <a:cs typeface="+mn-cs"/>
        </a:defRPr>
      </a:lvl4pPr>
      <a:lvl5pPr marL="2671478" indent="-296831" algn="l" defTabSz="1187323" rtl="0" eaLnBrk="1" latinLnBrk="0" hangingPunct="1">
        <a:lnSpc>
          <a:spcPct val="90000"/>
        </a:lnSpc>
        <a:spcBef>
          <a:spcPts val="650"/>
        </a:spcBef>
        <a:buFont typeface="Arial" panose="020B0604020202020204" pitchFamily="34" charset="0"/>
        <a:buChar char="•"/>
        <a:defRPr sz="2337" kern="1200">
          <a:solidFill>
            <a:schemeClr val="tx1"/>
          </a:solidFill>
          <a:latin typeface="Arial"/>
          <a:ea typeface="+mn-ea"/>
          <a:cs typeface="+mn-cs"/>
        </a:defRPr>
      </a:lvl5pPr>
      <a:lvl6pPr marL="3265140" indent="-296831" algn="l" defTabSz="1187323" rtl="0" eaLnBrk="1" latinLnBrk="0" hangingPunct="1">
        <a:lnSpc>
          <a:spcPct val="90000"/>
        </a:lnSpc>
        <a:spcBef>
          <a:spcPts val="650"/>
        </a:spcBef>
        <a:buFont typeface="Arial" panose="020B0604020202020204" pitchFamily="34" charset="0"/>
        <a:buChar char="•"/>
        <a:defRPr sz="2337" kern="1200">
          <a:solidFill>
            <a:schemeClr val="tx1"/>
          </a:solidFill>
          <a:latin typeface="Arial"/>
          <a:ea typeface="+mn-ea"/>
          <a:cs typeface="+mn-cs"/>
        </a:defRPr>
      </a:lvl6pPr>
      <a:lvl7pPr marL="3858802" indent="-296831" algn="l" defTabSz="1187323" rtl="0" eaLnBrk="1" latinLnBrk="0" hangingPunct="1">
        <a:lnSpc>
          <a:spcPct val="90000"/>
        </a:lnSpc>
        <a:spcBef>
          <a:spcPts val="650"/>
        </a:spcBef>
        <a:buFont typeface="Arial" panose="020B0604020202020204" pitchFamily="34" charset="0"/>
        <a:buChar char="•"/>
        <a:defRPr sz="2337" kern="1200">
          <a:solidFill>
            <a:schemeClr val="tx1"/>
          </a:solidFill>
          <a:latin typeface="Arial"/>
          <a:ea typeface="+mn-ea"/>
          <a:cs typeface="+mn-cs"/>
        </a:defRPr>
      </a:lvl7pPr>
      <a:lvl8pPr marL="4452463" indent="-296831" algn="l" defTabSz="1187323" rtl="0" eaLnBrk="1" latinLnBrk="0" hangingPunct="1">
        <a:lnSpc>
          <a:spcPct val="90000"/>
        </a:lnSpc>
        <a:spcBef>
          <a:spcPts val="650"/>
        </a:spcBef>
        <a:buFont typeface="Arial" panose="020B0604020202020204" pitchFamily="34" charset="0"/>
        <a:buChar char="•"/>
        <a:defRPr sz="2337" kern="1200">
          <a:solidFill>
            <a:schemeClr val="tx1"/>
          </a:solidFill>
          <a:latin typeface="Arial"/>
          <a:ea typeface="+mn-ea"/>
          <a:cs typeface="+mn-cs"/>
        </a:defRPr>
      </a:lvl8pPr>
      <a:lvl9pPr marL="5046125" indent="-296831" algn="l" defTabSz="1187323" rtl="0" eaLnBrk="1" latinLnBrk="0" hangingPunct="1">
        <a:lnSpc>
          <a:spcPct val="90000"/>
        </a:lnSpc>
        <a:spcBef>
          <a:spcPts val="650"/>
        </a:spcBef>
        <a:buFont typeface="Arial" panose="020B0604020202020204" pitchFamily="34" charset="0"/>
        <a:buChar char="•"/>
        <a:defRPr sz="2337" kern="1200">
          <a:solidFill>
            <a:schemeClr val="tx1"/>
          </a:solidFill>
          <a:latin typeface="Arial"/>
          <a:ea typeface="+mn-ea"/>
          <a:cs typeface="+mn-cs"/>
        </a:defRPr>
      </a:lvl9pPr>
    </p:bodyStyle>
    <p:otherStyle>
      <a:defPPr>
        <a:defRPr lang="en-US"/>
      </a:defPPr>
      <a:lvl1pPr marL="0" algn="l" defTabSz="1187323" rtl="0" eaLnBrk="1" latinLnBrk="0" hangingPunct="1">
        <a:defRPr sz="2337" kern="1200">
          <a:solidFill>
            <a:schemeClr val="tx1"/>
          </a:solidFill>
          <a:latin typeface="Arial"/>
          <a:ea typeface="+mn-ea"/>
          <a:cs typeface="+mn-cs"/>
        </a:defRPr>
      </a:lvl1pPr>
      <a:lvl2pPr marL="593662" algn="l" defTabSz="1187323" rtl="0" eaLnBrk="1" latinLnBrk="0" hangingPunct="1">
        <a:defRPr sz="2337" kern="1200">
          <a:solidFill>
            <a:schemeClr val="tx1"/>
          </a:solidFill>
          <a:latin typeface="Arial"/>
          <a:ea typeface="+mn-ea"/>
          <a:cs typeface="+mn-cs"/>
        </a:defRPr>
      </a:lvl2pPr>
      <a:lvl3pPr marL="1187323" algn="l" defTabSz="1187323" rtl="0" eaLnBrk="1" latinLnBrk="0" hangingPunct="1">
        <a:defRPr sz="2337" kern="1200">
          <a:solidFill>
            <a:schemeClr val="tx1"/>
          </a:solidFill>
          <a:latin typeface="Arial"/>
          <a:ea typeface="+mn-ea"/>
          <a:cs typeface="+mn-cs"/>
        </a:defRPr>
      </a:lvl3pPr>
      <a:lvl4pPr marL="1780986" algn="l" defTabSz="1187323" rtl="0" eaLnBrk="1" latinLnBrk="0" hangingPunct="1">
        <a:defRPr sz="2337" kern="1200">
          <a:solidFill>
            <a:schemeClr val="tx1"/>
          </a:solidFill>
          <a:latin typeface="Arial"/>
          <a:ea typeface="+mn-ea"/>
          <a:cs typeface="+mn-cs"/>
        </a:defRPr>
      </a:lvl4pPr>
      <a:lvl5pPr marL="2374648" algn="l" defTabSz="1187323" rtl="0" eaLnBrk="1" latinLnBrk="0" hangingPunct="1">
        <a:defRPr sz="2337" kern="1200">
          <a:solidFill>
            <a:schemeClr val="tx1"/>
          </a:solidFill>
          <a:latin typeface="Arial"/>
          <a:ea typeface="+mn-ea"/>
          <a:cs typeface="+mn-cs"/>
        </a:defRPr>
      </a:lvl5pPr>
      <a:lvl6pPr marL="2968309" algn="l" defTabSz="1187323" rtl="0" eaLnBrk="1" latinLnBrk="0" hangingPunct="1">
        <a:defRPr sz="2337" kern="1200">
          <a:solidFill>
            <a:schemeClr val="tx1"/>
          </a:solidFill>
          <a:latin typeface="Arial"/>
          <a:ea typeface="+mn-ea"/>
          <a:cs typeface="+mn-cs"/>
        </a:defRPr>
      </a:lvl6pPr>
      <a:lvl7pPr marL="3561971" algn="l" defTabSz="1187323" rtl="0" eaLnBrk="1" latinLnBrk="0" hangingPunct="1">
        <a:defRPr sz="2337" kern="1200">
          <a:solidFill>
            <a:schemeClr val="tx1"/>
          </a:solidFill>
          <a:latin typeface="Arial"/>
          <a:ea typeface="+mn-ea"/>
          <a:cs typeface="+mn-cs"/>
        </a:defRPr>
      </a:lvl7pPr>
      <a:lvl8pPr marL="4155634" algn="l" defTabSz="1187323" rtl="0" eaLnBrk="1" latinLnBrk="0" hangingPunct="1">
        <a:defRPr sz="2337" kern="1200">
          <a:solidFill>
            <a:schemeClr val="tx1"/>
          </a:solidFill>
          <a:latin typeface="Arial"/>
          <a:ea typeface="+mn-ea"/>
          <a:cs typeface="+mn-cs"/>
        </a:defRPr>
      </a:lvl8pPr>
      <a:lvl9pPr marL="4749295" algn="l" defTabSz="1187323" rtl="0" eaLnBrk="1" latinLnBrk="0" hangingPunct="1">
        <a:defRPr sz="2337" kern="1200">
          <a:solidFill>
            <a:schemeClr val="tx1"/>
          </a:solidFill>
          <a:latin typeface="Arial"/>
          <a:ea typeface="+mn-ea"/>
          <a:cs typeface="+mn-cs"/>
        </a:defRPr>
      </a:lvl9pPr>
    </p:otherStyle>
  </p:txStyles>
  <p:extLst>
    <p:ext uri="{27BBF7A9-308A-43DC-89C8-2F10F3537804}">
      <p15:sldGuideLst xmlns="" xmlns:p15="http://schemas.microsoft.com/office/powerpoint/2012/main"/>
    </p:ext>
  </p:extLst>
</p:sldMaster>
</file>

<file path=ppt/slideMasters/slideMaster21.xml><?xml version="1.0" encoding="utf-8"?>
<p:sldMaster xmlns:a="http://schemas.openxmlformats.org/drawingml/2006/main" xmlns:r="http://schemas.openxmlformats.org/officeDocument/2006/relationships" xmlns:p="http://schemas.openxmlformats.org/presentationml/2006/main" preserve="1">
  <p:cSld>
    <p:bg>
      <p:bgPr>
        <a:solidFill>
          <a:srgbClr val="FFFFFF"/>
        </a:solidFill>
        <a:effectLst/>
      </p:bgPr>
    </p:bg>
    <p:spTree>
      <p:nvGrpSpPr>
        <p:cNvPr id="1" name=""/>
        <p:cNvGrpSpPr/>
        <p:nvPr/>
      </p:nvGrpSpPr>
      <p:grpSpPr>
        <a:xfrm>
          <a:off x="0" y="0"/>
          <a:ext cx="0" cy="0"/>
          <a:chOff x="0" y="0"/>
          <a:chExt cx="0" cy="0"/>
        </a:xfrm>
      </p:grpSpPr>
      <p:sp>
        <p:nvSpPr>
          <p:cNvPr id="3" name="TextBox 2">
            <a:extLst>
              <a:ext uri="{FF2B5EF4-FFF2-40B4-BE49-F238E27FC236}">
                <a16:creationId xmlns="" xmlns:a16="http://schemas.microsoft.com/office/drawing/2014/main" id="{6785A3D6-1271-D247-9E96-1B376F4BE7BE}"/>
              </a:ext>
            </a:extLst>
          </p:cNvPr>
          <p:cNvSpPr txBox="1"/>
          <p:nvPr userDrawn="1"/>
        </p:nvSpPr>
        <p:spPr>
          <a:xfrm>
            <a:off x="1095469" y="6356939"/>
            <a:ext cx="3503965" cy="230832"/>
          </a:xfrm>
          <a:prstGeom prst="rect">
            <a:avLst/>
          </a:prstGeom>
          <a:noFill/>
        </p:spPr>
        <p:txBody>
          <a:bodyPr wrap="square" rtlCol="0">
            <a:spAutoFit/>
          </a:bodyPr>
          <a:lstStyle/>
          <a:p>
            <a:pPr defTabSz="913746"/>
            <a:r>
              <a:rPr lang="en-US" altLang="zh-CN" sz="900" dirty="0">
                <a:solidFill>
                  <a:srgbClr val="1D1D1B"/>
                </a:solidFill>
                <a:latin typeface="Arial" pitchFamily="34" charset="0"/>
                <a:cs typeface="Arial" panose="020B0604020202020204" pitchFamily="34" charset="0"/>
              </a:rPr>
              <a:t>Huawei Proprietary - Restricted Distribution</a:t>
            </a:r>
            <a:endParaRPr lang="en-US" sz="900" dirty="0">
              <a:solidFill>
                <a:srgbClr val="1D1D1B"/>
              </a:solidFill>
              <a:latin typeface="Arial" pitchFamily="34" charset="0"/>
              <a:cs typeface="Arial" panose="020B0604020202020204" pitchFamily="34" charset="0"/>
            </a:endParaRPr>
          </a:p>
        </p:txBody>
      </p:sp>
      <p:sp>
        <p:nvSpPr>
          <p:cNvPr id="4" name="TextBox 3">
            <a:extLst>
              <a:ext uri="{FF2B5EF4-FFF2-40B4-BE49-F238E27FC236}">
                <a16:creationId xmlns="" xmlns:a16="http://schemas.microsoft.com/office/drawing/2014/main" id="{EABEE2EE-BF4D-7A4A-B3C6-9E47668CCD98}"/>
              </a:ext>
            </a:extLst>
          </p:cNvPr>
          <p:cNvSpPr txBox="1"/>
          <p:nvPr userDrawn="1"/>
        </p:nvSpPr>
        <p:spPr>
          <a:xfrm>
            <a:off x="734133" y="6402810"/>
            <a:ext cx="499729" cy="138499"/>
          </a:xfrm>
          <a:prstGeom prst="rect">
            <a:avLst/>
          </a:prstGeom>
          <a:noFill/>
        </p:spPr>
        <p:txBody>
          <a:bodyPr wrap="square" lIns="0" tIns="0" rIns="0" bIns="0" rtlCol="0">
            <a:spAutoFit/>
          </a:bodyPr>
          <a:lstStyle/>
          <a:p>
            <a:pPr defTabSz="890137">
              <a:defRPr/>
            </a:pPr>
            <a:fld id="{C3837181-38C6-AD4F-B8BA-B444770388BB}" type="slidenum">
              <a:rPr lang="en-US" sz="900" smtClean="0">
                <a:solidFill>
                  <a:srgbClr val="1D1D1B"/>
                </a:solidFill>
                <a:latin typeface="Arial" pitchFamily="34" charset="0"/>
                <a:cs typeface="Arial" panose="020B0604020202020204" pitchFamily="34" charset="0"/>
              </a:rPr>
              <a:pPr defTabSz="890137">
                <a:defRPr/>
              </a:pPr>
              <a:t>‹Nº›</a:t>
            </a:fld>
            <a:endParaRPr lang="en-US" sz="900" dirty="0">
              <a:solidFill>
                <a:srgbClr val="1D1D1B"/>
              </a:solidFill>
              <a:latin typeface="Arial" pitchFamily="34" charset="0"/>
              <a:cs typeface="Arial" panose="020B0604020202020204" pitchFamily="34" charset="0"/>
            </a:endParaRPr>
          </a:p>
        </p:txBody>
      </p:sp>
      <p:pic>
        <p:nvPicPr>
          <p:cNvPr id="47" name="Picture 46">
            <a:extLst>
              <a:ext uri="{FF2B5EF4-FFF2-40B4-BE49-F238E27FC236}">
                <a16:creationId xmlns="" xmlns:a16="http://schemas.microsoft.com/office/drawing/2014/main" id="{92D9040A-3082-2F49-987E-B51574332EF5}"/>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196176" y="6323416"/>
            <a:ext cx="1270800" cy="275024"/>
          </a:xfrm>
          <a:prstGeom prst="rect">
            <a:avLst/>
          </a:prstGeom>
        </p:spPr>
      </p:pic>
      <p:sp>
        <p:nvSpPr>
          <p:cNvPr id="5" name="CuadroTexto 4">
            <a:extLst>
              <a:ext uri="{FF2B5EF4-FFF2-40B4-BE49-F238E27FC236}">
                <a16:creationId xmlns="" xmlns:a16="http://schemas.microsoft.com/office/drawing/2014/main" id="{764EF22A-57CD-8957-14F6-570582816991}"/>
              </a:ext>
            </a:extLst>
          </p:cNvPr>
          <p:cNvSpPr txBox="1"/>
          <p:nvPr userDrawn="1">
            <p:extLst>
              <p:ext uri="{1162E1C5-73C7-4A58-AE30-91384D911F3F}">
                <p184:classification xmlns="" xmlns:p184="http://schemas.microsoft.com/office/powerpoint/2018/4/main" val="hdr"/>
              </p:ext>
            </p:extLst>
          </p:nvPr>
        </p:nvSpPr>
        <p:spPr>
          <a:xfrm>
            <a:off x="11083925" y="0"/>
            <a:ext cx="1141413" cy="152400"/>
          </a:xfrm>
          <a:prstGeom prst="rect">
            <a:avLst/>
          </a:prstGeom>
        </p:spPr>
        <p:txBody>
          <a:bodyPr horzOverflow="overflow" lIns="0" tIns="0" rIns="0" bIns="0">
            <a:spAutoFit/>
          </a:bodyPr>
          <a:lstStyle/>
          <a:p>
            <a:pPr algn="l"/>
            <a:r>
              <a:rPr lang="es-AR" sz="1000">
                <a:solidFill>
                  <a:srgbClr val="000000"/>
                </a:solidFill>
                <a:latin typeface="Calibri" panose="020F0502020204030204" pitchFamily="34" charset="0"/>
                <a:cs typeface="Calibri" panose="020F0502020204030204" pitchFamily="34" charset="0"/>
              </a:rPr>
              <a:t>Documento: Personal</a:t>
            </a:r>
          </a:p>
        </p:txBody>
      </p:sp>
    </p:spTree>
    <p:extLst>
      <p:ext uri="{BB962C8B-B14F-4D97-AF65-F5344CB8AC3E}">
        <p14:creationId xmlns:p14="http://schemas.microsoft.com/office/powerpoint/2010/main" val="1467918776"/>
      </p:ext>
    </p:extLst>
  </p:cSld>
  <p:clrMap bg1="lt1" tx1="dk1" bg2="lt2" tx2="dk2" accent1="accent1" accent2="accent2" accent3="accent3" accent4="accent4" accent5="accent5" accent6="accent6" hlink="hlink" folHlink="folHlink"/>
  <p:hf hdr="0" ftr="0" dt="0"/>
  <p:txStyles>
    <p:titleStyle>
      <a:lvl1pPr algn="l" defTabSz="1186848" rtl="0" eaLnBrk="1" latinLnBrk="0" hangingPunct="1">
        <a:lnSpc>
          <a:spcPct val="90000"/>
        </a:lnSpc>
        <a:spcBef>
          <a:spcPct val="0"/>
        </a:spcBef>
        <a:buNone/>
        <a:defRPr sz="5712" kern="1200">
          <a:solidFill>
            <a:schemeClr val="tx1"/>
          </a:solidFill>
          <a:latin typeface="Arial"/>
          <a:ea typeface="+mj-ea"/>
          <a:cs typeface="+mj-cs"/>
        </a:defRPr>
      </a:lvl1pPr>
    </p:titleStyle>
    <p:bodyStyle>
      <a:lvl1pPr marL="296712" indent="-296712" algn="l" defTabSz="1186848" rtl="0" eaLnBrk="1" latinLnBrk="0" hangingPunct="1">
        <a:lnSpc>
          <a:spcPct val="90000"/>
        </a:lnSpc>
        <a:spcBef>
          <a:spcPts val="1297"/>
        </a:spcBef>
        <a:buFont typeface="Arial" panose="020B0604020202020204" pitchFamily="34" charset="0"/>
        <a:buChar char="•"/>
        <a:defRPr sz="3634" kern="1200">
          <a:solidFill>
            <a:schemeClr val="tx1"/>
          </a:solidFill>
          <a:latin typeface="Arial"/>
          <a:ea typeface="+mn-ea"/>
          <a:cs typeface="+mn-cs"/>
        </a:defRPr>
      </a:lvl1pPr>
      <a:lvl2pPr marL="890137" indent="-296712" algn="l" defTabSz="1186848" rtl="0" eaLnBrk="1" latinLnBrk="0" hangingPunct="1">
        <a:lnSpc>
          <a:spcPct val="90000"/>
        </a:lnSpc>
        <a:spcBef>
          <a:spcPts val="650"/>
        </a:spcBef>
        <a:buFont typeface="Arial" panose="020B0604020202020204" pitchFamily="34" charset="0"/>
        <a:buChar char="•"/>
        <a:defRPr sz="3116" kern="1200">
          <a:solidFill>
            <a:schemeClr val="tx1"/>
          </a:solidFill>
          <a:latin typeface="Arial"/>
          <a:ea typeface="+mn-ea"/>
          <a:cs typeface="+mn-cs"/>
        </a:defRPr>
      </a:lvl2pPr>
      <a:lvl3pPr marL="1483560" indent="-296712" algn="l" defTabSz="1186848" rtl="0" eaLnBrk="1" latinLnBrk="0" hangingPunct="1">
        <a:lnSpc>
          <a:spcPct val="90000"/>
        </a:lnSpc>
        <a:spcBef>
          <a:spcPts val="650"/>
        </a:spcBef>
        <a:buFont typeface="Arial" panose="020B0604020202020204" pitchFamily="34" charset="0"/>
        <a:buChar char="•"/>
        <a:defRPr sz="2596" kern="1200">
          <a:solidFill>
            <a:schemeClr val="tx1"/>
          </a:solidFill>
          <a:latin typeface="Arial"/>
          <a:ea typeface="+mn-ea"/>
          <a:cs typeface="+mn-cs"/>
        </a:defRPr>
      </a:lvl3pPr>
      <a:lvl4pPr marL="2076986" indent="-296712" algn="l" defTabSz="1186848" rtl="0" eaLnBrk="1" latinLnBrk="0" hangingPunct="1">
        <a:lnSpc>
          <a:spcPct val="90000"/>
        </a:lnSpc>
        <a:spcBef>
          <a:spcPts val="650"/>
        </a:spcBef>
        <a:buFont typeface="Arial" panose="020B0604020202020204" pitchFamily="34" charset="0"/>
        <a:buChar char="•"/>
        <a:defRPr sz="2336" kern="1200">
          <a:solidFill>
            <a:schemeClr val="tx1"/>
          </a:solidFill>
          <a:latin typeface="Arial"/>
          <a:ea typeface="+mn-ea"/>
          <a:cs typeface="+mn-cs"/>
        </a:defRPr>
      </a:lvl4pPr>
      <a:lvl5pPr marL="2670409" indent="-296712" algn="l" defTabSz="1186848" rtl="0" eaLnBrk="1" latinLnBrk="0" hangingPunct="1">
        <a:lnSpc>
          <a:spcPct val="90000"/>
        </a:lnSpc>
        <a:spcBef>
          <a:spcPts val="650"/>
        </a:spcBef>
        <a:buFont typeface="Arial" panose="020B0604020202020204" pitchFamily="34" charset="0"/>
        <a:buChar char="•"/>
        <a:defRPr sz="2336" kern="1200">
          <a:solidFill>
            <a:schemeClr val="tx1"/>
          </a:solidFill>
          <a:latin typeface="Arial"/>
          <a:ea typeface="+mn-ea"/>
          <a:cs typeface="+mn-cs"/>
        </a:defRPr>
      </a:lvl5pPr>
      <a:lvl6pPr marL="3263834" indent="-296712" algn="l" defTabSz="1186848" rtl="0" eaLnBrk="1" latinLnBrk="0" hangingPunct="1">
        <a:lnSpc>
          <a:spcPct val="90000"/>
        </a:lnSpc>
        <a:spcBef>
          <a:spcPts val="650"/>
        </a:spcBef>
        <a:buFont typeface="Arial" panose="020B0604020202020204" pitchFamily="34" charset="0"/>
        <a:buChar char="•"/>
        <a:defRPr sz="2336" kern="1200">
          <a:solidFill>
            <a:schemeClr val="tx1"/>
          </a:solidFill>
          <a:latin typeface="Arial"/>
          <a:ea typeface="+mn-ea"/>
          <a:cs typeface="+mn-cs"/>
        </a:defRPr>
      </a:lvl6pPr>
      <a:lvl7pPr marL="3857258" indent="-296712" algn="l" defTabSz="1186848" rtl="0" eaLnBrk="1" latinLnBrk="0" hangingPunct="1">
        <a:lnSpc>
          <a:spcPct val="90000"/>
        </a:lnSpc>
        <a:spcBef>
          <a:spcPts val="650"/>
        </a:spcBef>
        <a:buFont typeface="Arial" panose="020B0604020202020204" pitchFamily="34" charset="0"/>
        <a:buChar char="•"/>
        <a:defRPr sz="2336" kern="1200">
          <a:solidFill>
            <a:schemeClr val="tx1"/>
          </a:solidFill>
          <a:latin typeface="Arial"/>
          <a:ea typeface="+mn-ea"/>
          <a:cs typeface="+mn-cs"/>
        </a:defRPr>
      </a:lvl7pPr>
      <a:lvl8pPr marL="4450682" indent="-296712" algn="l" defTabSz="1186848" rtl="0" eaLnBrk="1" latinLnBrk="0" hangingPunct="1">
        <a:lnSpc>
          <a:spcPct val="90000"/>
        </a:lnSpc>
        <a:spcBef>
          <a:spcPts val="650"/>
        </a:spcBef>
        <a:buFont typeface="Arial" panose="020B0604020202020204" pitchFamily="34" charset="0"/>
        <a:buChar char="•"/>
        <a:defRPr sz="2336" kern="1200">
          <a:solidFill>
            <a:schemeClr val="tx1"/>
          </a:solidFill>
          <a:latin typeface="Arial"/>
          <a:ea typeface="+mn-ea"/>
          <a:cs typeface="+mn-cs"/>
        </a:defRPr>
      </a:lvl8pPr>
      <a:lvl9pPr marL="5044107" indent="-296712" algn="l" defTabSz="1186848" rtl="0" eaLnBrk="1" latinLnBrk="0" hangingPunct="1">
        <a:lnSpc>
          <a:spcPct val="90000"/>
        </a:lnSpc>
        <a:spcBef>
          <a:spcPts val="650"/>
        </a:spcBef>
        <a:buFont typeface="Arial" panose="020B0604020202020204" pitchFamily="34" charset="0"/>
        <a:buChar char="•"/>
        <a:defRPr sz="2336" kern="1200">
          <a:solidFill>
            <a:schemeClr val="tx1"/>
          </a:solidFill>
          <a:latin typeface="Arial"/>
          <a:ea typeface="+mn-ea"/>
          <a:cs typeface="+mn-cs"/>
        </a:defRPr>
      </a:lvl9pPr>
    </p:bodyStyle>
    <p:otherStyle>
      <a:defPPr>
        <a:defRPr lang="en-US"/>
      </a:defPPr>
      <a:lvl1pPr marL="0" algn="l" defTabSz="1186848" rtl="0" eaLnBrk="1" latinLnBrk="0" hangingPunct="1">
        <a:defRPr sz="2336" kern="1200">
          <a:solidFill>
            <a:schemeClr val="tx1"/>
          </a:solidFill>
          <a:latin typeface="Arial"/>
          <a:ea typeface="+mn-ea"/>
          <a:cs typeface="+mn-cs"/>
        </a:defRPr>
      </a:lvl1pPr>
      <a:lvl2pPr marL="593425" algn="l" defTabSz="1186848" rtl="0" eaLnBrk="1" latinLnBrk="0" hangingPunct="1">
        <a:defRPr sz="2336" kern="1200">
          <a:solidFill>
            <a:schemeClr val="tx1"/>
          </a:solidFill>
          <a:latin typeface="Arial"/>
          <a:ea typeface="+mn-ea"/>
          <a:cs typeface="+mn-cs"/>
        </a:defRPr>
      </a:lvl2pPr>
      <a:lvl3pPr marL="1186848" algn="l" defTabSz="1186848" rtl="0" eaLnBrk="1" latinLnBrk="0" hangingPunct="1">
        <a:defRPr sz="2336" kern="1200">
          <a:solidFill>
            <a:schemeClr val="tx1"/>
          </a:solidFill>
          <a:latin typeface="Arial"/>
          <a:ea typeface="+mn-ea"/>
          <a:cs typeface="+mn-cs"/>
        </a:defRPr>
      </a:lvl3pPr>
      <a:lvl4pPr marL="1780274" algn="l" defTabSz="1186848" rtl="0" eaLnBrk="1" latinLnBrk="0" hangingPunct="1">
        <a:defRPr sz="2336" kern="1200">
          <a:solidFill>
            <a:schemeClr val="tx1"/>
          </a:solidFill>
          <a:latin typeface="Arial"/>
          <a:ea typeface="+mn-ea"/>
          <a:cs typeface="+mn-cs"/>
        </a:defRPr>
      </a:lvl4pPr>
      <a:lvl5pPr marL="2373698" algn="l" defTabSz="1186848" rtl="0" eaLnBrk="1" latinLnBrk="0" hangingPunct="1">
        <a:defRPr sz="2336" kern="1200">
          <a:solidFill>
            <a:schemeClr val="tx1"/>
          </a:solidFill>
          <a:latin typeface="Arial"/>
          <a:ea typeface="+mn-ea"/>
          <a:cs typeface="+mn-cs"/>
        </a:defRPr>
      </a:lvl5pPr>
      <a:lvl6pPr marL="2967122" algn="l" defTabSz="1186848" rtl="0" eaLnBrk="1" latinLnBrk="0" hangingPunct="1">
        <a:defRPr sz="2336" kern="1200">
          <a:solidFill>
            <a:schemeClr val="tx1"/>
          </a:solidFill>
          <a:latin typeface="Arial"/>
          <a:ea typeface="+mn-ea"/>
          <a:cs typeface="+mn-cs"/>
        </a:defRPr>
      </a:lvl6pPr>
      <a:lvl7pPr marL="3560546" algn="l" defTabSz="1186848" rtl="0" eaLnBrk="1" latinLnBrk="0" hangingPunct="1">
        <a:defRPr sz="2336" kern="1200">
          <a:solidFill>
            <a:schemeClr val="tx1"/>
          </a:solidFill>
          <a:latin typeface="Arial"/>
          <a:ea typeface="+mn-ea"/>
          <a:cs typeface="+mn-cs"/>
        </a:defRPr>
      </a:lvl7pPr>
      <a:lvl8pPr marL="4153972" algn="l" defTabSz="1186848" rtl="0" eaLnBrk="1" latinLnBrk="0" hangingPunct="1">
        <a:defRPr sz="2336" kern="1200">
          <a:solidFill>
            <a:schemeClr val="tx1"/>
          </a:solidFill>
          <a:latin typeface="Arial"/>
          <a:ea typeface="+mn-ea"/>
          <a:cs typeface="+mn-cs"/>
        </a:defRPr>
      </a:lvl8pPr>
      <a:lvl9pPr marL="4747395" algn="l" defTabSz="1186848" rtl="0" eaLnBrk="1" latinLnBrk="0" hangingPunct="1">
        <a:defRPr sz="2336" kern="1200">
          <a:solidFill>
            <a:schemeClr val="tx1"/>
          </a:solidFill>
          <a:latin typeface="Arial"/>
          <a:ea typeface="+mn-ea"/>
          <a:cs typeface="+mn-cs"/>
        </a:defRPr>
      </a:lvl9pPr>
    </p:otherStyle>
  </p:txStyles>
  <p:extLst>
    <p:ext uri="{27BBF7A9-308A-43DC-89C8-2F10F3537804}">
      <p15:sldGuideLst xmlns="" xmlns:p15="http://schemas.microsoft.com/office/powerpoint/2012/main"/>
    </p:ext>
  </p:extLst>
</p:sldMaster>
</file>

<file path=ppt/slideMasters/slideMaster2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6146" name="图片 7"/>
          <p:cNvPicPr>
            <a:picLocks noChangeAspect="1"/>
          </p:cNvPicPr>
          <p:nvPr userDrawn="1"/>
        </p:nvPicPr>
        <p:blipFill>
          <a:blip r:embed="rId9" cstate="print"/>
          <a:srcRect/>
          <a:stretch>
            <a:fillRect/>
          </a:stretch>
        </p:blipFill>
        <p:spPr bwMode="auto">
          <a:xfrm>
            <a:off x="1588" y="1589"/>
            <a:ext cx="12193588" cy="6854825"/>
          </a:xfrm>
          <a:prstGeom prst="rect">
            <a:avLst/>
          </a:prstGeom>
          <a:noFill/>
          <a:ln w="9525">
            <a:noFill/>
            <a:miter lim="800000"/>
            <a:headEnd/>
            <a:tailEnd/>
          </a:ln>
        </p:spPr>
      </p:pic>
      <p:sp>
        <p:nvSpPr>
          <p:cNvPr id="6147" name="标题占位符 1"/>
          <p:cNvSpPr>
            <a:spLocks noGrp="1"/>
          </p:cNvSpPr>
          <p:nvPr>
            <p:ph type="title"/>
          </p:nvPr>
        </p:nvSpPr>
        <p:spPr bwMode="auto">
          <a:xfrm>
            <a:off x="609680" y="274638"/>
            <a:ext cx="10977404" cy="1143000"/>
          </a:xfrm>
          <a:prstGeom prst="rect">
            <a:avLst/>
          </a:prstGeom>
          <a:noFill/>
          <a:ln w="9525">
            <a:noFill/>
            <a:miter lim="800000"/>
            <a:headEnd/>
            <a:tailEnd/>
          </a:ln>
        </p:spPr>
        <p:txBody>
          <a:bodyPr vert="horz" wrap="square" lIns="121944" tIns="60972" rIns="121944" bIns="60972" numCol="1" anchor="ctr" anchorCtr="0" compatLnSpc="1">
            <a:prstTxWarp prst="textNoShape">
              <a:avLst/>
            </a:prstTxWarp>
          </a:bodyPr>
          <a:lstStyle/>
          <a:p>
            <a:pPr lvl="0"/>
            <a:r>
              <a:rPr lang="zh-CN" altLang="en-US"/>
              <a:t>单击此处编辑母版标题样式</a:t>
            </a:r>
          </a:p>
        </p:txBody>
      </p:sp>
      <p:sp>
        <p:nvSpPr>
          <p:cNvPr id="6148" name="文本占位符 2"/>
          <p:cNvSpPr>
            <a:spLocks noGrp="1"/>
          </p:cNvSpPr>
          <p:nvPr>
            <p:ph type="body" idx="1"/>
          </p:nvPr>
        </p:nvSpPr>
        <p:spPr bwMode="auto">
          <a:xfrm>
            <a:off x="609680" y="1600201"/>
            <a:ext cx="10977404" cy="4525963"/>
          </a:xfrm>
          <a:prstGeom prst="rect">
            <a:avLst/>
          </a:prstGeom>
          <a:noFill/>
          <a:ln w="9525">
            <a:noFill/>
            <a:miter lim="800000"/>
            <a:headEnd/>
            <a:tailEnd/>
          </a:ln>
        </p:spPr>
        <p:txBody>
          <a:bodyPr vert="horz" wrap="square" lIns="121944" tIns="60972" rIns="121944" bIns="60972"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609679" y="6356351"/>
            <a:ext cx="2846759" cy="366713"/>
          </a:xfrm>
          <a:prstGeom prst="rect">
            <a:avLst/>
          </a:prstGeom>
        </p:spPr>
        <p:txBody>
          <a:bodyPr vert="horz" lIns="121944" tIns="60972" rIns="121944" bIns="60972" rtlCol="0" anchor="ctr"/>
          <a:lstStyle>
            <a:lvl1pPr algn="l">
              <a:defRPr sz="1600">
                <a:solidFill>
                  <a:schemeClr val="tx1"/>
                </a:solidFill>
              </a:defRPr>
            </a:lvl1pPr>
          </a:lstStyle>
          <a:p>
            <a:pPr>
              <a:defRPr/>
            </a:pPr>
            <a:endParaRPr lang="zh-CN" altLang="en-US">
              <a:solidFill>
                <a:prstClr val="black"/>
              </a:solidFill>
              <a:latin typeface="Arial" panose="020B0604020202020204" pitchFamily="34" charset="0"/>
            </a:endParaRPr>
          </a:p>
        </p:txBody>
      </p:sp>
      <p:sp>
        <p:nvSpPr>
          <p:cNvPr id="5" name="页脚占位符 4"/>
          <p:cNvSpPr>
            <a:spLocks noGrp="1"/>
          </p:cNvSpPr>
          <p:nvPr>
            <p:ph type="ftr" sz="quarter" idx="3"/>
          </p:nvPr>
        </p:nvSpPr>
        <p:spPr>
          <a:xfrm>
            <a:off x="4167731" y="6356351"/>
            <a:ext cx="3861303" cy="366713"/>
          </a:xfrm>
          <a:prstGeom prst="rect">
            <a:avLst/>
          </a:prstGeom>
        </p:spPr>
        <p:txBody>
          <a:bodyPr vert="horz" lIns="121944" tIns="60972" rIns="121944" bIns="60972" rtlCol="0" anchor="ctr"/>
          <a:lstStyle>
            <a:lvl1pPr algn="ctr">
              <a:defRPr sz="1600">
                <a:solidFill>
                  <a:schemeClr val="tx1"/>
                </a:solidFill>
              </a:defRPr>
            </a:lvl1pPr>
          </a:lstStyle>
          <a:p>
            <a:pPr>
              <a:defRPr/>
            </a:pPr>
            <a:endParaRPr lang="zh-CN" altLang="en-US">
              <a:solidFill>
                <a:prstClr val="black"/>
              </a:solidFill>
              <a:latin typeface="Arial" panose="020B0604020202020204" pitchFamily="34" charset="0"/>
            </a:endParaRPr>
          </a:p>
        </p:txBody>
      </p:sp>
      <p:sp>
        <p:nvSpPr>
          <p:cNvPr id="6152" name="Rectangle 86"/>
          <p:cNvSpPr>
            <a:spLocks noChangeArrowheads="1"/>
          </p:cNvSpPr>
          <p:nvPr userDrawn="1"/>
        </p:nvSpPr>
        <p:spPr bwMode="auto">
          <a:xfrm>
            <a:off x="11844292" y="6348414"/>
            <a:ext cx="327068" cy="427037"/>
          </a:xfrm>
          <a:prstGeom prst="rect">
            <a:avLst/>
          </a:prstGeom>
          <a:noFill/>
          <a:ln>
            <a:noFill/>
          </a:ln>
        </p:spPr>
        <p:txBody>
          <a:bodyPr lIns="0" tIns="0" rIns="0" bIns="0"/>
          <a:lstStyle/>
          <a:p>
            <a:pPr defTabSz="987425">
              <a:lnSpc>
                <a:spcPct val="85000"/>
              </a:lnSpc>
              <a:defRPr/>
            </a:pPr>
            <a:endParaRPr lang="de-DE" altLang="zh-CN" sz="1300" dirty="0">
              <a:solidFill>
                <a:prstClr val="black"/>
              </a:solidFill>
              <a:latin typeface="Arial" panose="020B0604020202020204" pitchFamily="34" charset="0"/>
              <a:ea typeface="MS PGothic" pitchFamily="34" charset="-128"/>
            </a:endParaRPr>
          </a:p>
          <a:p>
            <a:pPr defTabSz="987425">
              <a:lnSpc>
                <a:spcPct val="85000"/>
              </a:lnSpc>
              <a:defRPr/>
            </a:pPr>
            <a:fld id="{5EF0CD69-34B8-498B-B185-8D66CC901867}" type="slidenum">
              <a:rPr lang="de-DE" altLang="zh-CN" sz="900">
                <a:solidFill>
                  <a:srgbClr val="7F7F7F"/>
                </a:solidFill>
                <a:latin typeface="Arial" pitchFamily="34" charset="0"/>
                <a:ea typeface="MS PGothic" pitchFamily="34" charset="-128"/>
                <a:cs typeface="Arial" pitchFamily="34" charset="0"/>
              </a:rPr>
              <a:pPr defTabSz="987425">
                <a:lnSpc>
                  <a:spcPct val="85000"/>
                </a:lnSpc>
                <a:defRPr/>
              </a:pPr>
              <a:t>‹Nº›</a:t>
            </a:fld>
            <a:endParaRPr lang="en-GB" altLang="zh-CN" sz="900" dirty="0">
              <a:solidFill>
                <a:srgbClr val="7F7F7F"/>
              </a:solidFill>
              <a:latin typeface="Arial" pitchFamily="34" charset="0"/>
              <a:ea typeface="MS PGothic" pitchFamily="34" charset="-128"/>
              <a:cs typeface="Arial" pitchFamily="34" charset="0"/>
            </a:endParaRPr>
          </a:p>
        </p:txBody>
      </p:sp>
      <p:pic>
        <p:nvPicPr>
          <p:cNvPr id="2" name="图片 1"/>
          <p:cNvPicPr>
            <a:picLocks noChangeAspect="1"/>
          </p:cNvPicPr>
          <p:nvPr userDrawn="1"/>
        </p:nvPicPr>
        <p:blipFill>
          <a:blip r:embed="rId10" cstate="print">
            <a:extLst>
              <a:ext uri="{28A0092B-C50C-407E-A947-70E740481C1C}">
                <a14:useLocalDpi xmlns:a14="http://schemas.microsoft.com/office/drawing/2010/main" val="0"/>
              </a:ext>
            </a:extLst>
          </a:blip>
          <a:stretch>
            <a:fillRect/>
          </a:stretch>
        </p:blipFill>
        <p:spPr>
          <a:xfrm>
            <a:off x="10960780" y="44451"/>
            <a:ext cx="1235983" cy="341692"/>
          </a:xfrm>
          <a:prstGeom prst="rect">
            <a:avLst/>
          </a:prstGeom>
        </p:spPr>
      </p:pic>
      <p:sp>
        <p:nvSpPr>
          <p:cNvPr id="6" name="CuadroTexto 5">
            <a:extLst>
              <a:ext uri="{FF2B5EF4-FFF2-40B4-BE49-F238E27FC236}">
                <a16:creationId xmlns="" xmlns:a16="http://schemas.microsoft.com/office/drawing/2014/main" id="{AB789A5C-269C-7176-5FC0-B2D1A59195BB}"/>
              </a:ext>
            </a:extLst>
          </p:cNvPr>
          <p:cNvSpPr txBox="1"/>
          <p:nvPr userDrawn="1">
            <p:extLst>
              <p:ext uri="{1162E1C5-73C7-4A58-AE30-91384D911F3F}">
                <p184:classification xmlns="" xmlns:p184="http://schemas.microsoft.com/office/powerpoint/2018/4/main" val="hdr"/>
              </p:ext>
            </p:extLst>
          </p:nvPr>
        </p:nvSpPr>
        <p:spPr>
          <a:xfrm>
            <a:off x="11083925" y="0"/>
            <a:ext cx="1141413" cy="152400"/>
          </a:xfrm>
          <a:prstGeom prst="rect">
            <a:avLst/>
          </a:prstGeom>
        </p:spPr>
        <p:txBody>
          <a:bodyPr horzOverflow="overflow" lIns="0" tIns="0" rIns="0" bIns="0">
            <a:spAutoFit/>
          </a:bodyPr>
          <a:lstStyle/>
          <a:p>
            <a:pPr algn="l"/>
            <a:r>
              <a:rPr lang="es-AR" sz="1000">
                <a:solidFill>
                  <a:srgbClr val="000000"/>
                </a:solidFill>
                <a:latin typeface="Calibri" panose="020F0502020204030204" pitchFamily="34" charset="0"/>
                <a:cs typeface="Calibri" panose="020F0502020204030204" pitchFamily="34" charset="0"/>
              </a:rPr>
              <a:t>Documento: Personal</a:t>
            </a:r>
          </a:p>
        </p:txBody>
      </p:sp>
    </p:spTree>
    <p:extLst>
      <p:ext uri="{BB962C8B-B14F-4D97-AF65-F5344CB8AC3E}">
        <p14:creationId xmlns:p14="http://schemas.microsoft.com/office/powerpoint/2010/main" val="1356236659"/>
      </p:ext>
    </p:extLst>
  </p:cSld>
  <p:clrMap bg1="lt1" tx1="dk1" bg2="lt2" tx2="dk2" accent1="accent1" accent2="accent2" accent3="accent3" accent4="accent4" accent5="accent5" accent6="accent6" hlink="hlink" folHlink="folHlink"/>
  <p:sldLayoutIdLst>
    <p:sldLayoutId id="2147484221" r:id="rId1"/>
    <p:sldLayoutId id="2147484222" r:id="rId2"/>
    <p:sldLayoutId id="2147484223" r:id="rId3"/>
    <p:sldLayoutId id="2147484224" r:id="rId4"/>
    <p:sldLayoutId id="2147484225" r:id="rId5"/>
    <p:sldLayoutId id="2147484226" r:id="rId6"/>
    <p:sldLayoutId id="2147484227" r:id="rId7"/>
  </p:sldLayoutIdLst>
  <p:hf hdr="0" dt="0"/>
  <p:txStyles>
    <p:titleStyle>
      <a:lvl1pPr algn="ctr" defTabSz="1219200" rtl="0" eaLnBrk="0" fontAlgn="base" hangingPunct="0">
        <a:spcBef>
          <a:spcPct val="0"/>
        </a:spcBef>
        <a:spcAft>
          <a:spcPct val="0"/>
        </a:spcAft>
        <a:defRPr sz="5800" kern="1200">
          <a:solidFill>
            <a:schemeClr val="tx1"/>
          </a:solidFill>
          <a:latin typeface="+mj-lt"/>
          <a:ea typeface="+mj-ea"/>
          <a:cs typeface="+mj-cs"/>
        </a:defRPr>
      </a:lvl1pPr>
      <a:lvl2pPr algn="ctr" defTabSz="1219200" rtl="0" eaLnBrk="0" fontAlgn="base" hangingPunct="0">
        <a:spcBef>
          <a:spcPct val="0"/>
        </a:spcBef>
        <a:spcAft>
          <a:spcPct val="0"/>
        </a:spcAft>
        <a:defRPr sz="5800">
          <a:solidFill>
            <a:schemeClr val="tx1"/>
          </a:solidFill>
          <a:latin typeface="Arial" panose="020B0604020202020204" pitchFamily="34" charset="0"/>
          <a:ea typeface="微软雅黑" panose="020B0503020204020204" pitchFamily="34" charset="-122"/>
        </a:defRPr>
      </a:lvl2pPr>
      <a:lvl3pPr algn="ctr" defTabSz="1219200" rtl="0" eaLnBrk="0" fontAlgn="base" hangingPunct="0">
        <a:spcBef>
          <a:spcPct val="0"/>
        </a:spcBef>
        <a:spcAft>
          <a:spcPct val="0"/>
        </a:spcAft>
        <a:defRPr sz="5800">
          <a:solidFill>
            <a:schemeClr val="tx1"/>
          </a:solidFill>
          <a:latin typeface="Arial" panose="020B0604020202020204" pitchFamily="34" charset="0"/>
          <a:ea typeface="微软雅黑" panose="020B0503020204020204" pitchFamily="34" charset="-122"/>
        </a:defRPr>
      </a:lvl3pPr>
      <a:lvl4pPr algn="ctr" defTabSz="1219200" rtl="0" eaLnBrk="0" fontAlgn="base" hangingPunct="0">
        <a:spcBef>
          <a:spcPct val="0"/>
        </a:spcBef>
        <a:spcAft>
          <a:spcPct val="0"/>
        </a:spcAft>
        <a:defRPr sz="5800">
          <a:solidFill>
            <a:schemeClr val="tx1"/>
          </a:solidFill>
          <a:latin typeface="Arial" panose="020B0604020202020204" pitchFamily="34" charset="0"/>
          <a:ea typeface="微软雅黑" panose="020B0503020204020204" pitchFamily="34" charset="-122"/>
        </a:defRPr>
      </a:lvl4pPr>
      <a:lvl5pPr algn="ctr" defTabSz="1219200" rtl="0" eaLnBrk="0" fontAlgn="base" hangingPunct="0">
        <a:spcBef>
          <a:spcPct val="0"/>
        </a:spcBef>
        <a:spcAft>
          <a:spcPct val="0"/>
        </a:spcAft>
        <a:defRPr sz="5800">
          <a:solidFill>
            <a:schemeClr val="tx1"/>
          </a:solidFill>
          <a:latin typeface="Arial" panose="020B0604020202020204" pitchFamily="34" charset="0"/>
          <a:ea typeface="微软雅黑" panose="020B0503020204020204" pitchFamily="34" charset="-122"/>
        </a:defRPr>
      </a:lvl5pPr>
      <a:lvl6pPr marL="457200" algn="ctr" defTabSz="1219200" rtl="0" fontAlgn="base">
        <a:spcBef>
          <a:spcPct val="0"/>
        </a:spcBef>
        <a:spcAft>
          <a:spcPct val="0"/>
        </a:spcAft>
        <a:defRPr sz="5800">
          <a:solidFill>
            <a:schemeClr val="tx1"/>
          </a:solidFill>
          <a:latin typeface="Arial" panose="020B0604020202020204" pitchFamily="34" charset="0"/>
          <a:ea typeface="微软雅黑" panose="020B0503020204020204" pitchFamily="34" charset="-122"/>
        </a:defRPr>
      </a:lvl6pPr>
      <a:lvl7pPr marL="914400" algn="ctr" defTabSz="1219200" rtl="0" fontAlgn="base">
        <a:spcBef>
          <a:spcPct val="0"/>
        </a:spcBef>
        <a:spcAft>
          <a:spcPct val="0"/>
        </a:spcAft>
        <a:defRPr sz="5800">
          <a:solidFill>
            <a:schemeClr val="tx1"/>
          </a:solidFill>
          <a:latin typeface="Arial" panose="020B0604020202020204" pitchFamily="34" charset="0"/>
          <a:ea typeface="微软雅黑" panose="020B0503020204020204" pitchFamily="34" charset="-122"/>
        </a:defRPr>
      </a:lvl7pPr>
      <a:lvl8pPr marL="1371600" algn="ctr" defTabSz="1219200" rtl="0" fontAlgn="base">
        <a:spcBef>
          <a:spcPct val="0"/>
        </a:spcBef>
        <a:spcAft>
          <a:spcPct val="0"/>
        </a:spcAft>
        <a:defRPr sz="5800">
          <a:solidFill>
            <a:schemeClr val="tx1"/>
          </a:solidFill>
          <a:latin typeface="Arial" panose="020B0604020202020204" pitchFamily="34" charset="0"/>
          <a:ea typeface="微软雅黑" panose="020B0503020204020204" pitchFamily="34" charset="-122"/>
        </a:defRPr>
      </a:lvl8pPr>
      <a:lvl9pPr marL="1828800" algn="ctr" defTabSz="1219200" rtl="0" fontAlgn="base">
        <a:spcBef>
          <a:spcPct val="0"/>
        </a:spcBef>
        <a:spcAft>
          <a:spcPct val="0"/>
        </a:spcAft>
        <a:defRPr sz="5800">
          <a:solidFill>
            <a:schemeClr val="tx1"/>
          </a:solidFill>
          <a:latin typeface="Arial" panose="020B0604020202020204" pitchFamily="34" charset="0"/>
          <a:ea typeface="微软雅黑" panose="020B0503020204020204" pitchFamily="34" charset="-122"/>
        </a:defRPr>
      </a:lvl9pPr>
    </p:titleStyle>
    <p:bodyStyle>
      <a:lvl1pPr marL="457200" indent="-457200" algn="l" defTabSz="1219200" rtl="0" eaLnBrk="0" fontAlgn="base" hangingPunct="0">
        <a:spcBef>
          <a:spcPct val="20000"/>
        </a:spcBef>
        <a:spcAft>
          <a:spcPct val="0"/>
        </a:spcAft>
        <a:buFont typeface="Arial" pitchFamily="34" charset="0"/>
        <a:buChar char="•"/>
        <a:defRPr sz="4200" kern="1200">
          <a:solidFill>
            <a:schemeClr val="tx1"/>
          </a:solidFill>
          <a:latin typeface="+mn-lt"/>
          <a:ea typeface="+mn-ea"/>
          <a:cs typeface="+mn-cs"/>
        </a:defRPr>
      </a:lvl1pPr>
      <a:lvl2pPr marL="990600" indent="-381000" algn="l" defTabSz="1219200" rtl="0" eaLnBrk="0" fontAlgn="base" hangingPunct="0">
        <a:spcBef>
          <a:spcPct val="20000"/>
        </a:spcBef>
        <a:spcAft>
          <a:spcPct val="0"/>
        </a:spcAft>
        <a:buFont typeface="Arial" pitchFamily="34" charset="0"/>
        <a:buChar char="–"/>
        <a:defRPr sz="3600" kern="1200">
          <a:solidFill>
            <a:schemeClr val="tx1"/>
          </a:solidFill>
          <a:latin typeface="+mn-lt"/>
          <a:ea typeface="+mn-ea"/>
          <a:cs typeface="+mn-cs"/>
        </a:defRPr>
      </a:lvl2pPr>
      <a:lvl3pPr marL="1524000" indent="-304800" algn="l" defTabSz="1219200" rtl="0" eaLnBrk="0" fontAlgn="base" hangingPunct="0">
        <a:spcBef>
          <a:spcPct val="20000"/>
        </a:spcBef>
        <a:spcAft>
          <a:spcPct val="0"/>
        </a:spcAft>
        <a:buFont typeface="Arial" pitchFamily="34" charset="0"/>
        <a:buChar char="•"/>
        <a:defRPr sz="3100" kern="1200">
          <a:solidFill>
            <a:schemeClr val="tx1"/>
          </a:solidFill>
          <a:latin typeface="+mn-lt"/>
          <a:ea typeface="+mn-ea"/>
          <a:cs typeface="+mn-cs"/>
        </a:defRPr>
      </a:lvl3pPr>
      <a:lvl4pPr marL="2133600" indent="-304800" algn="l" defTabSz="1219200" rtl="0" eaLnBrk="0" fontAlgn="base" hangingPunct="0">
        <a:spcBef>
          <a:spcPct val="20000"/>
        </a:spcBef>
        <a:spcAft>
          <a:spcPct val="0"/>
        </a:spcAft>
        <a:buFont typeface="Arial" pitchFamily="34" charset="0"/>
        <a:buChar char="–"/>
        <a:defRPr sz="2600" kern="1200">
          <a:solidFill>
            <a:schemeClr val="tx1"/>
          </a:solidFill>
          <a:latin typeface="+mn-lt"/>
          <a:ea typeface="+mn-ea"/>
          <a:cs typeface="+mn-cs"/>
        </a:defRPr>
      </a:lvl4pPr>
      <a:lvl5pPr marL="2743200" indent="-304800" algn="l" defTabSz="1219200" rtl="0" eaLnBrk="0" fontAlgn="base" hangingPunct="0">
        <a:spcBef>
          <a:spcPct val="20000"/>
        </a:spcBef>
        <a:spcAft>
          <a:spcPct val="0"/>
        </a:spcAft>
        <a:buFont typeface="Arial" pitchFamily="34" charset="0"/>
        <a:buChar char="»"/>
        <a:defRPr sz="2600" kern="1200">
          <a:solidFill>
            <a:schemeClr val="tx1"/>
          </a:solidFill>
          <a:latin typeface="+mn-lt"/>
          <a:ea typeface="+mn-ea"/>
          <a:cs typeface="+mn-cs"/>
        </a:defRPr>
      </a:lvl5pPr>
      <a:lvl6pPr marL="3352800" indent="-304800" algn="l" defTabSz="1219200" rtl="0" eaLnBrk="1" latinLnBrk="0" hangingPunct="1">
        <a:spcBef>
          <a:spcPct val="20000"/>
        </a:spcBef>
        <a:buFont typeface="Arial" pitchFamily="34" charset="0"/>
        <a:buChar char="•"/>
        <a:defRPr sz="2699" kern="1200">
          <a:solidFill>
            <a:schemeClr val="tx1"/>
          </a:solidFill>
          <a:latin typeface="+mn-lt"/>
          <a:ea typeface="+mn-ea"/>
          <a:cs typeface="+mn-cs"/>
        </a:defRPr>
      </a:lvl6pPr>
      <a:lvl7pPr marL="3962399" indent="-304800" algn="l" defTabSz="1219200" rtl="0" eaLnBrk="1" latinLnBrk="0" hangingPunct="1">
        <a:spcBef>
          <a:spcPct val="20000"/>
        </a:spcBef>
        <a:buFont typeface="Arial" pitchFamily="34" charset="0"/>
        <a:buChar char="•"/>
        <a:defRPr sz="2699" kern="1200">
          <a:solidFill>
            <a:schemeClr val="tx1"/>
          </a:solidFill>
          <a:latin typeface="+mn-lt"/>
          <a:ea typeface="+mn-ea"/>
          <a:cs typeface="+mn-cs"/>
        </a:defRPr>
      </a:lvl7pPr>
      <a:lvl8pPr marL="4571999" indent="-304800" algn="l" defTabSz="1219200" rtl="0" eaLnBrk="1" latinLnBrk="0" hangingPunct="1">
        <a:spcBef>
          <a:spcPct val="20000"/>
        </a:spcBef>
        <a:buFont typeface="Arial" pitchFamily="34" charset="0"/>
        <a:buChar char="•"/>
        <a:defRPr sz="2699" kern="1200">
          <a:solidFill>
            <a:schemeClr val="tx1"/>
          </a:solidFill>
          <a:latin typeface="+mn-lt"/>
          <a:ea typeface="+mn-ea"/>
          <a:cs typeface="+mn-cs"/>
        </a:defRPr>
      </a:lvl8pPr>
      <a:lvl9pPr marL="5181599" indent="-304800" algn="l" defTabSz="1219200" rtl="0" eaLnBrk="1" latinLnBrk="0" hangingPunct="1">
        <a:spcBef>
          <a:spcPct val="20000"/>
        </a:spcBef>
        <a:buFont typeface="Arial" pitchFamily="34" charset="0"/>
        <a:buChar char="•"/>
        <a:defRPr sz="2699" kern="1200">
          <a:solidFill>
            <a:schemeClr val="tx1"/>
          </a:solidFill>
          <a:latin typeface="+mn-lt"/>
          <a:ea typeface="+mn-ea"/>
          <a:cs typeface="+mn-cs"/>
        </a:defRPr>
      </a:lvl9pPr>
    </p:bodyStyle>
    <p:otherStyle>
      <a:defPPr>
        <a:defRPr lang="zh-CN"/>
      </a:defPPr>
      <a:lvl1pPr marL="0" algn="l" defTabSz="1219200" rtl="0" eaLnBrk="1" latinLnBrk="0" hangingPunct="1">
        <a:defRPr sz="2400" kern="1200">
          <a:solidFill>
            <a:schemeClr val="tx1"/>
          </a:solidFill>
          <a:latin typeface="+mn-lt"/>
          <a:ea typeface="+mn-ea"/>
          <a:cs typeface="+mn-cs"/>
        </a:defRPr>
      </a:lvl1pPr>
      <a:lvl2pPr marL="609600" algn="l" defTabSz="1219200" rtl="0" eaLnBrk="1" latinLnBrk="0" hangingPunct="1">
        <a:defRPr sz="2400" kern="1200">
          <a:solidFill>
            <a:schemeClr val="tx1"/>
          </a:solidFill>
          <a:latin typeface="+mn-lt"/>
          <a:ea typeface="+mn-ea"/>
          <a:cs typeface="+mn-cs"/>
        </a:defRPr>
      </a:lvl2pPr>
      <a:lvl3pPr marL="1219200" algn="l" defTabSz="1219200" rtl="0" eaLnBrk="1" latinLnBrk="0" hangingPunct="1">
        <a:defRPr sz="2400" kern="1200">
          <a:solidFill>
            <a:schemeClr val="tx1"/>
          </a:solidFill>
          <a:latin typeface="+mn-lt"/>
          <a:ea typeface="+mn-ea"/>
          <a:cs typeface="+mn-cs"/>
        </a:defRPr>
      </a:lvl3pPr>
      <a:lvl4pPr marL="1828800" algn="l" defTabSz="1219200" rtl="0" eaLnBrk="1" latinLnBrk="0" hangingPunct="1">
        <a:defRPr sz="2400" kern="1200">
          <a:solidFill>
            <a:schemeClr val="tx1"/>
          </a:solidFill>
          <a:latin typeface="+mn-lt"/>
          <a:ea typeface="+mn-ea"/>
          <a:cs typeface="+mn-cs"/>
        </a:defRPr>
      </a:lvl4pPr>
      <a:lvl5pPr marL="2438400" algn="l" defTabSz="1219200" rtl="0" eaLnBrk="1" latinLnBrk="0" hangingPunct="1">
        <a:defRPr sz="2400" kern="1200">
          <a:solidFill>
            <a:schemeClr val="tx1"/>
          </a:solidFill>
          <a:latin typeface="+mn-lt"/>
          <a:ea typeface="+mn-ea"/>
          <a:cs typeface="+mn-cs"/>
        </a:defRPr>
      </a:lvl5pPr>
      <a:lvl6pPr marL="3048000" algn="l" defTabSz="1219200" rtl="0" eaLnBrk="1" latinLnBrk="0" hangingPunct="1">
        <a:defRPr sz="2400" kern="1200">
          <a:solidFill>
            <a:schemeClr val="tx1"/>
          </a:solidFill>
          <a:latin typeface="+mn-lt"/>
          <a:ea typeface="+mn-ea"/>
          <a:cs typeface="+mn-cs"/>
        </a:defRPr>
      </a:lvl6pPr>
      <a:lvl7pPr marL="3657600" algn="l" defTabSz="1219200" rtl="0" eaLnBrk="1" latinLnBrk="0" hangingPunct="1">
        <a:defRPr sz="2400" kern="1200">
          <a:solidFill>
            <a:schemeClr val="tx1"/>
          </a:solidFill>
          <a:latin typeface="+mn-lt"/>
          <a:ea typeface="+mn-ea"/>
          <a:cs typeface="+mn-cs"/>
        </a:defRPr>
      </a:lvl7pPr>
      <a:lvl8pPr marL="4267199" algn="l" defTabSz="1219200" rtl="0" eaLnBrk="1" latinLnBrk="0" hangingPunct="1">
        <a:defRPr sz="2400" kern="1200">
          <a:solidFill>
            <a:schemeClr val="tx1"/>
          </a:solidFill>
          <a:latin typeface="+mn-lt"/>
          <a:ea typeface="+mn-ea"/>
          <a:cs typeface="+mn-cs"/>
        </a:defRPr>
      </a:lvl8pPr>
      <a:lvl9pPr marL="4876799" algn="l" defTabSz="1219200" rtl="0" eaLnBrk="1" latinLnBrk="0" hangingPunct="1">
        <a:defRPr sz="24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9.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9.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9.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9.xml"/></Relationships>
</file>

<file path=ppt/slides/_rels/slide5.xml.rels><?xml version="1.0" encoding="UTF-8" standalone="yes"?>
<Relationships xmlns="http://schemas.openxmlformats.org/package/2006/relationships"><Relationship Id="rId8" Type="http://schemas.openxmlformats.org/officeDocument/2006/relationships/image" Target="../media/image17.png"/><Relationship Id="rId3" Type="http://schemas.openxmlformats.org/officeDocument/2006/relationships/image" Target="../media/image12.png"/><Relationship Id="rId7" Type="http://schemas.openxmlformats.org/officeDocument/2006/relationships/image" Target="../media/image16.png"/><Relationship Id="rId2" Type="http://schemas.openxmlformats.org/officeDocument/2006/relationships/notesSlide" Target="../notesSlides/notesSlide5.xml"/><Relationship Id="rId1" Type="http://schemas.openxmlformats.org/officeDocument/2006/relationships/slideLayout" Target="../slideLayouts/slideLayout9.xml"/><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image" Target="../media/image13.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9.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303">
            <a:extLst>
              <a:ext uri="{FF2B5EF4-FFF2-40B4-BE49-F238E27FC236}">
                <a16:creationId xmlns="" xmlns:a16="http://schemas.microsoft.com/office/drawing/2014/main" id="{4A4D2363-BF2C-22E6-A931-C748FF540FA4}"/>
              </a:ext>
            </a:extLst>
          </p:cNvPr>
          <p:cNvSpPr/>
          <p:nvPr/>
        </p:nvSpPr>
        <p:spPr>
          <a:xfrm>
            <a:off x="149751" y="2018832"/>
            <a:ext cx="11546987" cy="4331815"/>
          </a:xfrm>
          <a:prstGeom prst="rect">
            <a:avLst/>
          </a:prstGeom>
          <a:noFill/>
        </p:spPr>
        <p:txBody>
          <a:bodyPr wrap="square" lIns="35992" rIns="35992">
            <a:noAutofit/>
          </a:bodyPr>
          <a:lstStyle/>
          <a:p>
            <a:pPr lvl="1">
              <a:spcBef>
                <a:spcPts val="600"/>
              </a:spcBef>
            </a:pPr>
            <a:r>
              <a:rPr lang="es-ES" sz="1100" b="1" dirty="0">
                <a:solidFill>
                  <a:prstClr val="black"/>
                </a:solidFill>
                <a:latin typeface="Roboto Thin" panose="02000000000000000000" pitchFamily="2" charset="0"/>
                <a:ea typeface="Roboto Thin" panose="02000000000000000000" pitchFamily="2" charset="0"/>
                <a:cs typeface="Arial" panose="020B0604020202020204" pitchFamily="34" charset="0"/>
              </a:rPr>
              <a:t>Data </a:t>
            </a:r>
            <a:r>
              <a:rPr lang="es-ES" sz="1100" b="1" dirty="0" err="1">
                <a:solidFill>
                  <a:prstClr val="black"/>
                </a:solidFill>
                <a:latin typeface="Roboto Thin" panose="02000000000000000000" pitchFamily="2" charset="0"/>
                <a:ea typeface="Roboto Thin" panose="02000000000000000000" pitchFamily="2" charset="0"/>
                <a:cs typeface="Arial" panose="020B0604020202020204" pitchFamily="34" charset="0"/>
              </a:rPr>
              <a:t>Domain</a:t>
            </a:r>
            <a:r>
              <a:rPr lang="es-ES" sz="1100" b="1" dirty="0">
                <a:solidFill>
                  <a:prstClr val="black"/>
                </a:solidFill>
                <a:latin typeface="Roboto Thin" panose="02000000000000000000" pitchFamily="2" charset="0"/>
                <a:ea typeface="Roboto Thin" panose="02000000000000000000" pitchFamily="2" charset="0"/>
                <a:cs typeface="Arial" panose="020B0604020202020204" pitchFamily="34" charset="0"/>
              </a:rPr>
              <a:t> / </a:t>
            </a:r>
            <a:r>
              <a:rPr lang="es-ES" sz="1100" b="1" dirty="0" err="1">
                <a:solidFill>
                  <a:prstClr val="black"/>
                </a:solidFill>
                <a:latin typeface="Roboto Thin" panose="02000000000000000000" pitchFamily="2" charset="0"/>
                <a:ea typeface="Roboto Thin" panose="02000000000000000000" pitchFamily="2" charset="0"/>
                <a:cs typeface="Arial" panose="020B0604020202020204" pitchFamily="34" charset="0"/>
              </a:rPr>
              <a:t>Stogare</a:t>
            </a:r>
            <a:r>
              <a:rPr lang="es-ES" sz="1100" b="1" dirty="0">
                <a:solidFill>
                  <a:prstClr val="black"/>
                </a:solidFill>
                <a:latin typeface="Roboto Thin" panose="02000000000000000000" pitchFamily="2" charset="0"/>
                <a:ea typeface="Roboto Thin" panose="02000000000000000000" pitchFamily="2" charset="0"/>
                <a:cs typeface="Arial" panose="020B0604020202020204" pitchFamily="34" charset="0"/>
              </a:rPr>
              <a:t> Cofre:</a:t>
            </a:r>
          </a:p>
          <a:p>
            <a:pPr lvl="1">
              <a:spcBef>
                <a:spcPts val="600"/>
              </a:spcBef>
            </a:pPr>
            <a:r>
              <a:rPr lang="es-ES" sz="1100" b="1" dirty="0">
                <a:solidFill>
                  <a:prstClr val="black"/>
                </a:solidFill>
                <a:latin typeface="Roboto Thin" panose="02000000000000000000" pitchFamily="2" charset="0"/>
                <a:ea typeface="Roboto Thin" panose="02000000000000000000" pitchFamily="2" charset="0"/>
                <a:cs typeface="Arial" panose="020B0604020202020204" pitchFamily="34" charset="0"/>
              </a:rPr>
              <a:t>	</a:t>
            </a:r>
            <a:r>
              <a:rPr lang="es-ES" sz="1100" dirty="0">
                <a:solidFill>
                  <a:srgbClr val="374151"/>
                </a:solidFill>
                <a:latin typeface="Roboto Thin" panose="02000000000000000000" pitchFamily="2" charset="0"/>
                <a:ea typeface="Roboto Thin" panose="02000000000000000000" pitchFamily="2" charset="0"/>
              </a:rPr>
              <a:t>Storage destinado al almacenamiento de </a:t>
            </a:r>
            <a:r>
              <a:rPr lang="es-ES" sz="1100" dirty="0" err="1">
                <a:solidFill>
                  <a:srgbClr val="374151"/>
                </a:solidFill>
                <a:latin typeface="Roboto Thin" panose="02000000000000000000" pitchFamily="2" charset="0"/>
                <a:ea typeface="Roboto Thin" panose="02000000000000000000" pitchFamily="2" charset="0"/>
              </a:rPr>
              <a:t>Backups</a:t>
            </a:r>
            <a:r>
              <a:rPr lang="es-ES" sz="1100" dirty="0">
                <a:solidFill>
                  <a:srgbClr val="374151"/>
                </a:solidFill>
                <a:latin typeface="Roboto Thin" panose="02000000000000000000" pitchFamily="2" charset="0"/>
                <a:ea typeface="Roboto Thin" panose="02000000000000000000" pitchFamily="2" charset="0"/>
              </a:rPr>
              <a:t> de Datos y BD entre otros. Uso de </a:t>
            </a:r>
            <a:r>
              <a:rPr lang="es-ES" sz="1100" dirty="0" err="1">
                <a:solidFill>
                  <a:srgbClr val="374151"/>
                </a:solidFill>
                <a:latin typeface="Roboto Thin" panose="02000000000000000000" pitchFamily="2" charset="0"/>
                <a:ea typeface="Roboto Thin" panose="02000000000000000000" pitchFamily="2" charset="0"/>
              </a:rPr>
              <a:t>Deduplicación</a:t>
            </a:r>
            <a:r>
              <a:rPr lang="es-ES" sz="1100" dirty="0">
                <a:solidFill>
                  <a:srgbClr val="374151"/>
                </a:solidFill>
                <a:latin typeface="Roboto Thin" panose="02000000000000000000" pitchFamily="2" charset="0"/>
                <a:ea typeface="Roboto Thin" panose="02000000000000000000" pitchFamily="2" charset="0"/>
              </a:rPr>
              <a:t>, Protección de datos y </a:t>
            </a:r>
            <a:r>
              <a:rPr lang="es-ES" sz="1100" dirty="0" err="1">
                <a:solidFill>
                  <a:srgbClr val="374151"/>
                </a:solidFill>
                <a:latin typeface="Roboto Thin" panose="02000000000000000000" pitchFamily="2" charset="0"/>
                <a:ea typeface="Roboto Thin" panose="02000000000000000000" pitchFamily="2" charset="0"/>
              </a:rPr>
              <a:t>encripción</a:t>
            </a:r>
            <a:r>
              <a:rPr lang="es-ES" sz="1100" dirty="0">
                <a:solidFill>
                  <a:srgbClr val="374151"/>
                </a:solidFill>
                <a:latin typeface="Roboto Thin" panose="02000000000000000000" pitchFamily="2" charset="0"/>
                <a:ea typeface="Roboto Thin" panose="02000000000000000000" pitchFamily="2" charset="0"/>
              </a:rPr>
              <a:t> de los respaldos almacenados.</a:t>
            </a:r>
          </a:p>
          <a:p>
            <a:pPr lvl="1">
              <a:spcBef>
                <a:spcPts val="600"/>
              </a:spcBef>
            </a:pPr>
            <a:r>
              <a:rPr lang="es-ES" sz="1100" b="1" dirty="0">
                <a:solidFill>
                  <a:prstClr val="black"/>
                </a:solidFill>
                <a:latin typeface="Roboto Thin" panose="02000000000000000000" pitchFamily="2" charset="0"/>
                <a:ea typeface="Roboto Thin" panose="02000000000000000000" pitchFamily="2" charset="0"/>
                <a:cs typeface="Arial" panose="020B0604020202020204" pitchFamily="34" charset="0"/>
              </a:rPr>
              <a:t>Storage Tape o </a:t>
            </a:r>
            <a:r>
              <a:rPr lang="es-ES" sz="1100" b="1" dirty="0" err="1">
                <a:solidFill>
                  <a:prstClr val="black"/>
                </a:solidFill>
                <a:latin typeface="Roboto Thin" panose="02000000000000000000" pitchFamily="2" charset="0"/>
                <a:ea typeface="Roboto Thin" panose="02000000000000000000" pitchFamily="2" charset="0"/>
                <a:cs typeface="Arial" panose="020B0604020202020204" pitchFamily="34" charset="0"/>
              </a:rPr>
              <a:t>Autoloaders</a:t>
            </a:r>
            <a:r>
              <a:rPr lang="es-ES" sz="1100" b="1" dirty="0">
                <a:solidFill>
                  <a:prstClr val="black"/>
                </a:solidFill>
                <a:latin typeface="Roboto Thin" panose="02000000000000000000" pitchFamily="2" charset="0"/>
                <a:ea typeface="Roboto Thin" panose="02000000000000000000" pitchFamily="2" charset="0"/>
                <a:cs typeface="Arial" panose="020B0604020202020204" pitchFamily="34" charset="0"/>
              </a:rPr>
              <a:t>:</a:t>
            </a:r>
            <a:br>
              <a:rPr lang="es-ES" sz="1100" b="1" dirty="0">
                <a:solidFill>
                  <a:prstClr val="black"/>
                </a:solidFill>
                <a:latin typeface="Roboto Thin" panose="02000000000000000000" pitchFamily="2" charset="0"/>
                <a:ea typeface="Roboto Thin" panose="02000000000000000000" pitchFamily="2" charset="0"/>
                <a:cs typeface="Arial" panose="020B0604020202020204" pitchFamily="34" charset="0"/>
              </a:rPr>
            </a:br>
            <a:r>
              <a:rPr lang="es-ES" sz="1100" b="1" dirty="0">
                <a:solidFill>
                  <a:prstClr val="black"/>
                </a:solidFill>
                <a:latin typeface="Roboto Thin" panose="02000000000000000000" pitchFamily="2" charset="0"/>
                <a:ea typeface="Roboto Thin" panose="02000000000000000000" pitchFamily="2" charset="0"/>
                <a:cs typeface="Arial" panose="020B0604020202020204" pitchFamily="34" charset="0"/>
              </a:rPr>
              <a:t>	</a:t>
            </a:r>
            <a:r>
              <a:rPr lang="es-ES" sz="1100" dirty="0">
                <a:solidFill>
                  <a:srgbClr val="374151"/>
                </a:solidFill>
                <a:latin typeface="Roboto Thin" panose="02000000000000000000" pitchFamily="2" charset="0"/>
                <a:ea typeface="Roboto Thin" panose="02000000000000000000" pitchFamily="2" charset="0"/>
              </a:rPr>
              <a:t>Dispositivos de grabación y lectura de cintas magnéticas utilizadas hace ya varios años para respaldar los BK fuera del </a:t>
            </a:r>
            <a:r>
              <a:rPr lang="es-ES" sz="1100" dirty="0" err="1">
                <a:solidFill>
                  <a:srgbClr val="374151"/>
                </a:solidFill>
                <a:latin typeface="Roboto Thin" panose="02000000000000000000" pitchFamily="2" charset="0"/>
                <a:ea typeface="Roboto Thin" panose="02000000000000000000" pitchFamily="2" charset="0"/>
              </a:rPr>
              <a:t>DataCenter</a:t>
            </a:r>
            <a:r>
              <a:rPr lang="es-ES" sz="1100" dirty="0">
                <a:solidFill>
                  <a:srgbClr val="374151"/>
                </a:solidFill>
                <a:latin typeface="Roboto Thin" panose="02000000000000000000" pitchFamily="2" charset="0"/>
                <a:ea typeface="Roboto Thin" panose="02000000000000000000" pitchFamily="2" charset="0"/>
              </a:rPr>
              <a:t> e incluso del edificio. Las tecnologías de 	Cintas más utilizadas son, </a:t>
            </a:r>
            <a:r>
              <a:rPr lang="es-AR" sz="1100" dirty="0">
                <a:solidFill>
                  <a:srgbClr val="374151"/>
                </a:solidFill>
                <a:latin typeface="Roboto Thin" panose="02000000000000000000" pitchFamily="2" charset="0"/>
                <a:ea typeface="Roboto Thin" panose="02000000000000000000" pitchFamily="2" charset="0"/>
              </a:rPr>
              <a:t>LTO (Linear Tape-Open), DLT (Digital Linear Tape), DAT (Digital Audio Tape), entre otros.</a:t>
            </a:r>
            <a:endParaRPr lang="es-ES" sz="1100" dirty="0">
              <a:solidFill>
                <a:srgbClr val="374151"/>
              </a:solidFill>
              <a:latin typeface="Roboto Thin" panose="02000000000000000000" pitchFamily="2" charset="0"/>
              <a:ea typeface="Roboto Thin" panose="02000000000000000000" pitchFamily="2" charset="0"/>
            </a:endParaRPr>
          </a:p>
          <a:p>
            <a:pPr lvl="1">
              <a:spcBef>
                <a:spcPts val="600"/>
              </a:spcBef>
            </a:pPr>
            <a:r>
              <a:rPr lang="es-ES" sz="1100" b="1" dirty="0">
                <a:solidFill>
                  <a:prstClr val="black"/>
                </a:solidFill>
                <a:latin typeface="Roboto Thin" panose="02000000000000000000" pitchFamily="2" charset="0"/>
                <a:ea typeface="Roboto Thin" panose="02000000000000000000" pitchFamily="2" charset="0"/>
                <a:cs typeface="Arial" panose="020B0604020202020204" pitchFamily="34" charset="0"/>
              </a:rPr>
              <a:t>Cloud </a:t>
            </a:r>
            <a:r>
              <a:rPr lang="es-ES" sz="1100" b="1" dirty="0" err="1">
                <a:solidFill>
                  <a:prstClr val="black"/>
                </a:solidFill>
                <a:latin typeface="Roboto Thin" panose="02000000000000000000" pitchFamily="2" charset="0"/>
                <a:ea typeface="Roboto Thin" panose="02000000000000000000" pitchFamily="2" charset="0"/>
                <a:cs typeface="Arial" panose="020B0604020202020204" pitchFamily="34" charset="0"/>
              </a:rPr>
              <a:t>Object</a:t>
            </a:r>
            <a:r>
              <a:rPr lang="es-ES" sz="1100" b="1" dirty="0">
                <a:solidFill>
                  <a:prstClr val="black"/>
                </a:solidFill>
                <a:latin typeface="Roboto Thin" panose="02000000000000000000" pitchFamily="2" charset="0"/>
                <a:ea typeface="Roboto Thin" panose="02000000000000000000" pitchFamily="2" charset="0"/>
                <a:cs typeface="Arial" panose="020B0604020202020204" pitchFamily="34" charset="0"/>
              </a:rPr>
              <a:t> Storage:</a:t>
            </a:r>
          </a:p>
          <a:p>
            <a:pPr marL="914438" lvl="2"/>
            <a:r>
              <a:rPr lang="es-ES" sz="1100" dirty="0">
                <a:solidFill>
                  <a:srgbClr val="374151"/>
                </a:solidFill>
                <a:latin typeface="Roboto Thin" panose="02000000000000000000" pitchFamily="2" charset="0"/>
                <a:ea typeface="Roboto Thin" panose="02000000000000000000" pitchFamily="2" charset="0"/>
              </a:rPr>
              <a:t>Almacenamiento basado </a:t>
            </a:r>
            <a:r>
              <a:rPr lang="es-ES" sz="1100" b="0" i="0" dirty="0">
                <a:solidFill>
                  <a:srgbClr val="374151"/>
                </a:solidFill>
                <a:effectLst/>
                <a:latin typeface="Roboto Thin" panose="02000000000000000000" pitchFamily="2" charset="0"/>
                <a:ea typeface="Roboto Thin" panose="02000000000000000000" pitchFamily="2" charset="0"/>
              </a:rPr>
              <a:t>en el modelo de almacenamiento de objetos, donde los datos se guardan como objetos individuales con una identificación única.</a:t>
            </a:r>
            <a:endParaRPr lang="es-ES" sz="1100" dirty="0">
              <a:solidFill>
                <a:srgbClr val="374151"/>
              </a:solidFill>
              <a:latin typeface="Roboto Thin" panose="02000000000000000000" pitchFamily="2" charset="0"/>
              <a:ea typeface="Roboto Thin" panose="02000000000000000000" pitchFamily="2" charset="0"/>
            </a:endParaRPr>
          </a:p>
          <a:p>
            <a:pPr marL="914438" lvl="2"/>
            <a:r>
              <a:rPr lang="es-ES" sz="1100" b="0" i="0" dirty="0">
                <a:solidFill>
                  <a:srgbClr val="374151"/>
                </a:solidFill>
                <a:effectLst/>
                <a:latin typeface="Roboto Thin" panose="02000000000000000000" pitchFamily="2" charset="0"/>
                <a:ea typeface="Roboto Thin" panose="02000000000000000000" pitchFamily="2" charset="0"/>
              </a:rPr>
              <a:t>Amazon S3 (Simple Storage </a:t>
            </a:r>
            <a:r>
              <a:rPr lang="es-ES" sz="1100" b="0" i="0" dirty="0" err="1">
                <a:solidFill>
                  <a:srgbClr val="374151"/>
                </a:solidFill>
                <a:effectLst/>
                <a:latin typeface="Roboto Thin" panose="02000000000000000000" pitchFamily="2" charset="0"/>
                <a:ea typeface="Roboto Thin" panose="02000000000000000000" pitchFamily="2" charset="0"/>
              </a:rPr>
              <a:t>Service</a:t>
            </a:r>
            <a:r>
              <a:rPr lang="es-ES" sz="1100" b="0" i="0" dirty="0">
                <a:solidFill>
                  <a:srgbClr val="374151"/>
                </a:solidFill>
                <a:effectLst/>
                <a:latin typeface="Roboto Thin" panose="02000000000000000000" pitchFamily="2" charset="0"/>
                <a:ea typeface="Roboto Thin" panose="02000000000000000000" pitchFamily="2" charset="0"/>
              </a:rPr>
              <a:t>), Google Cloud Storage, Huawei OBS (</a:t>
            </a:r>
            <a:r>
              <a:rPr lang="es-ES" sz="1100" b="0" i="0" dirty="0" err="1">
                <a:solidFill>
                  <a:srgbClr val="374151"/>
                </a:solidFill>
                <a:effectLst/>
                <a:latin typeface="Roboto Thin" panose="02000000000000000000" pitchFamily="2" charset="0"/>
                <a:ea typeface="Roboto Thin" panose="02000000000000000000" pitchFamily="2" charset="0"/>
              </a:rPr>
              <a:t>Object</a:t>
            </a:r>
            <a:r>
              <a:rPr lang="es-ES" sz="1100" b="0" i="0" dirty="0">
                <a:solidFill>
                  <a:srgbClr val="374151"/>
                </a:solidFill>
                <a:effectLst/>
                <a:latin typeface="Roboto Thin" panose="02000000000000000000" pitchFamily="2" charset="0"/>
                <a:ea typeface="Roboto Thin" panose="02000000000000000000" pitchFamily="2" charset="0"/>
              </a:rPr>
              <a:t> Storage </a:t>
            </a:r>
            <a:r>
              <a:rPr lang="es-ES" sz="1100" b="0" i="0" dirty="0" err="1">
                <a:solidFill>
                  <a:srgbClr val="374151"/>
                </a:solidFill>
                <a:effectLst/>
                <a:latin typeface="Roboto Thin" panose="02000000000000000000" pitchFamily="2" charset="0"/>
                <a:ea typeface="Roboto Thin" panose="02000000000000000000" pitchFamily="2" charset="0"/>
              </a:rPr>
              <a:t>Service</a:t>
            </a:r>
            <a:r>
              <a:rPr lang="es-ES" sz="1100" b="0" i="0" dirty="0">
                <a:solidFill>
                  <a:srgbClr val="374151"/>
                </a:solidFill>
                <a:effectLst/>
                <a:latin typeface="Roboto Thin" panose="02000000000000000000" pitchFamily="2" charset="0"/>
                <a:ea typeface="Roboto Thin" panose="02000000000000000000" pitchFamily="2" charset="0"/>
              </a:rPr>
              <a:t>) entre otros.</a:t>
            </a:r>
          </a:p>
          <a:p>
            <a:pPr marL="914438" lvl="2"/>
            <a:endParaRPr lang="es-ES" sz="1100" b="0" i="0" dirty="0">
              <a:solidFill>
                <a:srgbClr val="374151"/>
              </a:solidFill>
              <a:effectLst/>
              <a:latin typeface="Roboto Thin" panose="02000000000000000000" pitchFamily="2" charset="0"/>
              <a:ea typeface="Roboto Thin" panose="02000000000000000000" pitchFamily="2" charset="0"/>
            </a:endParaRPr>
          </a:p>
          <a:p>
            <a:pPr lvl="1">
              <a:spcBef>
                <a:spcPts val="600"/>
              </a:spcBef>
            </a:pPr>
            <a:r>
              <a:rPr lang="es-ES" sz="1100" b="1" dirty="0">
                <a:solidFill>
                  <a:prstClr val="black"/>
                </a:solidFill>
                <a:latin typeface="Roboto Thin" panose="02000000000000000000" pitchFamily="2" charset="0"/>
                <a:ea typeface="Roboto Thin" panose="02000000000000000000" pitchFamily="2" charset="0"/>
                <a:cs typeface="Arial" panose="020B0604020202020204" pitchFamily="34" charset="0"/>
              </a:rPr>
              <a:t>Cloud Block Storage:</a:t>
            </a:r>
          </a:p>
          <a:p>
            <a:pPr marL="914438" lvl="2"/>
            <a:r>
              <a:rPr lang="es-ES" sz="1100" b="0" i="0" dirty="0">
                <a:solidFill>
                  <a:srgbClr val="374151"/>
                </a:solidFill>
                <a:effectLst/>
                <a:latin typeface="Roboto Thin" panose="02000000000000000000" pitchFamily="2" charset="0"/>
                <a:ea typeface="Roboto Thin" panose="02000000000000000000" pitchFamily="2" charset="0"/>
              </a:rPr>
              <a:t>Almacenamiento basado en bloques que permite a los usuarios crear y administrar volúmenes de almacenamiento que se pueden adjuntar a instancias de computación.</a:t>
            </a:r>
          </a:p>
          <a:p>
            <a:pPr marL="914438" lvl="2"/>
            <a:r>
              <a:rPr lang="es-ES" sz="1100" b="0" i="0" dirty="0">
                <a:solidFill>
                  <a:srgbClr val="374151"/>
                </a:solidFill>
                <a:effectLst/>
                <a:latin typeface="Roboto Thin" panose="02000000000000000000" pitchFamily="2" charset="0"/>
                <a:ea typeface="Roboto Thin" panose="02000000000000000000" pitchFamily="2" charset="0"/>
              </a:rPr>
              <a:t>Amazon EBS (</a:t>
            </a:r>
            <a:r>
              <a:rPr lang="es-ES" sz="1100" b="0" i="0" dirty="0" err="1">
                <a:solidFill>
                  <a:srgbClr val="374151"/>
                </a:solidFill>
                <a:effectLst/>
                <a:latin typeface="Roboto Thin" panose="02000000000000000000" pitchFamily="2" charset="0"/>
                <a:ea typeface="Roboto Thin" panose="02000000000000000000" pitchFamily="2" charset="0"/>
              </a:rPr>
              <a:t>Elastic</a:t>
            </a:r>
            <a:r>
              <a:rPr lang="es-ES" sz="1100" b="0" i="0" dirty="0">
                <a:solidFill>
                  <a:srgbClr val="374151"/>
                </a:solidFill>
                <a:effectLst/>
                <a:latin typeface="Roboto Thin" panose="02000000000000000000" pitchFamily="2" charset="0"/>
                <a:ea typeface="Roboto Thin" panose="02000000000000000000" pitchFamily="2" charset="0"/>
              </a:rPr>
              <a:t> Block Store), Google Cloud </a:t>
            </a:r>
            <a:r>
              <a:rPr lang="es-ES" sz="1100" b="0" i="0" dirty="0" err="1">
                <a:solidFill>
                  <a:srgbClr val="374151"/>
                </a:solidFill>
                <a:effectLst/>
                <a:latin typeface="Roboto Thin" panose="02000000000000000000" pitchFamily="2" charset="0"/>
                <a:ea typeface="Roboto Thin" panose="02000000000000000000" pitchFamily="2" charset="0"/>
              </a:rPr>
              <a:t>Persistent</a:t>
            </a:r>
            <a:r>
              <a:rPr lang="es-ES" sz="1100" b="0" i="0" dirty="0">
                <a:solidFill>
                  <a:srgbClr val="374151"/>
                </a:solidFill>
                <a:effectLst/>
                <a:latin typeface="Roboto Thin" panose="02000000000000000000" pitchFamily="2" charset="0"/>
                <a:ea typeface="Roboto Thin" panose="02000000000000000000" pitchFamily="2" charset="0"/>
              </a:rPr>
              <a:t> Disk, Huawei EVS (</a:t>
            </a:r>
            <a:r>
              <a:rPr lang="es-ES" sz="1100" b="0" i="0" dirty="0" err="1">
                <a:solidFill>
                  <a:srgbClr val="374151"/>
                </a:solidFill>
                <a:effectLst/>
                <a:latin typeface="Roboto Thin" panose="02000000000000000000" pitchFamily="2" charset="0"/>
                <a:ea typeface="Roboto Thin" panose="02000000000000000000" pitchFamily="2" charset="0"/>
              </a:rPr>
              <a:t>Elastic</a:t>
            </a:r>
            <a:r>
              <a:rPr lang="es-ES" sz="1100" b="0" i="0" dirty="0">
                <a:solidFill>
                  <a:srgbClr val="374151"/>
                </a:solidFill>
                <a:effectLst/>
                <a:latin typeface="Roboto Thin" panose="02000000000000000000" pitchFamily="2" charset="0"/>
                <a:ea typeface="Roboto Thin" panose="02000000000000000000" pitchFamily="2" charset="0"/>
              </a:rPr>
              <a:t> </a:t>
            </a:r>
            <a:r>
              <a:rPr lang="es-ES" sz="1100" b="0" i="0" dirty="0" err="1">
                <a:solidFill>
                  <a:srgbClr val="374151"/>
                </a:solidFill>
                <a:effectLst/>
                <a:latin typeface="Roboto Thin" panose="02000000000000000000" pitchFamily="2" charset="0"/>
                <a:ea typeface="Roboto Thin" panose="02000000000000000000" pitchFamily="2" charset="0"/>
              </a:rPr>
              <a:t>Volume</a:t>
            </a:r>
            <a:r>
              <a:rPr lang="es-ES" sz="1100" b="0" i="0" dirty="0">
                <a:solidFill>
                  <a:srgbClr val="374151"/>
                </a:solidFill>
                <a:effectLst/>
                <a:latin typeface="Roboto Thin" panose="02000000000000000000" pitchFamily="2" charset="0"/>
                <a:ea typeface="Roboto Thin" panose="02000000000000000000" pitchFamily="2" charset="0"/>
              </a:rPr>
              <a:t> </a:t>
            </a:r>
            <a:r>
              <a:rPr lang="es-ES" sz="1100" b="0" i="0" dirty="0" err="1">
                <a:solidFill>
                  <a:srgbClr val="374151"/>
                </a:solidFill>
                <a:effectLst/>
                <a:latin typeface="Roboto Thin" panose="02000000000000000000" pitchFamily="2" charset="0"/>
                <a:ea typeface="Roboto Thin" panose="02000000000000000000" pitchFamily="2" charset="0"/>
              </a:rPr>
              <a:t>Service</a:t>
            </a:r>
            <a:r>
              <a:rPr lang="es-ES" sz="1100" b="0" i="0" dirty="0">
                <a:solidFill>
                  <a:srgbClr val="374151"/>
                </a:solidFill>
                <a:effectLst/>
                <a:latin typeface="Roboto Thin" panose="02000000000000000000" pitchFamily="2" charset="0"/>
                <a:ea typeface="Roboto Thin" panose="02000000000000000000" pitchFamily="2" charset="0"/>
              </a:rPr>
              <a:t>)</a:t>
            </a:r>
          </a:p>
          <a:p>
            <a:pPr lvl="1">
              <a:spcBef>
                <a:spcPts val="600"/>
              </a:spcBef>
            </a:pPr>
            <a:r>
              <a:rPr lang="es-ES" sz="1100" b="1" dirty="0">
                <a:solidFill>
                  <a:prstClr val="black"/>
                </a:solidFill>
                <a:latin typeface="Roboto Thin" panose="02000000000000000000" pitchFamily="2" charset="0"/>
                <a:ea typeface="Roboto Thin" panose="02000000000000000000" pitchFamily="2" charset="0"/>
                <a:cs typeface="Arial" panose="020B0604020202020204" pitchFamily="34" charset="0"/>
              </a:rPr>
              <a:t>Cloud File Storage:</a:t>
            </a:r>
          </a:p>
          <a:p>
            <a:pPr marL="914438" lvl="2"/>
            <a:r>
              <a:rPr lang="es-ES" sz="1100" b="0" i="0" dirty="0">
                <a:solidFill>
                  <a:srgbClr val="374151"/>
                </a:solidFill>
                <a:effectLst/>
                <a:latin typeface="Roboto Thin" panose="02000000000000000000" pitchFamily="2" charset="0"/>
                <a:ea typeface="Roboto Thin" panose="02000000000000000000" pitchFamily="2" charset="0"/>
              </a:rPr>
              <a:t>Almacenamiento de archivos compartido basado en sistemas de archivos tradicionales que permite a múltiples instancias acceder y modificar archivos en una ubicación centralizada.</a:t>
            </a:r>
          </a:p>
          <a:p>
            <a:pPr marL="914438" lvl="2"/>
            <a:r>
              <a:rPr lang="es-ES" sz="1100" b="0" i="0" dirty="0">
                <a:solidFill>
                  <a:srgbClr val="374151"/>
                </a:solidFill>
                <a:effectLst/>
                <a:latin typeface="Roboto Thin" panose="02000000000000000000" pitchFamily="2" charset="0"/>
                <a:ea typeface="Roboto Thin" panose="02000000000000000000" pitchFamily="2" charset="0"/>
              </a:rPr>
              <a:t>Amazon EFS (</a:t>
            </a:r>
            <a:r>
              <a:rPr lang="es-ES" sz="1100" b="0" i="0" dirty="0" err="1">
                <a:solidFill>
                  <a:srgbClr val="374151"/>
                </a:solidFill>
                <a:effectLst/>
                <a:latin typeface="Roboto Thin" panose="02000000000000000000" pitchFamily="2" charset="0"/>
                <a:ea typeface="Roboto Thin" panose="02000000000000000000" pitchFamily="2" charset="0"/>
              </a:rPr>
              <a:t>Elastic</a:t>
            </a:r>
            <a:r>
              <a:rPr lang="es-ES" sz="1100" b="0" i="0" dirty="0">
                <a:solidFill>
                  <a:srgbClr val="374151"/>
                </a:solidFill>
                <a:effectLst/>
                <a:latin typeface="Roboto Thin" panose="02000000000000000000" pitchFamily="2" charset="0"/>
                <a:ea typeface="Roboto Thin" panose="02000000000000000000" pitchFamily="2" charset="0"/>
              </a:rPr>
              <a:t> File </a:t>
            </a:r>
            <a:r>
              <a:rPr lang="es-ES" sz="1100" b="0" i="0" dirty="0" err="1">
                <a:solidFill>
                  <a:srgbClr val="374151"/>
                </a:solidFill>
                <a:effectLst/>
                <a:latin typeface="Roboto Thin" panose="02000000000000000000" pitchFamily="2" charset="0"/>
                <a:ea typeface="Roboto Thin" panose="02000000000000000000" pitchFamily="2" charset="0"/>
              </a:rPr>
              <a:t>System</a:t>
            </a:r>
            <a:r>
              <a:rPr lang="es-ES" sz="1100" b="0" i="0" dirty="0">
                <a:solidFill>
                  <a:srgbClr val="374151"/>
                </a:solidFill>
                <a:effectLst/>
                <a:latin typeface="Roboto Thin" panose="02000000000000000000" pitchFamily="2" charset="0"/>
                <a:ea typeface="Roboto Thin" panose="02000000000000000000" pitchFamily="2" charset="0"/>
              </a:rPr>
              <a:t>), Google Cloud </a:t>
            </a:r>
            <a:r>
              <a:rPr lang="es-ES" sz="1100" b="0" i="0" dirty="0" err="1">
                <a:solidFill>
                  <a:srgbClr val="374151"/>
                </a:solidFill>
                <a:effectLst/>
                <a:latin typeface="Roboto Thin" panose="02000000000000000000" pitchFamily="2" charset="0"/>
                <a:ea typeface="Roboto Thin" panose="02000000000000000000" pitchFamily="2" charset="0"/>
              </a:rPr>
              <a:t>Filestore</a:t>
            </a:r>
            <a:r>
              <a:rPr lang="es-ES" sz="1100" b="0" i="0" dirty="0">
                <a:solidFill>
                  <a:srgbClr val="374151"/>
                </a:solidFill>
                <a:effectLst/>
                <a:latin typeface="Roboto Thin" panose="02000000000000000000" pitchFamily="2" charset="0"/>
                <a:ea typeface="Roboto Thin" panose="02000000000000000000" pitchFamily="2" charset="0"/>
              </a:rPr>
              <a:t>, Huawei NAS (Network </a:t>
            </a:r>
            <a:r>
              <a:rPr lang="es-ES" sz="1100" b="0" i="0" dirty="0" err="1">
                <a:solidFill>
                  <a:srgbClr val="374151"/>
                </a:solidFill>
                <a:effectLst/>
                <a:latin typeface="Roboto Thin" panose="02000000000000000000" pitchFamily="2" charset="0"/>
                <a:ea typeface="Roboto Thin" panose="02000000000000000000" pitchFamily="2" charset="0"/>
              </a:rPr>
              <a:t>Attached</a:t>
            </a:r>
            <a:r>
              <a:rPr lang="es-ES" sz="1100" b="0" i="0" dirty="0">
                <a:solidFill>
                  <a:srgbClr val="374151"/>
                </a:solidFill>
                <a:effectLst/>
                <a:latin typeface="Roboto Thin" panose="02000000000000000000" pitchFamily="2" charset="0"/>
                <a:ea typeface="Roboto Thin" panose="02000000000000000000" pitchFamily="2" charset="0"/>
              </a:rPr>
              <a:t> Storage)</a:t>
            </a:r>
          </a:p>
          <a:p>
            <a:pPr lvl="1">
              <a:spcBef>
                <a:spcPts val="600"/>
              </a:spcBef>
            </a:pPr>
            <a:r>
              <a:rPr lang="es-ES" sz="1100" b="1" dirty="0">
                <a:solidFill>
                  <a:prstClr val="black"/>
                </a:solidFill>
                <a:latin typeface="Roboto Thin" panose="02000000000000000000" pitchFamily="2" charset="0"/>
                <a:ea typeface="Roboto Thin" panose="02000000000000000000" pitchFamily="2" charset="0"/>
                <a:cs typeface="Arial" panose="020B0604020202020204" pitchFamily="34" charset="0"/>
              </a:rPr>
              <a:t>Cloud Archive o </a:t>
            </a:r>
            <a:r>
              <a:rPr lang="es-ES" sz="1100" b="1" dirty="0" err="1">
                <a:solidFill>
                  <a:prstClr val="black"/>
                </a:solidFill>
                <a:latin typeface="Roboto Thin" panose="02000000000000000000" pitchFamily="2" charset="0"/>
                <a:ea typeface="Roboto Thin" panose="02000000000000000000" pitchFamily="2" charset="0"/>
                <a:cs typeface="Arial" panose="020B0604020202020204" pitchFamily="34" charset="0"/>
              </a:rPr>
              <a:t>Cold</a:t>
            </a:r>
            <a:r>
              <a:rPr lang="es-ES" sz="1100" b="1" dirty="0">
                <a:solidFill>
                  <a:prstClr val="black"/>
                </a:solidFill>
                <a:latin typeface="Roboto Thin" panose="02000000000000000000" pitchFamily="2" charset="0"/>
                <a:ea typeface="Roboto Thin" panose="02000000000000000000" pitchFamily="2" charset="0"/>
                <a:cs typeface="Arial" panose="020B0604020202020204" pitchFamily="34" charset="0"/>
              </a:rPr>
              <a:t> Storage:</a:t>
            </a:r>
          </a:p>
          <a:p>
            <a:pPr marL="914438" lvl="2"/>
            <a:r>
              <a:rPr lang="es-ES" sz="1100" b="0" i="0" dirty="0">
                <a:solidFill>
                  <a:srgbClr val="374151"/>
                </a:solidFill>
                <a:effectLst/>
                <a:latin typeface="Roboto Thin" panose="02000000000000000000" pitchFamily="2" charset="0"/>
                <a:ea typeface="Roboto Thin" panose="02000000000000000000" pitchFamily="2" charset="0"/>
              </a:rPr>
              <a:t>Almacenamiento de larga duración y bajo costo diseñado para datos que se acceden con poca frecuencia y se mantienen principalmente para fines de cumplimiento normativo o de respaldo.</a:t>
            </a:r>
          </a:p>
          <a:p>
            <a:pPr marL="914438" lvl="2"/>
            <a:r>
              <a:rPr lang="es-ES" sz="1100" b="0" i="0" dirty="0">
                <a:solidFill>
                  <a:srgbClr val="374151"/>
                </a:solidFill>
                <a:effectLst/>
                <a:latin typeface="Roboto Thin" panose="02000000000000000000" pitchFamily="2" charset="0"/>
                <a:ea typeface="Roboto Thin" panose="02000000000000000000" pitchFamily="2" charset="0"/>
              </a:rPr>
              <a:t>Amazon Glacier o Deep Archive, Google Cloud Archive Storage, Huawei OBS (</a:t>
            </a:r>
            <a:r>
              <a:rPr lang="es-ES" sz="1100" b="0" i="0" dirty="0" err="1">
                <a:solidFill>
                  <a:srgbClr val="374151"/>
                </a:solidFill>
                <a:effectLst/>
                <a:latin typeface="Roboto Thin" panose="02000000000000000000" pitchFamily="2" charset="0"/>
                <a:ea typeface="Roboto Thin" panose="02000000000000000000" pitchFamily="2" charset="0"/>
              </a:rPr>
              <a:t>Object</a:t>
            </a:r>
            <a:r>
              <a:rPr lang="es-ES" sz="1100" b="0" i="0" dirty="0">
                <a:solidFill>
                  <a:srgbClr val="374151"/>
                </a:solidFill>
                <a:effectLst/>
                <a:latin typeface="Roboto Thin" panose="02000000000000000000" pitchFamily="2" charset="0"/>
                <a:ea typeface="Roboto Thin" panose="02000000000000000000" pitchFamily="2" charset="0"/>
              </a:rPr>
              <a:t> Storage </a:t>
            </a:r>
            <a:r>
              <a:rPr lang="es-ES" sz="1100" b="0" i="0" dirty="0" err="1">
                <a:solidFill>
                  <a:srgbClr val="374151"/>
                </a:solidFill>
                <a:effectLst/>
                <a:latin typeface="Roboto Thin" panose="02000000000000000000" pitchFamily="2" charset="0"/>
                <a:ea typeface="Roboto Thin" panose="02000000000000000000" pitchFamily="2" charset="0"/>
              </a:rPr>
              <a:t>Service</a:t>
            </a:r>
            <a:r>
              <a:rPr lang="es-ES" sz="1100" b="0" i="0" dirty="0">
                <a:solidFill>
                  <a:srgbClr val="374151"/>
                </a:solidFill>
                <a:effectLst/>
                <a:latin typeface="Roboto Thin" panose="02000000000000000000" pitchFamily="2" charset="0"/>
                <a:ea typeface="Roboto Thin" panose="02000000000000000000" pitchFamily="2" charset="0"/>
              </a:rPr>
              <a:t>) con opción de almacenamiento de archivos a largo plazo</a:t>
            </a:r>
          </a:p>
          <a:p>
            <a:pPr lvl="1">
              <a:spcBef>
                <a:spcPts val="600"/>
              </a:spcBef>
            </a:pPr>
            <a:r>
              <a:rPr lang="es-ES" sz="1100" b="1" dirty="0">
                <a:solidFill>
                  <a:prstClr val="black"/>
                </a:solidFill>
                <a:latin typeface="Roboto Thin" panose="02000000000000000000" pitchFamily="2" charset="0"/>
                <a:ea typeface="Roboto Thin" panose="02000000000000000000" pitchFamily="2" charset="0"/>
                <a:cs typeface="Arial" panose="020B0604020202020204" pitchFamily="34" charset="0"/>
              </a:rPr>
              <a:t>Cloud </a:t>
            </a:r>
            <a:r>
              <a:rPr lang="es-ES" sz="1100" b="1" dirty="0" err="1">
                <a:solidFill>
                  <a:prstClr val="black"/>
                </a:solidFill>
                <a:latin typeface="Roboto Thin" panose="02000000000000000000" pitchFamily="2" charset="0"/>
                <a:ea typeface="Roboto Thin" panose="02000000000000000000" pitchFamily="2" charset="0"/>
                <a:cs typeface="Arial" panose="020B0604020202020204" pitchFamily="34" charset="0"/>
              </a:rPr>
              <a:t>Database</a:t>
            </a:r>
            <a:r>
              <a:rPr lang="es-ES" sz="1100" b="1" dirty="0">
                <a:solidFill>
                  <a:prstClr val="black"/>
                </a:solidFill>
                <a:latin typeface="Roboto Thin" panose="02000000000000000000" pitchFamily="2" charset="0"/>
                <a:ea typeface="Roboto Thin" panose="02000000000000000000" pitchFamily="2" charset="0"/>
                <a:cs typeface="Arial" panose="020B0604020202020204" pitchFamily="34" charset="0"/>
              </a:rPr>
              <a:t> Storage:</a:t>
            </a:r>
          </a:p>
          <a:p>
            <a:pPr marL="914438" lvl="2"/>
            <a:r>
              <a:rPr lang="es-ES" sz="1100" b="0" i="0" dirty="0">
                <a:solidFill>
                  <a:srgbClr val="374151"/>
                </a:solidFill>
                <a:effectLst/>
                <a:latin typeface="Roboto Thin" panose="02000000000000000000" pitchFamily="2" charset="0"/>
                <a:ea typeface="Roboto Thin" panose="02000000000000000000" pitchFamily="2" charset="0"/>
              </a:rPr>
              <a:t>Almacenamiento específico para bases de datos, optimizado para la gestión y el rendimiento de los sistemas de bases de datos en la nube.</a:t>
            </a:r>
          </a:p>
          <a:p>
            <a:pPr marL="914438" lvl="2"/>
            <a:r>
              <a:rPr lang="es-ES" sz="1100" b="0" i="0" dirty="0">
                <a:solidFill>
                  <a:srgbClr val="374151"/>
                </a:solidFill>
                <a:effectLst/>
                <a:latin typeface="Roboto Thin" panose="02000000000000000000" pitchFamily="2" charset="0"/>
                <a:ea typeface="Roboto Thin" panose="02000000000000000000" pitchFamily="2" charset="0"/>
              </a:rPr>
              <a:t>Amazon RDS (</a:t>
            </a:r>
            <a:r>
              <a:rPr lang="es-ES" sz="1100" b="0" i="0" dirty="0" err="1">
                <a:solidFill>
                  <a:srgbClr val="374151"/>
                </a:solidFill>
                <a:effectLst/>
                <a:latin typeface="Roboto Thin" panose="02000000000000000000" pitchFamily="2" charset="0"/>
                <a:ea typeface="Roboto Thin" panose="02000000000000000000" pitchFamily="2" charset="0"/>
              </a:rPr>
              <a:t>Relational</a:t>
            </a:r>
            <a:r>
              <a:rPr lang="es-ES" sz="1100" b="0" i="0" dirty="0">
                <a:solidFill>
                  <a:srgbClr val="374151"/>
                </a:solidFill>
                <a:effectLst/>
                <a:latin typeface="Roboto Thin" panose="02000000000000000000" pitchFamily="2" charset="0"/>
                <a:ea typeface="Roboto Thin" panose="02000000000000000000" pitchFamily="2" charset="0"/>
              </a:rPr>
              <a:t> </a:t>
            </a:r>
            <a:r>
              <a:rPr lang="es-ES" sz="1100" b="0" i="0" dirty="0" err="1">
                <a:solidFill>
                  <a:srgbClr val="374151"/>
                </a:solidFill>
                <a:effectLst/>
                <a:latin typeface="Roboto Thin" panose="02000000000000000000" pitchFamily="2" charset="0"/>
                <a:ea typeface="Roboto Thin" panose="02000000000000000000" pitchFamily="2" charset="0"/>
              </a:rPr>
              <a:t>Database</a:t>
            </a:r>
            <a:r>
              <a:rPr lang="es-ES" sz="1100" b="0" i="0" dirty="0">
                <a:solidFill>
                  <a:srgbClr val="374151"/>
                </a:solidFill>
                <a:effectLst/>
                <a:latin typeface="Roboto Thin" panose="02000000000000000000" pitchFamily="2" charset="0"/>
                <a:ea typeface="Roboto Thin" panose="02000000000000000000" pitchFamily="2" charset="0"/>
              </a:rPr>
              <a:t> </a:t>
            </a:r>
            <a:r>
              <a:rPr lang="es-ES" sz="1100" b="0" i="0" dirty="0" err="1">
                <a:solidFill>
                  <a:srgbClr val="374151"/>
                </a:solidFill>
                <a:effectLst/>
                <a:latin typeface="Roboto Thin" panose="02000000000000000000" pitchFamily="2" charset="0"/>
                <a:ea typeface="Roboto Thin" panose="02000000000000000000" pitchFamily="2" charset="0"/>
              </a:rPr>
              <a:t>Service</a:t>
            </a:r>
            <a:r>
              <a:rPr lang="es-ES" sz="1100" b="0" i="0" dirty="0">
                <a:solidFill>
                  <a:srgbClr val="374151"/>
                </a:solidFill>
                <a:effectLst/>
                <a:latin typeface="Roboto Thin" panose="02000000000000000000" pitchFamily="2" charset="0"/>
                <a:ea typeface="Roboto Thin" panose="02000000000000000000" pitchFamily="2" charset="0"/>
              </a:rPr>
              <a:t>), Google Cloud </a:t>
            </a:r>
            <a:r>
              <a:rPr lang="es-ES" sz="1100" b="0" i="0" dirty="0" err="1">
                <a:solidFill>
                  <a:srgbClr val="374151"/>
                </a:solidFill>
                <a:effectLst/>
                <a:latin typeface="Roboto Thin" panose="02000000000000000000" pitchFamily="2" charset="0"/>
                <a:ea typeface="Roboto Thin" panose="02000000000000000000" pitchFamily="2" charset="0"/>
              </a:rPr>
              <a:t>Spanner</a:t>
            </a:r>
            <a:r>
              <a:rPr lang="es-ES" sz="1100" b="0" i="0" dirty="0">
                <a:solidFill>
                  <a:srgbClr val="374151"/>
                </a:solidFill>
                <a:effectLst/>
                <a:latin typeface="Roboto Thin" panose="02000000000000000000" pitchFamily="2" charset="0"/>
                <a:ea typeface="Roboto Thin" panose="02000000000000000000" pitchFamily="2" charset="0"/>
              </a:rPr>
              <a:t>, Cloud SQL, Huawei </a:t>
            </a:r>
            <a:r>
              <a:rPr lang="es-ES" sz="1100" b="0" i="0" dirty="0" err="1">
                <a:solidFill>
                  <a:srgbClr val="374151"/>
                </a:solidFill>
                <a:effectLst/>
                <a:latin typeface="Roboto Thin" panose="02000000000000000000" pitchFamily="2" charset="0"/>
                <a:ea typeface="Roboto Thin" panose="02000000000000000000" pitchFamily="2" charset="0"/>
              </a:rPr>
              <a:t>GaussDB</a:t>
            </a:r>
            <a:r>
              <a:rPr lang="es-ES" sz="1100" b="0" i="0" dirty="0">
                <a:solidFill>
                  <a:srgbClr val="374151"/>
                </a:solidFill>
                <a:effectLst/>
                <a:latin typeface="Roboto Thin" panose="02000000000000000000" pitchFamily="2" charset="0"/>
                <a:ea typeface="Roboto Thin" panose="02000000000000000000" pitchFamily="2" charset="0"/>
              </a:rPr>
              <a:t> (</a:t>
            </a:r>
            <a:r>
              <a:rPr lang="es-ES" sz="1100" b="0" i="0" dirty="0" err="1">
                <a:solidFill>
                  <a:srgbClr val="374151"/>
                </a:solidFill>
                <a:effectLst/>
                <a:latin typeface="Roboto Thin" panose="02000000000000000000" pitchFamily="2" charset="0"/>
                <a:ea typeface="Roboto Thin" panose="02000000000000000000" pitchFamily="2" charset="0"/>
              </a:rPr>
              <a:t>Distributed</a:t>
            </a:r>
            <a:r>
              <a:rPr lang="es-ES" sz="1100" b="0" i="0" dirty="0">
                <a:solidFill>
                  <a:srgbClr val="374151"/>
                </a:solidFill>
                <a:effectLst/>
                <a:latin typeface="Roboto Thin" panose="02000000000000000000" pitchFamily="2" charset="0"/>
                <a:ea typeface="Roboto Thin" panose="02000000000000000000" pitchFamily="2" charset="0"/>
              </a:rPr>
              <a:t> </a:t>
            </a:r>
            <a:r>
              <a:rPr lang="es-ES" sz="1100" b="0" i="0" dirty="0" err="1">
                <a:solidFill>
                  <a:srgbClr val="374151"/>
                </a:solidFill>
                <a:effectLst/>
                <a:latin typeface="Roboto Thin" panose="02000000000000000000" pitchFamily="2" charset="0"/>
                <a:ea typeface="Roboto Thin" panose="02000000000000000000" pitchFamily="2" charset="0"/>
              </a:rPr>
              <a:t>Database</a:t>
            </a:r>
            <a:r>
              <a:rPr lang="es-ES" sz="1100" b="0" i="0" dirty="0">
                <a:solidFill>
                  <a:srgbClr val="374151"/>
                </a:solidFill>
                <a:effectLst/>
                <a:latin typeface="Roboto Thin" panose="02000000000000000000" pitchFamily="2" charset="0"/>
                <a:ea typeface="Roboto Thin" panose="02000000000000000000" pitchFamily="2" charset="0"/>
              </a:rPr>
              <a:t> </a:t>
            </a:r>
            <a:r>
              <a:rPr lang="es-ES" sz="1100" b="0" i="0" dirty="0" err="1">
                <a:solidFill>
                  <a:srgbClr val="374151"/>
                </a:solidFill>
                <a:effectLst/>
                <a:latin typeface="Roboto Thin" panose="02000000000000000000" pitchFamily="2" charset="0"/>
                <a:ea typeface="Roboto Thin" panose="02000000000000000000" pitchFamily="2" charset="0"/>
              </a:rPr>
              <a:t>Service</a:t>
            </a:r>
            <a:r>
              <a:rPr lang="es-ES" sz="1100" b="0" i="0" dirty="0">
                <a:solidFill>
                  <a:srgbClr val="374151"/>
                </a:solidFill>
                <a:effectLst/>
                <a:latin typeface="Roboto Thin" panose="02000000000000000000" pitchFamily="2" charset="0"/>
                <a:ea typeface="Roboto Thin" panose="02000000000000000000" pitchFamily="2" charset="0"/>
              </a:rPr>
              <a:t>)</a:t>
            </a:r>
          </a:p>
          <a:p>
            <a:pPr marL="914438" lvl="2"/>
            <a:endParaRPr lang="es-ES" sz="1100" b="0" i="0" dirty="0">
              <a:solidFill>
                <a:srgbClr val="374151"/>
              </a:solidFill>
              <a:effectLst/>
              <a:latin typeface="Roboto Thin" panose="02000000000000000000" pitchFamily="2" charset="0"/>
              <a:ea typeface="Roboto Thin" panose="02000000000000000000" pitchFamily="2" charset="0"/>
            </a:endParaRPr>
          </a:p>
        </p:txBody>
      </p:sp>
      <p:sp>
        <p:nvSpPr>
          <p:cNvPr id="23" name="CuadroTexto 22">
            <a:extLst>
              <a:ext uri="{FF2B5EF4-FFF2-40B4-BE49-F238E27FC236}">
                <a16:creationId xmlns="" xmlns:a16="http://schemas.microsoft.com/office/drawing/2014/main" id="{92D01782-C8E7-B04F-02A8-33FD0DDFF8AC}"/>
              </a:ext>
            </a:extLst>
          </p:cNvPr>
          <p:cNvSpPr txBox="1"/>
          <p:nvPr/>
        </p:nvSpPr>
        <p:spPr>
          <a:xfrm>
            <a:off x="97241" y="63464"/>
            <a:ext cx="4674784" cy="369332"/>
          </a:xfrm>
          <a:prstGeom prst="rect">
            <a:avLst/>
          </a:prstGeom>
          <a:noFill/>
        </p:spPr>
        <p:txBody>
          <a:bodyPr wrap="square">
            <a:spAutoFit/>
          </a:bodyPr>
          <a:lstStyle/>
          <a:p>
            <a:pPr defTabSz="914217" fontAlgn="ctr">
              <a:spcBef>
                <a:spcPct val="0"/>
              </a:spcBef>
              <a:spcAft>
                <a:spcPct val="0"/>
              </a:spcAft>
            </a:pPr>
            <a:r>
              <a:rPr lang="es-AR" sz="1800" dirty="0">
                <a:solidFill>
                  <a:srgbClr val="C00000"/>
                </a:solidFill>
                <a:latin typeface="Roboto Medium" panose="02000000000000000000" pitchFamily="2" charset="0"/>
                <a:ea typeface="Roboto Medium" panose="02000000000000000000" pitchFamily="2" charset="0"/>
                <a:cs typeface="Arial" panose="020B0604020202020204" pitchFamily="34" charset="0"/>
              </a:rPr>
              <a:t>Capa física</a:t>
            </a:r>
            <a:r>
              <a:rPr lang="es-AR" dirty="0">
                <a:solidFill>
                  <a:srgbClr val="C00000"/>
                </a:solidFill>
                <a:latin typeface="Roboto Medium" panose="02000000000000000000" pitchFamily="2" charset="0"/>
                <a:ea typeface="Roboto Medium" panose="02000000000000000000" pitchFamily="2" charset="0"/>
                <a:cs typeface="Arial" panose="020B0604020202020204" pitchFamily="34" charset="0"/>
              </a:rPr>
              <a:t>: </a:t>
            </a:r>
            <a:r>
              <a:rPr lang="es-ES" dirty="0">
                <a:solidFill>
                  <a:srgbClr val="C00000"/>
                </a:solidFill>
                <a:latin typeface="Roboto Medium" panose="02000000000000000000" pitchFamily="2" charset="0"/>
                <a:ea typeface="Roboto Medium" panose="02000000000000000000" pitchFamily="2" charset="0"/>
                <a:cs typeface="Arial" panose="020B0604020202020204" pitchFamily="34" charset="0"/>
              </a:rPr>
              <a:t>Almacenamiento</a:t>
            </a:r>
            <a:endParaRPr lang="es-AR" dirty="0">
              <a:solidFill>
                <a:srgbClr val="C00000"/>
              </a:solidFill>
              <a:latin typeface="Roboto Medium" panose="02000000000000000000" pitchFamily="2" charset="0"/>
              <a:ea typeface="Roboto Medium" panose="02000000000000000000" pitchFamily="2" charset="0"/>
              <a:cs typeface="Arial" panose="020B0604020202020204" pitchFamily="34" charset="0"/>
            </a:endParaRPr>
          </a:p>
        </p:txBody>
      </p:sp>
      <p:cxnSp>
        <p:nvCxnSpPr>
          <p:cNvPr id="4" name="直接连接符 49">
            <a:extLst>
              <a:ext uri="{FF2B5EF4-FFF2-40B4-BE49-F238E27FC236}">
                <a16:creationId xmlns="" xmlns:a16="http://schemas.microsoft.com/office/drawing/2014/main" id="{56F023C0-5D3D-C197-8B9F-09BD5022D612}"/>
              </a:ext>
            </a:extLst>
          </p:cNvPr>
          <p:cNvCxnSpPr>
            <a:cxnSpLocks/>
          </p:cNvCxnSpPr>
          <p:nvPr/>
        </p:nvCxnSpPr>
        <p:spPr>
          <a:xfrm>
            <a:off x="149751" y="446755"/>
            <a:ext cx="3336399" cy="0"/>
          </a:xfrm>
          <a:prstGeom prst="line">
            <a:avLst/>
          </a:prstGeom>
          <a:ln w="19050">
            <a:solidFill>
              <a:srgbClr val="575756"/>
            </a:solidFill>
          </a:ln>
        </p:spPr>
        <p:style>
          <a:lnRef idx="1">
            <a:schemeClr val="accent1"/>
          </a:lnRef>
          <a:fillRef idx="0">
            <a:schemeClr val="accent1"/>
          </a:fillRef>
          <a:effectRef idx="0">
            <a:schemeClr val="accent1"/>
          </a:effectRef>
          <a:fontRef idx="minor">
            <a:schemeClr val="tx1"/>
          </a:fontRef>
        </p:style>
      </p:cxnSp>
      <p:sp>
        <p:nvSpPr>
          <p:cNvPr id="6" name="矩形 86">
            <a:extLst>
              <a:ext uri="{FF2B5EF4-FFF2-40B4-BE49-F238E27FC236}">
                <a16:creationId xmlns="" xmlns:a16="http://schemas.microsoft.com/office/drawing/2014/main" id="{A108599B-2E62-B37A-BAF4-76A1F47D57B0}"/>
              </a:ext>
            </a:extLst>
          </p:cNvPr>
          <p:cNvSpPr/>
          <p:nvPr/>
        </p:nvSpPr>
        <p:spPr>
          <a:xfrm>
            <a:off x="2505521" y="1317309"/>
            <a:ext cx="3298174" cy="481162"/>
          </a:xfrm>
          <a:prstGeom prst="rect">
            <a:avLst/>
          </a:prstGeom>
          <a:solidFill>
            <a:srgbClr val="FFFFFF"/>
          </a:solidFill>
          <a:ln w="9525">
            <a:solidFill>
              <a:schemeClr val="bg2">
                <a:lumMod val="75000"/>
              </a:schemeClr>
            </a:solidFill>
          </a:ln>
          <a:effectLst/>
        </p:spPr>
        <p:txBody>
          <a:bodyPr vert="horz" wrap="square" lIns="0" tIns="60886" rIns="0" bIns="60886" numCol="1" rtlCol="0" anchor="ctr" anchorCtr="0" compatLnSpc="1">
            <a:prstTxWarp prst="textNoShape">
              <a:avLst/>
            </a:prstTxWarp>
            <a:noAutofit/>
          </a:bodyPr>
          <a:lstStyle/>
          <a:p>
            <a:pPr algn="ctr" defTabSz="799835" fontAlgn="ctr">
              <a:buClr>
                <a:srgbClr val="CC9900"/>
              </a:buClr>
              <a:defRPr/>
            </a:pPr>
            <a:endParaRPr lang="es-AR" altLang="zh-CN" sz="1000" dirty="0">
              <a:solidFill>
                <a:srgbClr val="374151"/>
              </a:solidFill>
              <a:latin typeface="Roboto" panose="02000000000000000000" pitchFamily="2" charset="0"/>
              <a:ea typeface="Roboto" panose="02000000000000000000" pitchFamily="2" charset="0"/>
            </a:endParaRPr>
          </a:p>
        </p:txBody>
      </p:sp>
      <p:sp>
        <p:nvSpPr>
          <p:cNvPr id="8" name="矩形 86">
            <a:extLst>
              <a:ext uri="{FF2B5EF4-FFF2-40B4-BE49-F238E27FC236}">
                <a16:creationId xmlns="" xmlns:a16="http://schemas.microsoft.com/office/drawing/2014/main" id="{99A92F81-8EEB-712E-F928-0314BEC5F480}"/>
              </a:ext>
            </a:extLst>
          </p:cNvPr>
          <p:cNvSpPr/>
          <p:nvPr/>
        </p:nvSpPr>
        <p:spPr>
          <a:xfrm>
            <a:off x="2505521" y="985699"/>
            <a:ext cx="3298174" cy="258059"/>
          </a:xfrm>
          <a:prstGeom prst="rect">
            <a:avLst/>
          </a:prstGeom>
          <a:solidFill>
            <a:srgbClr val="C00000"/>
          </a:solidFill>
          <a:ln w="9525">
            <a:noFill/>
          </a:ln>
          <a:effectLst/>
        </p:spPr>
        <p:txBody>
          <a:bodyPr vert="horz" wrap="square" lIns="0" tIns="60886" rIns="0" bIns="60886" numCol="1" rtlCol="0" anchor="ctr" anchorCtr="0" compatLnSpc="1">
            <a:prstTxWarp prst="textNoShape">
              <a:avLst/>
            </a:prstTxWarp>
            <a:noAutofit/>
          </a:bodyPr>
          <a:lstStyle/>
          <a:p>
            <a:pPr algn="ctr" defTabSz="799835" fontAlgn="ctr">
              <a:buClr>
                <a:srgbClr val="CC9900"/>
              </a:buClr>
              <a:defRPr/>
            </a:pPr>
            <a:r>
              <a:rPr lang="es-AR" sz="1000" dirty="0">
                <a:solidFill>
                  <a:schemeClr val="tx2"/>
                </a:solidFill>
                <a:latin typeface="Roboto" panose="02000000000000000000" pitchFamily="2" charset="0"/>
                <a:ea typeface="Roboto" panose="02000000000000000000" pitchFamily="2" charset="0"/>
                <a:cs typeface="Arial" panose="020B0604020202020204" pitchFamily="34" charset="0"/>
              </a:rPr>
              <a:t>Storage de proposito general y específico</a:t>
            </a:r>
            <a:endParaRPr lang="es-AR" altLang="zh-CN" sz="1000" kern="0" dirty="0">
              <a:solidFill>
                <a:schemeClr val="tx2"/>
              </a:solidFill>
              <a:latin typeface="Roboto" panose="02000000000000000000" pitchFamily="2" charset="0"/>
              <a:ea typeface="Roboto" panose="02000000000000000000" pitchFamily="2" charset="0"/>
              <a:cs typeface="Arial" panose="020B0604020202020204" pitchFamily="34" charset="0"/>
            </a:endParaRPr>
          </a:p>
        </p:txBody>
      </p:sp>
      <p:sp>
        <p:nvSpPr>
          <p:cNvPr id="9" name="矩形 104">
            <a:extLst>
              <a:ext uri="{FF2B5EF4-FFF2-40B4-BE49-F238E27FC236}">
                <a16:creationId xmlns="" xmlns:a16="http://schemas.microsoft.com/office/drawing/2014/main" id="{E5634104-ACDD-EBF3-8836-EF2F1E19C02C}"/>
              </a:ext>
            </a:extLst>
          </p:cNvPr>
          <p:cNvSpPr/>
          <p:nvPr/>
        </p:nvSpPr>
        <p:spPr>
          <a:xfrm>
            <a:off x="6297087" y="962938"/>
            <a:ext cx="3210700" cy="290421"/>
          </a:xfrm>
          <a:prstGeom prst="rect">
            <a:avLst/>
          </a:prstGeom>
          <a:solidFill>
            <a:srgbClr val="2E75B6"/>
          </a:solidFill>
          <a:ln w="9525">
            <a:noFill/>
          </a:ln>
          <a:effectLst/>
        </p:spPr>
        <p:txBody>
          <a:bodyPr vert="horz" wrap="square" lIns="0" tIns="60886" rIns="0" bIns="60886" numCol="1" rtlCol="0" anchor="ctr" anchorCtr="0" compatLnSpc="1">
            <a:prstTxWarp prst="textNoShape">
              <a:avLst/>
            </a:prstTxWarp>
            <a:noAutofit/>
          </a:bodyPr>
          <a:lstStyle/>
          <a:p>
            <a:pPr algn="ctr" defTabSz="799835" fontAlgn="ctr">
              <a:spcBef>
                <a:spcPct val="0"/>
              </a:spcBef>
              <a:spcAft>
                <a:spcPct val="0"/>
              </a:spcAft>
              <a:buClr>
                <a:srgbClr val="CC9900"/>
              </a:buClr>
            </a:pPr>
            <a:r>
              <a:rPr lang="es-AR" altLang="zh-CN" sz="1000" kern="0" dirty="0">
                <a:solidFill>
                  <a:schemeClr val="tx2"/>
                </a:solidFill>
                <a:latin typeface="Roboto" panose="02000000000000000000" pitchFamily="2" charset="0"/>
                <a:ea typeface="Roboto" panose="02000000000000000000" pitchFamily="2" charset="0"/>
                <a:cs typeface="Arial" panose="020B0604020202020204" pitchFamily="34" charset="0"/>
              </a:rPr>
              <a:t>Cloud Storage</a:t>
            </a:r>
          </a:p>
        </p:txBody>
      </p:sp>
      <p:cxnSp>
        <p:nvCxnSpPr>
          <p:cNvPr id="10" name="直接连接符 113">
            <a:extLst>
              <a:ext uri="{FF2B5EF4-FFF2-40B4-BE49-F238E27FC236}">
                <a16:creationId xmlns="" xmlns:a16="http://schemas.microsoft.com/office/drawing/2014/main" id="{59EF2CD6-C5D4-88F7-7D39-D29E1F9D3601}"/>
              </a:ext>
            </a:extLst>
          </p:cNvPr>
          <p:cNvCxnSpPr>
            <a:cxnSpLocks/>
          </p:cNvCxnSpPr>
          <p:nvPr/>
        </p:nvCxnSpPr>
        <p:spPr>
          <a:xfrm>
            <a:off x="2406701" y="1892077"/>
            <a:ext cx="7166659" cy="13022"/>
          </a:xfrm>
          <a:prstGeom prst="line">
            <a:avLst/>
          </a:prstGeom>
          <a:noFill/>
          <a:ln w="9525" cap="flat" cmpd="sng" algn="ctr">
            <a:solidFill>
              <a:srgbClr val="080808"/>
            </a:solidFill>
            <a:prstDash val="dash"/>
          </a:ln>
          <a:effectLst/>
        </p:spPr>
      </p:cxnSp>
      <p:cxnSp>
        <p:nvCxnSpPr>
          <p:cNvPr id="11" name="直接连接符 115">
            <a:extLst>
              <a:ext uri="{FF2B5EF4-FFF2-40B4-BE49-F238E27FC236}">
                <a16:creationId xmlns="" xmlns:a16="http://schemas.microsoft.com/office/drawing/2014/main" id="{9EF56CDB-C6AC-CD67-F2F7-D6EA9C0E433A}"/>
              </a:ext>
            </a:extLst>
          </p:cNvPr>
          <p:cNvCxnSpPr>
            <a:cxnSpLocks/>
          </p:cNvCxnSpPr>
          <p:nvPr/>
        </p:nvCxnSpPr>
        <p:spPr>
          <a:xfrm>
            <a:off x="2430872" y="831883"/>
            <a:ext cx="7067840" cy="0"/>
          </a:xfrm>
          <a:prstGeom prst="line">
            <a:avLst/>
          </a:prstGeom>
          <a:noFill/>
          <a:ln w="9525" cap="flat" cmpd="sng" algn="ctr">
            <a:solidFill>
              <a:srgbClr val="080808"/>
            </a:solidFill>
            <a:prstDash val="dash"/>
          </a:ln>
          <a:effectLst/>
        </p:spPr>
      </p:cxnSp>
      <p:sp>
        <p:nvSpPr>
          <p:cNvPr id="12" name="矩形 86">
            <a:extLst>
              <a:ext uri="{FF2B5EF4-FFF2-40B4-BE49-F238E27FC236}">
                <a16:creationId xmlns="" xmlns:a16="http://schemas.microsoft.com/office/drawing/2014/main" id="{921DA20F-0D45-ADDD-2FCD-96EF426FFCE3}"/>
              </a:ext>
            </a:extLst>
          </p:cNvPr>
          <p:cNvSpPr/>
          <p:nvPr/>
        </p:nvSpPr>
        <p:spPr>
          <a:xfrm>
            <a:off x="2644895" y="1495105"/>
            <a:ext cx="451719" cy="225548"/>
          </a:xfrm>
          <a:prstGeom prst="rect">
            <a:avLst/>
          </a:prstGeom>
          <a:solidFill>
            <a:srgbClr val="FFFFFF"/>
          </a:solidFill>
          <a:ln w="9525">
            <a:solidFill>
              <a:schemeClr val="tx1">
                <a:lumMod val="50000"/>
                <a:lumOff val="50000"/>
              </a:schemeClr>
            </a:solidFill>
          </a:ln>
          <a:effectLst/>
        </p:spPr>
        <p:txBody>
          <a:bodyPr vert="horz" wrap="square" lIns="0" tIns="60886" rIns="0" bIns="60886" numCol="1" rtlCol="0" anchor="ctr" anchorCtr="0" compatLnSpc="1">
            <a:prstTxWarp prst="textNoShape">
              <a:avLst/>
            </a:prstTxWarp>
            <a:noAutofit/>
          </a:bodyPr>
          <a:lstStyle/>
          <a:p>
            <a:pPr algn="ctr" defTabSz="799835" fontAlgn="ctr">
              <a:buClr>
                <a:srgbClr val="CC9900"/>
              </a:buClr>
              <a:defRPr/>
            </a:pPr>
            <a:r>
              <a:rPr lang="es-AR" sz="800" b="0" i="0" dirty="0">
                <a:solidFill>
                  <a:schemeClr val="tx2">
                    <a:lumMod val="50000"/>
                  </a:schemeClr>
                </a:solidFill>
                <a:effectLst/>
                <a:latin typeface="Roboto" panose="02000000000000000000" pitchFamily="2" charset="0"/>
                <a:ea typeface="Roboto" panose="02000000000000000000" pitchFamily="2" charset="0"/>
              </a:rPr>
              <a:t>HDD</a:t>
            </a:r>
            <a:endParaRPr lang="es-AR" altLang="zh-CN" sz="800" kern="0" dirty="0">
              <a:solidFill>
                <a:schemeClr val="tx2">
                  <a:lumMod val="50000"/>
                </a:schemeClr>
              </a:solidFill>
              <a:latin typeface="Roboto" panose="02000000000000000000" pitchFamily="2" charset="0"/>
              <a:ea typeface="Roboto" panose="02000000000000000000" pitchFamily="2" charset="0"/>
              <a:cs typeface="Arial" panose="020B0604020202020204" pitchFamily="34" charset="0"/>
            </a:endParaRPr>
          </a:p>
        </p:txBody>
      </p:sp>
      <p:sp>
        <p:nvSpPr>
          <p:cNvPr id="13" name="矩形 86">
            <a:extLst>
              <a:ext uri="{FF2B5EF4-FFF2-40B4-BE49-F238E27FC236}">
                <a16:creationId xmlns="" xmlns:a16="http://schemas.microsoft.com/office/drawing/2014/main" id="{EA7AE9B6-C99A-BC40-843C-7865CB4BAD5A}"/>
              </a:ext>
            </a:extLst>
          </p:cNvPr>
          <p:cNvSpPr/>
          <p:nvPr/>
        </p:nvSpPr>
        <p:spPr>
          <a:xfrm>
            <a:off x="3220936" y="1497276"/>
            <a:ext cx="451719" cy="215467"/>
          </a:xfrm>
          <a:prstGeom prst="rect">
            <a:avLst/>
          </a:prstGeom>
          <a:solidFill>
            <a:srgbClr val="FFFFFF"/>
          </a:solidFill>
          <a:ln w="9525">
            <a:solidFill>
              <a:schemeClr val="tx1">
                <a:lumMod val="50000"/>
                <a:lumOff val="50000"/>
              </a:schemeClr>
            </a:solidFill>
          </a:ln>
          <a:effectLst/>
        </p:spPr>
        <p:txBody>
          <a:bodyPr vert="horz" wrap="square" lIns="0" tIns="60886" rIns="0" bIns="60886" numCol="1" rtlCol="0" anchor="ctr" anchorCtr="0" compatLnSpc="1">
            <a:prstTxWarp prst="textNoShape">
              <a:avLst/>
            </a:prstTxWarp>
            <a:noAutofit/>
          </a:bodyPr>
          <a:lstStyle/>
          <a:p>
            <a:pPr algn="ctr" defTabSz="799835" fontAlgn="ctr">
              <a:buClr>
                <a:srgbClr val="CC9900"/>
              </a:buClr>
              <a:defRPr/>
            </a:pPr>
            <a:r>
              <a:rPr lang="es-AR" sz="800" b="0" i="0" dirty="0">
                <a:solidFill>
                  <a:schemeClr val="tx2">
                    <a:lumMod val="50000"/>
                  </a:schemeClr>
                </a:solidFill>
                <a:effectLst/>
                <a:latin typeface="Roboto" panose="02000000000000000000" pitchFamily="2" charset="0"/>
                <a:ea typeface="Roboto" panose="02000000000000000000" pitchFamily="2" charset="0"/>
              </a:rPr>
              <a:t>SSD</a:t>
            </a:r>
            <a:endParaRPr lang="es-AR" altLang="zh-CN" sz="800" kern="0" dirty="0">
              <a:solidFill>
                <a:schemeClr val="tx2">
                  <a:lumMod val="50000"/>
                </a:schemeClr>
              </a:solidFill>
              <a:latin typeface="Roboto" panose="02000000000000000000" pitchFamily="2" charset="0"/>
              <a:ea typeface="Roboto" panose="02000000000000000000" pitchFamily="2" charset="0"/>
              <a:cs typeface="Arial" panose="020B0604020202020204" pitchFamily="34" charset="0"/>
            </a:endParaRPr>
          </a:p>
        </p:txBody>
      </p:sp>
      <p:sp>
        <p:nvSpPr>
          <p:cNvPr id="14" name="矩形 86">
            <a:extLst>
              <a:ext uri="{FF2B5EF4-FFF2-40B4-BE49-F238E27FC236}">
                <a16:creationId xmlns="" xmlns:a16="http://schemas.microsoft.com/office/drawing/2014/main" id="{9054CA03-9E76-250C-BB21-215DAB631309}"/>
              </a:ext>
            </a:extLst>
          </p:cNvPr>
          <p:cNvSpPr/>
          <p:nvPr/>
        </p:nvSpPr>
        <p:spPr>
          <a:xfrm>
            <a:off x="4647792" y="1483171"/>
            <a:ext cx="482316" cy="237568"/>
          </a:xfrm>
          <a:prstGeom prst="rect">
            <a:avLst/>
          </a:prstGeom>
          <a:solidFill>
            <a:srgbClr val="FFFFFF"/>
          </a:solidFill>
          <a:ln w="9525">
            <a:solidFill>
              <a:schemeClr val="tx1">
                <a:lumMod val="50000"/>
                <a:lumOff val="50000"/>
              </a:schemeClr>
            </a:solidFill>
          </a:ln>
          <a:effectLst/>
        </p:spPr>
        <p:txBody>
          <a:bodyPr vert="horz" wrap="square" lIns="0" tIns="60886" rIns="0" bIns="60886" numCol="1" rtlCol="0" anchor="ctr" anchorCtr="0" compatLnSpc="1">
            <a:prstTxWarp prst="textNoShape">
              <a:avLst/>
            </a:prstTxWarp>
            <a:noAutofit/>
          </a:bodyPr>
          <a:lstStyle/>
          <a:p>
            <a:pPr algn="ctr" defTabSz="799835" fontAlgn="ctr">
              <a:buClr>
                <a:srgbClr val="CC9900"/>
              </a:buClr>
              <a:defRPr/>
            </a:pPr>
            <a:r>
              <a:rPr lang="es-AR" altLang="zh-CN" sz="800" dirty="0">
                <a:solidFill>
                  <a:schemeClr val="tx2">
                    <a:lumMod val="50000"/>
                  </a:schemeClr>
                </a:solidFill>
                <a:latin typeface="Roboto" panose="02000000000000000000" pitchFamily="2" charset="0"/>
                <a:ea typeface="Roboto" panose="02000000000000000000" pitchFamily="2" charset="0"/>
              </a:rPr>
              <a:t>DD</a:t>
            </a:r>
            <a:br>
              <a:rPr lang="es-AR" altLang="zh-CN" sz="800" dirty="0">
                <a:solidFill>
                  <a:schemeClr val="tx2">
                    <a:lumMod val="50000"/>
                  </a:schemeClr>
                </a:solidFill>
                <a:latin typeface="Roboto" panose="02000000000000000000" pitchFamily="2" charset="0"/>
                <a:ea typeface="Roboto" panose="02000000000000000000" pitchFamily="2" charset="0"/>
              </a:rPr>
            </a:br>
            <a:r>
              <a:rPr lang="es-AR" altLang="zh-CN" sz="800" dirty="0">
                <a:solidFill>
                  <a:schemeClr val="tx2">
                    <a:lumMod val="50000"/>
                  </a:schemeClr>
                </a:solidFill>
                <a:latin typeface="Roboto" panose="02000000000000000000" pitchFamily="2" charset="0"/>
                <a:ea typeface="Roboto" panose="02000000000000000000" pitchFamily="2" charset="0"/>
              </a:rPr>
              <a:t>Cofre</a:t>
            </a:r>
          </a:p>
        </p:txBody>
      </p:sp>
      <p:sp>
        <p:nvSpPr>
          <p:cNvPr id="15" name="矩形 86">
            <a:extLst>
              <a:ext uri="{FF2B5EF4-FFF2-40B4-BE49-F238E27FC236}">
                <a16:creationId xmlns="" xmlns:a16="http://schemas.microsoft.com/office/drawing/2014/main" id="{85F5FC33-7590-8B48-257D-9EE8A599FE92}"/>
              </a:ext>
            </a:extLst>
          </p:cNvPr>
          <p:cNvSpPr/>
          <p:nvPr/>
        </p:nvSpPr>
        <p:spPr>
          <a:xfrm>
            <a:off x="3787842" y="1492236"/>
            <a:ext cx="629331" cy="225549"/>
          </a:xfrm>
          <a:prstGeom prst="rect">
            <a:avLst/>
          </a:prstGeom>
          <a:solidFill>
            <a:srgbClr val="FFFFFF"/>
          </a:solidFill>
          <a:ln w="9525">
            <a:solidFill>
              <a:schemeClr val="tx1">
                <a:lumMod val="50000"/>
                <a:lumOff val="50000"/>
              </a:schemeClr>
            </a:solidFill>
          </a:ln>
          <a:effectLst/>
        </p:spPr>
        <p:txBody>
          <a:bodyPr vert="horz" wrap="square" lIns="0" tIns="60886" rIns="0" bIns="60886" numCol="1" rtlCol="0" anchor="ctr" anchorCtr="0" compatLnSpc="1">
            <a:prstTxWarp prst="textNoShape">
              <a:avLst/>
            </a:prstTxWarp>
            <a:noAutofit/>
          </a:bodyPr>
          <a:lstStyle/>
          <a:p>
            <a:pPr algn="ctr" defTabSz="799835" fontAlgn="ctr">
              <a:buClr>
                <a:srgbClr val="CC9900"/>
              </a:buClr>
              <a:defRPr/>
            </a:pPr>
            <a:r>
              <a:rPr lang="es-AR" altLang="zh-CN" sz="800" dirty="0">
                <a:solidFill>
                  <a:schemeClr val="tx2">
                    <a:lumMod val="50000"/>
                  </a:schemeClr>
                </a:solidFill>
                <a:latin typeface="Roboto" panose="02000000000000000000" pitchFamily="2" charset="0"/>
                <a:ea typeface="Roboto" panose="02000000000000000000" pitchFamily="2" charset="0"/>
              </a:rPr>
              <a:t>HDD + SSD Híbridos</a:t>
            </a:r>
          </a:p>
        </p:txBody>
      </p:sp>
      <p:sp>
        <p:nvSpPr>
          <p:cNvPr id="16" name="矩形 86">
            <a:extLst>
              <a:ext uri="{FF2B5EF4-FFF2-40B4-BE49-F238E27FC236}">
                <a16:creationId xmlns="" xmlns:a16="http://schemas.microsoft.com/office/drawing/2014/main" id="{7F8F3082-5C09-D7B8-615E-C9941C61B21B}"/>
              </a:ext>
            </a:extLst>
          </p:cNvPr>
          <p:cNvSpPr/>
          <p:nvPr/>
        </p:nvSpPr>
        <p:spPr>
          <a:xfrm>
            <a:off x="6309026" y="1343335"/>
            <a:ext cx="3160557" cy="434660"/>
          </a:xfrm>
          <a:prstGeom prst="rect">
            <a:avLst/>
          </a:prstGeom>
          <a:solidFill>
            <a:srgbClr val="FFFFFF"/>
          </a:solidFill>
          <a:ln w="9525">
            <a:solidFill>
              <a:schemeClr val="bg2">
                <a:lumMod val="75000"/>
              </a:schemeClr>
            </a:solidFill>
          </a:ln>
          <a:effectLst/>
        </p:spPr>
        <p:txBody>
          <a:bodyPr vert="horz" wrap="square" lIns="0" tIns="60886" rIns="0" bIns="60886" numCol="1" rtlCol="0" anchor="ctr" anchorCtr="0" compatLnSpc="1">
            <a:prstTxWarp prst="textNoShape">
              <a:avLst/>
            </a:prstTxWarp>
            <a:noAutofit/>
          </a:bodyPr>
          <a:lstStyle/>
          <a:p>
            <a:pPr algn="ctr" defTabSz="799835" fontAlgn="ctr">
              <a:buClr>
                <a:srgbClr val="CC9900"/>
              </a:buClr>
              <a:defRPr/>
            </a:pPr>
            <a:endParaRPr lang="es-AR" altLang="zh-CN" sz="700" dirty="0">
              <a:solidFill>
                <a:srgbClr val="374151"/>
              </a:solidFill>
              <a:latin typeface="Roboto" panose="02000000000000000000" pitchFamily="2" charset="0"/>
              <a:ea typeface="Roboto" panose="02000000000000000000" pitchFamily="2" charset="0"/>
            </a:endParaRPr>
          </a:p>
        </p:txBody>
      </p:sp>
      <p:sp>
        <p:nvSpPr>
          <p:cNvPr id="17" name="矩形 86">
            <a:extLst>
              <a:ext uri="{FF2B5EF4-FFF2-40B4-BE49-F238E27FC236}">
                <a16:creationId xmlns="" xmlns:a16="http://schemas.microsoft.com/office/drawing/2014/main" id="{07B59887-F9D6-5FFA-2A2E-95626876AACF}"/>
              </a:ext>
            </a:extLst>
          </p:cNvPr>
          <p:cNvSpPr/>
          <p:nvPr/>
        </p:nvSpPr>
        <p:spPr>
          <a:xfrm>
            <a:off x="6338257" y="1410769"/>
            <a:ext cx="629331" cy="306264"/>
          </a:xfrm>
          <a:prstGeom prst="rect">
            <a:avLst/>
          </a:prstGeom>
          <a:solidFill>
            <a:srgbClr val="FFFFFF"/>
          </a:solidFill>
          <a:ln w="9525">
            <a:solidFill>
              <a:schemeClr val="tx1">
                <a:lumMod val="50000"/>
                <a:lumOff val="50000"/>
              </a:schemeClr>
            </a:solidFill>
          </a:ln>
          <a:effectLst/>
        </p:spPr>
        <p:txBody>
          <a:bodyPr vert="horz" wrap="square" lIns="0" tIns="60886" rIns="0" bIns="60886" numCol="1" rtlCol="0" anchor="ctr" anchorCtr="0" compatLnSpc="1">
            <a:prstTxWarp prst="textNoShape">
              <a:avLst/>
            </a:prstTxWarp>
            <a:noAutofit/>
          </a:bodyPr>
          <a:lstStyle/>
          <a:p>
            <a:pPr algn="ctr" defTabSz="799835" fontAlgn="ctr">
              <a:buClr>
                <a:srgbClr val="CC9900"/>
              </a:buClr>
              <a:defRPr/>
            </a:pPr>
            <a:r>
              <a:rPr lang="es-AR" sz="700" dirty="0">
                <a:solidFill>
                  <a:schemeClr val="tx2">
                    <a:lumMod val="50000"/>
                  </a:schemeClr>
                </a:solidFill>
                <a:latin typeface="Roboto" panose="02000000000000000000" pitchFamily="2" charset="0"/>
                <a:ea typeface="Roboto" panose="02000000000000000000" pitchFamily="2" charset="0"/>
              </a:rPr>
              <a:t>Cloud </a:t>
            </a:r>
            <a:r>
              <a:rPr lang="es-AR" sz="700" dirty="0" err="1">
                <a:solidFill>
                  <a:schemeClr val="tx2">
                    <a:lumMod val="50000"/>
                  </a:schemeClr>
                </a:solidFill>
                <a:latin typeface="Roboto" panose="02000000000000000000" pitchFamily="2" charset="0"/>
                <a:ea typeface="Roboto" panose="02000000000000000000" pitchFamily="2" charset="0"/>
              </a:rPr>
              <a:t>Object</a:t>
            </a:r>
            <a:r>
              <a:rPr lang="es-AR" sz="700" dirty="0">
                <a:solidFill>
                  <a:schemeClr val="tx2">
                    <a:lumMod val="50000"/>
                  </a:schemeClr>
                </a:solidFill>
                <a:latin typeface="Roboto" panose="02000000000000000000" pitchFamily="2" charset="0"/>
                <a:ea typeface="Roboto" panose="02000000000000000000" pitchFamily="2" charset="0"/>
              </a:rPr>
              <a:t> Storage</a:t>
            </a:r>
            <a:endParaRPr lang="es-AR" altLang="zh-CN" sz="700" dirty="0">
              <a:solidFill>
                <a:schemeClr val="tx2">
                  <a:lumMod val="50000"/>
                </a:schemeClr>
              </a:solidFill>
              <a:latin typeface="Roboto" panose="02000000000000000000" pitchFamily="2" charset="0"/>
              <a:ea typeface="Roboto" panose="02000000000000000000" pitchFamily="2" charset="0"/>
            </a:endParaRPr>
          </a:p>
        </p:txBody>
      </p:sp>
      <p:sp>
        <p:nvSpPr>
          <p:cNvPr id="18" name="矩形 86">
            <a:extLst>
              <a:ext uri="{FF2B5EF4-FFF2-40B4-BE49-F238E27FC236}">
                <a16:creationId xmlns="" xmlns:a16="http://schemas.microsoft.com/office/drawing/2014/main" id="{C0EF9418-52F5-1FD4-C62F-F3FD85A53A00}"/>
              </a:ext>
            </a:extLst>
          </p:cNvPr>
          <p:cNvSpPr/>
          <p:nvPr/>
        </p:nvSpPr>
        <p:spPr>
          <a:xfrm>
            <a:off x="7012778" y="1404665"/>
            <a:ext cx="528864" cy="306264"/>
          </a:xfrm>
          <a:prstGeom prst="rect">
            <a:avLst/>
          </a:prstGeom>
          <a:solidFill>
            <a:srgbClr val="FFFFFF"/>
          </a:solidFill>
          <a:ln w="9525">
            <a:solidFill>
              <a:schemeClr val="tx1">
                <a:lumMod val="50000"/>
                <a:lumOff val="50000"/>
              </a:schemeClr>
            </a:solidFill>
          </a:ln>
          <a:effectLst/>
        </p:spPr>
        <p:txBody>
          <a:bodyPr vert="horz" wrap="square" lIns="0" tIns="60886" rIns="0" bIns="60886" numCol="1" rtlCol="0" anchor="ctr" anchorCtr="0" compatLnSpc="1">
            <a:prstTxWarp prst="textNoShape">
              <a:avLst/>
            </a:prstTxWarp>
            <a:noAutofit/>
          </a:bodyPr>
          <a:lstStyle/>
          <a:p>
            <a:pPr algn="ctr" defTabSz="799835" fontAlgn="ctr">
              <a:buClr>
                <a:srgbClr val="CC9900"/>
              </a:buClr>
              <a:defRPr/>
            </a:pPr>
            <a:r>
              <a:rPr lang="es-AR" sz="700" dirty="0">
                <a:solidFill>
                  <a:schemeClr val="tx2">
                    <a:lumMod val="50000"/>
                  </a:schemeClr>
                </a:solidFill>
                <a:latin typeface="Roboto" panose="02000000000000000000" pitchFamily="2" charset="0"/>
                <a:ea typeface="Roboto" panose="02000000000000000000" pitchFamily="2" charset="0"/>
              </a:rPr>
              <a:t>Cloud Block Storage</a:t>
            </a:r>
            <a:endParaRPr lang="es-AR" altLang="zh-CN" sz="700" dirty="0">
              <a:solidFill>
                <a:schemeClr val="tx2">
                  <a:lumMod val="50000"/>
                </a:schemeClr>
              </a:solidFill>
              <a:latin typeface="Roboto" panose="02000000000000000000" pitchFamily="2" charset="0"/>
              <a:ea typeface="Roboto" panose="02000000000000000000" pitchFamily="2" charset="0"/>
            </a:endParaRPr>
          </a:p>
        </p:txBody>
      </p:sp>
      <p:sp>
        <p:nvSpPr>
          <p:cNvPr id="19" name="矩形 86">
            <a:extLst>
              <a:ext uri="{FF2B5EF4-FFF2-40B4-BE49-F238E27FC236}">
                <a16:creationId xmlns="" xmlns:a16="http://schemas.microsoft.com/office/drawing/2014/main" id="{D6E6AB44-89EE-4112-828D-81B61A43F278}"/>
              </a:ext>
            </a:extLst>
          </p:cNvPr>
          <p:cNvSpPr/>
          <p:nvPr/>
        </p:nvSpPr>
        <p:spPr>
          <a:xfrm>
            <a:off x="7594149" y="1405740"/>
            <a:ext cx="522118" cy="306264"/>
          </a:xfrm>
          <a:prstGeom prst="rect">
            <a:avLst/>
          </a:prstGeom>
          <a:solidFill>
            <a:srgbClr val="FFFFFF"/>
          </a:solidFill>
          <a:ln w="9525">
            <a:solidFill>
              <a:schemeClr val="tx1">
                <a:lumMod val="50000"/>
                <a:lumOff val="50000"/>
              </a:schemeClr>
            </a:solidFill>
          </a:ln>
          <a:effectLst/>
        </p:spPr>
        <p:txBody>
          <a:bodyPr vert="horz" wrap="square" lIns="0" tIns="60886" rIns="0" bIns="60886" numCol="1" rtlCol="0" anchor="ctr" anchorCtr="0" compatLnSpc="1">
            <a:prstTxWarp prst="textNoShape">
              <a:avLst/>
            </a:prstTxWarp>
            <a:noAutofit/>
          </a:bodyPr>
          <a:lstStyle/>
          <a:p>
            <a:pPr algn="ctr" defTabSz="799835" fontAlgn="ctr">
              <a:buClr>
                <a:srgbClr val="CC9900"/>
              </a:buClr>
              <a:defRPr/>
            </a:pPr>
            <a:r>
              <a:rPr lang="es-AR" sz="700" dirty="0">
                <a:solidFill>
                  <a:schemeClr val="tx2">
                    <a:lumMod val="50000"/>
                  </a:schemeClr>
                </a:solidFill>
                <a:latin typeface="Roboto" panose="02000000000000000000" pitchFamily="2" charset="0"/>
                <a:ea typeface="Roboto" panose="02000000000000000000" pitchFamily="2" charset="0"/>
              </a:rPr>
              <a:t>Cloud File Storage</a:t>
            </a:r>
            <a:endParaRPr lang="es-AR" altLang="zh-CN" sz="700" dirty="0">
              <a:solidFill>
                <a:schemeClr val="tx2">
                  <a:lumMod val="50000"/>
                </a:schemeClr>
              </a:solidFill>
              <a:latin typeface="Roboto" panose="02000000000000000000" pitchFamily="2" charset="0"/>
              <a:ea typeface="Roboto" panose="02000000000000000000" pitchFamily="2" charset="0"/>
            </a:endParaRPr>
          </a:p>
        </p:txBody>
      </p:sp>
      <p:sp>
        <p:nvSpPr>
          <p:cNvPr id="20" name="矩形 86">
            <a:extLst>
              <a:ext uri="{FF2B5EF4-FFF2-40B4-BE49-F238E27FC236}">
                <a16:creationId xmlns="" xmlns:a16="http://schemas.microsoft.com/office/drawing/2014/main" id="{91726900-20B6-61E8-A7A3-C5C7CADFECF8}"/>
              </a:ext>
            </a:extLst>
          </p:cNvPr>
          <p:cNvSpPr/>
          <p:nvPr/>
        </p:nvSpPr>
        <p:spPr>
          <a:xfrm>
            <a:off x="8172822" y="1405740"/>
            <a:ext cx="604827" cy="306264"/>
          </a:xfrm>
          <a:prstGeom prst="rect">
            <a:avLst/>
          </a:prstGeom>
          <a:solidFill>
            <a:srgbClr val="FFFFFF"/>
          </a:solidFill>
          <a:ln w="9525">
            <a:solidFill>
              <a:schemeClr val="tx1">
                <a:lumMod val="50000"/>
                <a:lumOff val="50000"/>
              </a:schemeClr>
            </a:solidFill>
          </a:ln>
          <a:effectLst/>
        </p:spPr>
        <p:txBody>
          <a:bodyPr vert="horz" wrap="square" lIns="0" tIns="60886" rIns="0" bIns="60886" numCol="1" rtlCol="0" anchor="ctr" anchorCtr="0" compatLnSpc="1">
            <a:prstTxWarp prst="textNoShape">
              <a:avLst/>
            </a:prstTxWarp>
            <a:noAutofit/>
          </a:bodyPr>
          <a:lstStyle/>
          <a:p>
            <a:pPr algn="ctr" defTabSz="799835" fontAlgn="ctr">
              <a:buClr>
                <a:srgbClr val="CC9900"/>
              </a:buClr>
              <a:defRPr/>
            </a:pPr>
            <a:r>
              <a:rPr lang="es-AR" sz="700" dirty="0">
                <a:solidFill>
                  <a:schemeClr val="tx2">
                    <a:lumMod val="50000"/>
                  </a:schemeClr>
                </a:solidFill>
                <a:latin typeface="Roboto" panose="02000000000000000000" pitchFamily="2" charset="0"/>
                <a:ea typeface="Roboto" panose="02000000000000000000" pitchFamily="2" charset="0"/>
              </a:rPr>
              <a:t>Cloud Archive Storage</a:t>
            </a:r>
            <a:endParaRPr lang="es-AR" altLang="zh-CN" sz="700" dirty="0">
              <a:solidFill>
                <a:schemeClr val="tx2">
                  <a:lumMod val="50000"/>
                </a:schemeClr>
              </a:solidFill>
              <a:latin typeface="Roboto" panose="02000000000000000000" pitchFamily="2" charset="0"/>
              <a:ea typeface="Roboto" panose="02000000000000000000" pitchFamily="2" charset="0"/>
            </a:endParaRPr>
          </a:p>
        </p:txBody>
      </p:sp>
      <p:sp>
        <p:nvSpPr>
          <p:cNvPr id="21" name="矩形 86">
            <a:extLst>
              <a:ext uri="{FF2B5EF4-FFF2-40B4-BE49-F238E27FC236}">
                <a16:creationId xmlns="" xmlns:a16="http://schemas.microsoft.com/office/drawing/2014/main" id="{E8EC7015-A828-CED1-F1B5-FC5169AAFD22}"/>
              </a:ext>
            </a:extLst>
          </p:cNvPr>
          <p:cNvSpPr/>
          <p:nvPr/>
        </p:nvSpPr>
        <p:spPr>
          <a:xfrm>
            <a:off x="8815929" y="1403876"/>
            <a:ext cx="604827" cy="306264"/>
          </a:xfrm>
          <a:prstGeom prst="rect">
            <a:avLst/>
          </a:prstGeom>
          <a:solidFill>
            <a:srgbClr val="FFFFFF"/>
          </a:solidFill>
          <a:ln w="9525">
            <a:solidFill>
              <a:schemeClr val="tx1">
                <a:lumMod val="50000"/>
                <a:lumOff val="50000"/>
              </a:schemeClr>
            </a:solidFill>
          </a:ln>
          <a:effectLst/>
        </p:spPr>
        <p:txBody>
          <a:bodyPr vert="horz" wrap="square" lIns="0" tIns="60886" rIns="0" bIns="60886" numCol="1" rtlCol="0" anchor="ctr" anchorCtr="0" compatLnSpc="1">
            <a:prstTxWarp prst="textNoShape">
              <a:avLst/>
            </a:prstTxWarp>
            <a:noAutofit/>
          </a:bodyPr>
          <a:lstStyle/>
          <a:p>
            <a:pPr algn="ctr" defTabSz="799835" fontAlgn="ctr">
              <a:buClr>
                <a:srgbClr val="CC9900"/>
              </a:buClr>
              <a:defRPr/>
            </a:pPr>
            <a:r>
              <a:rPr lang="es-AR" sz="700" dirty="0">
                <a:solidFill>
                  <a:schemeClr val="tx2">
                    <a:lumMod val="50000"/>
                  </a:schemeClr>
                </a:solidFill>
                <a:latin typeface="Roboto" panose="02000000000000000000" pitchFamily="2" charset="0"/>
                <a:ea typeface="Roboto" panose="02000000000000000000" pitchFamily="2" charset="0"/>
              </a:rPr>
              <a:t>Cloud </a:t>
            </a:r>
            <a:r>
              <a:rPr lang="es-AR" sz="700" dirty="0" err="1">
                <a:solidFill>
                  <a:schemeClr val="tx2">
                    <a:lumMod val="50000"/>
                  </a:schemeClr>
                </a:solidFill>
                <a:latin typeface="Roboto" panose="02000000000000000000" pitchFamily="2" charset="0"/>
                <a:ea typeface="Roboto" panose="02000000000000000000" pitchFamily="2" charset="0"/>
              </a:rPr>
              <a:t>DataBase</a:t>
            </a:r>
            <a:r>
              <a:rPr lang="es-AR" sz="700" dirty="0">
                <a:solidFill>
                  <a:schemeClr val="tx2">
                    <a:lumMod val="50000"/>
                  </a:schemeClr>
                </a:solidFill>
                <a:latin typeface="Roboto" panose="02000000000000000000" pitchFamily="2" charset="0"/>
                <a:ea typeface="Roboto" panose="02000000000000000000" pitchFamily="2" charset="0"/>
              </a:rPr>
              <a:t> Storage</a:t>
            </a:r>
            <a:endParaRPr lang="es-AR" altLang="zh-CN" sz="700" dirty="0">
              <a:solidFill>
                <a:schemeClr val="tx2">
                  <a:lumMod val="50000"/>
                </a:schemeClr>
              </a:solidFill>
              <a:latin typeface="Roboto" panose="02000000000000000000" pitchFamily="2" charset="0"/>
              <a:ea typeface="Roboto" panose="02000000000000000000" pitchFamily="2" charset="0"/>
            </a:endParaRPr>
          </a:p>
        </p:txBody>
      </p:sp>
      <p:sp>
        <p:nvSpPr>
          <p:cNvPr id="22" name="矩形 86">
            <a:extLst>
              <a:ext uri="{FF2B5EF4-FFF2-40B4-BE49-F238E27FC236}">
                <a16:creationId xmlns="" xmlns:a16="http://schemas.microsoft.com/office/drawing/2014/main" id="{5B072B70-2BB9-D0B4-7554-B10203E0B5F7}"/>
              </a:ext>
            </a:extLst>
          </p:cNvPr>
          <p:cNvSpPr/>
          <p:nvPr/>
        </p:nvSpPr>
        <p:spPr>
          <a:xfrm>
            <a:off x="5230342" y="1472725"/>
            <a:ext cx="490348" cy="240378"/>
          </a:xfrm>
          <a:prstGeom prst="rect">
            <a:avLst/>
          </a:prstGeom>
          <a:solidFill>
            <a:srgbClr val="FFFFFF"/>
          </a:solidFill>
          <a:ln w="9525">
            <a:solidFill>
              <a:schemeClr val="tx1">
                <a:lumMod val="50000"/>
                <a:lumOff val="50000"/>
              </a:schemeClr>
            </a:solidFill>
          </a:ln>
          <a:effectLst/>
        </p:spPr>
        <p:txBody>
          <a:bodyPr vert="horz" wrap="square" lIns="0" tIns="60886" rIns="0" bIns="60886" numCol="1" rtlCol="0" anchor="ctr" anchorCtr="0" compatLnSpc="1">
            <a:prstTxWarp prst="textNoShape">
              <a:avLst/>
            </a:prstTxWarp>
            <a:noAutofit/>
          </a:bodyPr>
          <a:lstStyle/>
          <a:p>
            <a:pPr algn="ctr" defTabSz="799835" fontAlgn="ctr">
              <a:buClr>
                <a:srgbClr val="CC9900"/>
              </a:buClr>
              <a:defRPr/>
            </a:pPr>
            <a:r>
              <a:rPr lang="es-AR" altLang="zh-CN" sz="800" dirty="0">
                <a:solidFill>
                  <a:schemeClr val="tx2">
                    <a:lumMod val="50000"/>
                  </a:schemeClr>
                </a:solidFill>
                <a:latin typeface="Roboto" panose="02000000000000000000" pitchFamily="2" charset="0"/>
                <a:ea typeface="Roboto" panose="02000000000000000000" pitchFamily="2" charset="0"/>
              </a:rPr>
              <a:t>Cintas Tape</a:t>
            </a:r>
          </a:p>
        </p:txBody>
      </p:sp>
      <p:sp>
        <p:nvSpPr>
          <p:cNvPr id="41" name="矩形 86">
            <a:extLst>
              <a:ext uri="{FF2B5EF4-FFF2-40B4-BE49-F238E27FC236}">
                <a16:creationId xmlns="" xmlns:a16="http://schemas.microsoft.com/office/drawing/2014/main" id="{0AF31FF3-1208-4673-47B7-357205E0F46B}"/>
              </a:ext>
            </a:extLst>
          </p:cNvPr>
          <p:cNvSpPr/>
          <p:nvPr/>
        </p:nvSpPr>
        <p:spPr>
          <a:xfrm>
            <a:off x="2551168" y="1450031"/>
            <a:ext cx="2002897" cy="309956"/>
          </a:xfrm>
          <a:prstGeom prst="rect">
            <a:avLst/>
          </a:prstGeom>
          <a:solidFill>
            <a:srgbClr val="FFFFFF">
              <a:alpha val="0"/>
            </a:srgbClr>
          </a:solidFill>
          <a:ln w="9525">
            <a:solidFill>
              <a:schemeClr val="tx1">
                <a:lumMod val="50000"/>
                <a:lumOff val="50000"/>
              </a:schemeClr>
            </a:solidFill>
          </a:ln>
          <a:effectLst/>
        </p:spPr>
        <p:txBody>
          <a:bodyPr vert="horz" wrap="square" lIns="0" tIns="60886" rIns="0" bIns="60886" numCol="1" rtlCol="0" anchor="ctr" anchorCtr="0" compatLnSpc="1">
            <a:prstTxWarp prst="textNoShape">
              <a:avLst/>
            </a:prstTxWarp>
            <a:noAutofit/>
          </a:bodyPr>
          <a:lstStyle/>
          <a:p>
            <a:pPr algn="ctr" defTabSz="799835" fontAlgn="ctr">
              <a:buClr>
                <a:srgbClr val="CC9900"/>
              </a:buClr>
              <a:defRPr/>
            </a:pPr>
            <a:endParaRPr lang="es-AR" altLang="zh-CN" sz="800" dirty="0">
              <a:solidFill>
                <a:schemeClr val="tx2">
                  <a:lumMod val="50000"/>
                </a:schemeClr>
              </a:solidFill>
              <a:latin typeface="Roboto" panose="02000000000000000000" pitchFamily="2" charset="0"/>
              <a:ea typeface="Roboto" panose="02000000000000000000" pitchFamily="2" charset="0"/>
            </a:endParaRPr>
          </a:p>
        </p:txBody>
      </p:sp>
      <p:sp>
        <p:nvSpPr>
          <p:cNvPr id="42" name="CuadroTexto 41">
            <a:extLst>
              <a:ext uri="{FF2B5EF4-FFF2-40B4-BE49-F238E27FC236}">
                <a16:creationId xmlns="" xmlns:a16="http://schemas.microsoft.com/office/drawing/2014/main" id="{8A554BD3-35C1-7FAD-125F-BE6CB6688F3D}"/>
              </a:ext>
            </a:extLst>
          </p:cNvPr>
          <p:cNvSpPr txBox="1"/>
          <p:nvPr/>
        </p:nvSpPr>
        <p:spPr>
          <a:xfrm>
            <a:off x="3214110" y="1277291"/>
            <a:ext cx="782039" cy="184666"/>
          </a:xfrm>
          <a:prstGeom prst="rect">
            <a:avLst/>
          </a:prstGeom>
          <a:noFill/>
        </p:spPr>
        <p:txBody>
          <a:bodyPr wrap="square">
            <a:spAutoFit/>
          </a:bodyPr>
          <a:lstStyle/>
          <a:p>
            <a:pPr algn="ctr" defTabSz="799835" fontAlgn="ctr">
              <a:buClr>
                <a:srgbClr val="CC9900"/>
              </a:buClr>
              <a:defRPr/>
            </a:pPr>
            <a:r>
              <a:rPr lang="es-AR" altLang="zh-CN" sz="600" dirty="0">
                <a:solidFill>
                  <a:schemeClr val="tx2">
                    <a:lumMod val="50000"/>
                  </a:schemeClr>
                </a:solidFill>
                <a:latin typeface="Roboto" panose="02000000000000000000" pitchFamily="2" charset="0"/>
                <a:ea typeface="Roboto" panose="02000000000000000000" pitchFamily="2" charset="0"/>
              </a:rPr>
              <a:t>General </a:t>
            </a:r>
            <a:r>
              <a:rPr lang="es-AR" altLang="zh-CN" sz="600" dirty="0" err="1">
                <a:solidFill>
                  <a:schemeClr val="tx2">
                    <a:lumMod val="50000"/>
                  </a:schemeClr>
                </a:solidFill>
                <a:latin typeface="Roboto" panose="02000000000000000000" pitchFamily="2" charset="0"/>
                <a:ea typeface="Roboto" panose="02000000000000000000" pitchFamily="2" charset="0"/>
              </a:rPr>
              <a:t>Purpose</a:t>
            </a:r>
            <a:endParaRPr lang="es-AR" altLang="zh-CN" sz="600" dirty="0">
              <a:solidFill>
                <a:schemeClr val="tx2">
                  <a:lumMod val="50000"/>
                </a:schemeClr>
              </a:solidFill>
              <a:latin typeface="Roboto" panose="02000000000000000000" pitchFamily="2" charset="0"/>
              <a:ea typeface="Roboto" panose="02000000000000000000" pitchFamily="2" charset="0"/>
            </a:endParaRPr>
          </a:p>
        </p:txBody>
      </p:sp>
      <p:sp>
        <p:nvSpPr>
          <p:cNvPr id="43" name="CuadroTexto 42">
            <a:extLst>
              <a:ext uri="{FF2B5EF4-FFF2-40B4-BE49-F238E27FC236}">
                <a16:creationId xmlns="" xmlns:a16="http://schemas.microsoft.com/office/drawing/2014/main" id="{01875048-3E5C-88A2-AF6A-F7B6AA755AB6}"/>
              </a:ext>
            </a:extLst>
          </p:cNvPr>
          <p:cNvSpPr txBox="1"/>
          <p:nvPr/>
        </p:nvSpPr>
        <p:spPr>
          <a:xfrm>
            <a:off x="4839322" y="1277291"/>
            <a:ext cx="782039" cy="184666"/>
          </a:xfrm>
          <a:prstGeom prst="rect">
            <a:avLst/>
          </a:prstGeom>
          <a:noFill/>
        </p:spPr>
        <p:txBody>
          <a:bodyPr wrap="square">
            <a:spAutoFit/>
          </a:bodyPr>
          <a:lstStyle/>
          <a:p>
            <a:pPr algn="ctr" defTabSz="799835" fontAlgn="ctr">
              <a:buClr>
                <a:srgbClr val="CC9900"/>
              </a:buClr>
              <a:defRPr/>
            </a:pPr>
            <a:r>
              <a:rPr lang="es-AR" altLang="zh-CN" sz="600" dirty="0" err="1">
                <a:solidFill>
                  <a:schemeClr val="tx2">
                    <a:lumMod val="50000"/>
                  </a:schemeClr>
                </a:solidFill>
                <a:latin typeface="Roboto" panose="02000000000000000000" pitchFamily="2" charset="0"/>
                <a:ea typeface="Roboto" panose="02000000000000000000" pitchFamily="2" charset="0"/>
              </a:rPr>
              <a:t>Backups</a:t>
            </a:r>
            <a:endParaRPr lang="es-AR" altLang="zh-CN" sz="600" dirty="0">
              <a:solidFill>
                <a:schemeClr val="tx2">
                  <a:lumMod val="50000"/>
                </a:schemeClr>
              </a:solidFill>
              <a:latin typeface="Roboto" panose="02000000000000000000" pitchFamily="2" charset="0"/>
              <a:ea typeface="Roboto" panose="02000000000000000000" pitchFamily="2" charset="0"/>
            </a:endParaRPr>
          </a:p>
        </p:txBody>
      </p:sp>
      <p:sp>
        <p:nvSpPr>
          <p:cNvPr id="44" name="矩形 86">
            <a:extLst>
              <a:ext uri="{FF2B5EF4-FFF2-40B4-BE49-F238E27FC236}">
                <a16:creationId xmlns="" xmlns:a16="http://schemas.microsoft.com/office/drawing/2014/main" id="{5E54A2A6-9350-06A9-56B2-B02E7E68C8B3}"/>
              </a:ext>
            </a:extLst>
          </p:cNvPr>
          <p:cNvSpPr/>
          <p:nvPr/>
        </p:nvSpPr>
        <p:spPr>
          <a:xfrm>
            <a:off x="4607693" y="1452901"/>
            <a:ext cx="1157323" cy="309956"/>
          </a:xfrm>
          <a:prstGeom prst="rect">
            <a:avLst/>
          </a:prstGeom>
          <a:solidFill>
            <a:srgbClr val="FFFFFF">
              <a:alpha val="0"/>
            </a:srgbClr>
          </a:solidFill>
          <a:ln w="9525">
            <a:solidFill>
              <a:schemeClr val="tx1">
                <a:lumMod val="50000"/>
                <a:lumOff val="50000"/>
              </a:schemeClr>
            </a:solidFill>
          </a:ln>
          <a:effectLst/>
        </p:spPr>
        <p:txBody>
          <a:bodyPr vert="horz" wrap="square" lIns="0" tIns="60886" rIns="0" bIns="60886" numCol="1" rtlCol="0" anchor="ctr" anchorCtr="0" compatLnSpc="1">
            <a:prstTxWarp prst="textNoShape">
              <a:avLst/>
            </a:prstTxWarp>
            <a:noAutofit/>
          </a:bodyPr>
          <a:lstStyle/>
          <a:p>
            <a:pPr algn="ctr" defTabSz="799835" fontAlgn="ctr">
              <a:buClr>
                <a:srgbClr val="CC9900"/>
              </a:buClr>
              <a:defRPr/>
            </a:pPr>
            <a:endParaRPr lang="es-AR" altLang="zh-CN" sz="800" dirty="0">
              <a:solidFill>
                <a:schemeClr val="tx2">
                  <a:lumMod val="50000"/>
                </a:schemeClr>
              </a:solidFill>
              <a:latin typeface="Roboto" panose="02000000000000000000" pitchFamily="2" charset="0"/>
              <a:ea typeface="Roboto" panose="02000000000000000000" pitchFamily="2" charset="0"/>
            </a:endParaRPr>
          </a:p>
        </p:txBody>
      </p:sp>
    </p:spTree>
    <p:extLst>
      <p:ext uri="{BB962C8B-B14F-4D97-AF65-F5344CB8AC3E}">
        <p14:creationId xmlns:p14="http://schemas.microsoft.com/office/powerpoint/2010/main" val="84982747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303">
            <a:extLst>
              <a:ext uri="{FF2B5EF4-FFF2-40B4-BE49-F238E27FC236}">
                <a16:creationId xmlns="" xmlns:a16="http://schemas.microsoft.com/office/drawing/2014/main" id="{4A4D2363-BF2C-22E6-A931-C748FF540FA4}"/>
              </a:ext>
            </a:extLst>
          </p:cNvPr>
          <p:cNvSpPr/>
          <p:nvPr/>
        </p:nvSpPr>
        <p:spPr>
          <a:xfrm>
            <a:off x="165821" y="53474"/>
            <a:ext cx="1803806" cy="350855"/>
          </a:xfrm>
          <a:prstGeom prst="rect">
            <a:avLst/>
          </a:prstGeom>
          <a:noFill/>
        </p:spPr>
        <p:txBody>
          <a:bodyPr wrap="square" lIns="35992" rIns="35992">
            <a:noAutofit/>
          </a:bodyPr>
          <a:lstStyle/>
          <a:p>
            <a:pPr defTabSz="914217" fontAlgn="ctr">
              <a:spcBef>
                <a:spcPct val="0"/>
              </a:spcBef>
              <a:spcAft>
                <a:spcPct val="0"/>
              </a:spcAft>
            </a:pPr>
            <a:r>
              <a:rPr lang="es-AR">
                <a:solidFill>
                  <a:srgbClr val="C00000"/>
                </a:solidFill>
                <a:latin typeface="Roboto Medium" panose="02000000000000000000" pitchFamily="2" charset="0"/>
                <a:ea typeface="Roboto Medium" panose="02000000000000000000" pitchFamily="2" charset="0"/>
                <a:cs typeface="Arial" panose="020B0604020202020204" pitchFamily="34" charset="0"/>
              </a:rPr>
              <a:t>Capa física.</a:t>
            </a:r>
            <a:endParaRPr lang="es-AR" dirty="0">
              <a:solidFill>
                <a:srgbClr val="C00000"/>
              </a:solidFill>
              <a:latin typeface="Roboto Medium" panose="02000000000000000000" pitchFamily="2" charset="0"/>
              <a:ea typeface="Roboto Medium" panose="02000000000000000000" pitchFamily="2" charset="0"/>
              <a:cs typeface="Arial" panose="020B0604020202020204" pitchFamily="34" charset="0"/>
            </a:endParaRPr>
          </a:p>
        </p:txBody>
      </p:sp>
      <p:cxnSp>
        <p:nvCxnSpPr>
          <p:cNvPr id="60" name="直接连接符 115">
            <a:extLst>
              <a:ext uri="{FF2B5EF4-FFF2-40B4-BE49-F238E27FC236}">
                <a16:creationId xmlns="" xmlns:a16="http://schemas.microsoft.com/office/drawing/2014/main" id="{EA66E259-912A-0C9B-E71C-E47E6F2F1906}"/>
              </a:ext>
            </a:extLst>
          </p:cNvPr>
          <p:cNvCxnSpPr>
            <a:cxnSpLocks/>
          </p:cNvCxnSpPr>
          <p:nvPr/>
        </p:nvCxnSpPr>
        <p:spPr>
          <a:xfrm flipV="1">
            <a:off x="3218310" y="2117757"/>
            <a:ext cx="6735620" cy="30621"/>
          </a:xfrm>
          <a:prstGeom prst="line">
            <a:avLst/>
          </a:prstGeom>
          <a:noFill/>
          <a:ln w="9525" cap="flat" cmpd="sng" algn="ctr">
            <a:solidFill>
              <a:srgbClr val="080808"/>
            </a:solidFill>
            <a:prstDash val="dash"/>
          </a:ln>
          <a:effectLst/>
        </p:spPr>
      </p:cxnSp>
      <p:sp>
        <p:nvSpPr>
          <p:cNvPr id="61" name="圆角矩形 35">
            <a:extLst>
              <a:ext uri="{FF2B5EF4-FFF2-40B4-BE49-F238E27FC236}">
                <a16:creationId xmlns="" xmlns:a16="http://schemas.microsoft.com/office/drawing/2014/main" id="{EC72CC8F-2F35-A1EB-1577-6D4104588A7F}"/>
              </a:ext>
            </a:extLst>
          </p:cNvPr>
          <p:cNvSpPr/>
          <p:nvPr/>
        </p:nvSpPr>
        <p:spPr>
          <a:xfrm>
            <a:off x="3507358" y="606047"/>
            <a:ext cx="1128811" cy="1318510"/>
          </a:xfrm>
          <a:prstGeom prst="roundRect">
            <a:avLst/>
          </a:prstGeom>
          <a:noFill/>
          <a:ln w="12700" cap="flat" cmpd="sng" algn="ctr">
            <a:solidFill>
              <a:srgbClr val="080808"/>
            </a:solidFill>
            <a:prstDash val="solid"/>
            <a:miter lim="800000"/>
          </a:ln>
          <a:effectLst/>
        </p:spPr>
        <p:txBody>
          <a:bodyPr wrap="square" lIns="0" tIns="0" rIns="0" rtlCol="0" anchor="t">
            <a:noAutofit/>
          </a:bodyPr>
          <a:lstStyle/>
          <a:p>
            <a:pPr algn="ctr" defTabSz="914112" fontAlgn="ctr">
              <a:defRPr/>
            </a:pPr>
            <a:r>
              <a:rPr lang="es-AR" sz="1000" dirty="0">
                <a:solidFill>
                  <a:prstClr val="black"/>
                </a:solidFill>
                <a:latin typeface="Roboto" panose="02000000000000000000" pitchFamily="2" charset="0"/>
                <a:ea typeface="Roboto" panose="02000000000000000000" pitchFamily="2" charset="0"/>
                <a:cs typeface="Arial" panose="020B0604020202020204" pitchFamily="34" charset="0"/>
              </a:rPr>
              <a:t>Procesadores  Propósito General</a:t>
            </a:r>
            <a:endParaRPr lang="es-AR" altLang="zh-CN" sz="1000" kern="0" dirty="0">
              <a:solidFill>
                <a:prstClr val="black"/>
              </a:solidFill>
              <a:latin typeface="Roboto" panose="02000000000000000000" pitchFamily="2" charset="0"/>
              <a:ea typeface="Roboto" panose="02000000000000000000" pitchFamily="2" charset="0"/>
              <a:cs typeface="Arial" panose="020B0604020202020204" pitchFamily="34" charset="0"/>
            </a:endParaRPr>
          </a:p>
        </p:txBody>
      </p:sp>
      <p:sp>
        <p:nvSpPr>
          <p:cNvPr id="62" name="圆角矩形 36">
            <a:extLst>
              <a:ext uri="{FF2B5EF4-FFF2-40B4-BE49-F238E27FC236}">
                <a16:creationId xmlns="" xmlns:a16="http://schemas.microsoft.com/office/drawing/2014/main" id="{04A91F8F-CBBA-3DBD-0A47-9290EBE3A483}"/>
              </a:ext>
            </a:extLst>
          </p:cNvPr>
          <p:cNvSpPr/>
          <p:nvPr/>
        </p:nvSpPr>
        <p:spPr>
          <a:xfrm>
            <a:off x="6981859" y="608959"/>
            <a:ext cx="1007767" cy="1315598"/>
          </a:xfrm>
          <a:prstGeom prst="roundRect">
            <a:avLst/>
          </a:prstGeom>
          <a:noFill/>
          <a:ln w="12700" cap="flat" cmpd="sng" algn="ctr">
            <a:solidFill>
              <a:srgbClr val="080808"/>
            </a:solidFill>
            <a:prstDash val="solid"/>
            <a:miter lim="800000"/>
          </a:ln>
          <a:effectLst/>
        </p:spPr>
        <p:txBody>
          <a:bodyPr wrap="square" lIns="0" tIns="0" rIns="0" rtlCol="0" anchor="t">
            <a:noAutofit/>
          </a:bodyPr>
          <a:lstStyle/>
          <a:p>
            <a:pPr algn="ctr" defTabSz="914112" fontAlgn="ctr">
              <a:defRPr/>
            </a:pPr>
            <a:r>
              <a:rPr lang="es-AR" sz="1000" dirty="0">
                <a:solidFill>
                  <a:prstClr val="black"/>
                </a:solidFill>
                <a:latin typeface="Roboto" panose="02000000000000000000" pitchFamily="2" charset="0"/>
                <a:ea typeface="Roboto" panose="02000000000000000000" pitchFamily="2" charset="0"/>
                <a:cs typeface="Arial" panose="020B0604020202020204" pitchFamily="34" charset="0"/>
              </a:rPr>
              <a:t>Procesadores Móviles</a:t>
            </a:r>
            <a:endParaRPr lang="es-AR" altLang="zh-CN" sz="1000" kern="0" dirty="0">
              <a:solidFill>
                <a:prstClr val="black"/>
              </a:solidFill>
              <a:latin typeface="Roboto" panose="02000000000000000000" pitchFamily="2" charset="0"/>
              <a:ea typeface="Roboto" panose="02000000000000000000" pitchFamily="2" charset="0"/>
              <a:cs typeface="Arial" panose="020B0604020202020204" pitchFamily="34" charset="0"/>
            </a:endParaRPr>
          </a:p>
        </p:txBody>
      </p:sp>
      <p:sp>
        <p:nvSpPr>
          <p:cNvPr id="63" name="Rectangle 117">
            <a:extLst>
              <a:ext uri="{FF2B5EF4-FFF2-40B4-BE49-F238E27FC236}">
                <a16:creationId xmlns="" xmlns:a16="http://schemas.microsoft.com/office/drawing/2014/main" id="{9E4BC904-00AB-B8CD-1BD6-9C337E96C32C}"/>
              </a:ext>
            </a:extLst>
          </p:cNvPr>
          <p:cNvSpPr>
            <a:spLocks noChangeArrowheads="1"/>
          </p:cNvSpPr>
          <p:nvPr/>
        </p:nvSpPr>
        <p:spPr bwMode="auto">
          <a:xfrm>
            <a:off x="3615596" y="1021664"/>
            <a:ext cx="370128" cy="357323"/>
          </a:xfrm>
          <a:prstGeom prst="rect">
            <a:avLst/>
          </a:prstGeom>
          <a:solidFill>
            <a:srgbClr val="C00000"/>
          </a:solidFill>
          <a:ln w="15875">
            <a:noFill/>
          </a:ln>
          <a:effectLst/>
        </p:spPr>
        <p:txBody>
          <a:bodyPr vert="horz" wrap="square" lIns="0" tIns="60872" rIns="0" bIns="60872" numCol="1" rtlCol="0" anchor="ctr" anchorCtr="0" compatLnSpc="1">
            <a:prstTxWarp prst="textNoShape">
              <a:avLst/>
            </a:prstTxWarp>
            <a:noAutofit/>
          </a:bodyPr>
          <a:lstStyle/>
          <a:p>
            <a:pPr algn="ctr" defTabSz="799675" fontAlgn="ctr">
              <a:buClr>
                <a:srgbClr val="CC9900"/>
              </a:buClr>
              <a:defRPr/>
            </a:pPr>
            <a:r>
              <a:rPr lang="es-AR" sz="700" dirty="0">
                <a:solidFill>
                  <a:schemeClr val="bg2"/>
                </a:solidFill>
                <a:latin typeface="Roboto" panose="02000000000000000000" pitchFamily="2" charset="0"/>
                <a:ea typeface="Roboto" panose="02000000000000000000" pitchFamily="2" charset="0"/>
                <a:cs typeface="Arial" panose="020B0604020202020204" pitchFamily="34" charset="0"/>
              </a:rPr>
              <a:t>Intel Core</a:t>
            </a:r>
            <a:endParaRPr lang="es-AR" altLang="zh-CN" sz="700" kern="0" dirty="0">
              <a:solidFill>
                <a:schemeClr val="bg2"/>
              </a:solidFill>
              <a:latin typeface="Roboto" panose="02000000000000000000" pitchFamily="2" charset="0"/>
              <a:ea typeface="Roboto" panose="02000000000000000000" pitchFamily="2" charset="0"/>
              <a:cs typeface="Arial" panose="020B0604020202020204" pitchFamily="34" charset="0"/>
            </a:endParaRPr>
          </a:p>
        </p:txBody>
      </p:sp>
      <p:sp>
        <p:nvSpPr>
          <p:cNvPr id="64" name="Rectangle 117">
            <a:extLst>
              <a:ext uri="{FF2B5EF4-FFF2-40B4-BE49-F238E27FC236}">
                <a16:creationId xmlns="" xmlns:a16="http://schemas.microsoft.com/office/drawing/2014/main" id="{F5E8F007-ABFB-E1E7-CF12-3CEB9F60B579}"/>
              </a:ext>
            </a:extLst>
          </p:cNvPr>
          <p:cNvSpPr>
            <a:spLocks noChangeArrowheads="1"/>
          </p:cNvSpPr>
          <p:nvPr/>
        </p:nvSpPr>
        <p:spPr bwMode="auto">
          <a:xfrm>
            <a:off x="4095454" y="1016565"/>
            <a:ext cx="361002" cy="365166"/>
          </a:xfrm>
          <a:prstGeom prst="rect">
            <a:avLst/>
          </a:prstGeom>
          <a:solidFill>
            <a:srgbClr val="C00000"/>
          </a:solidFill>
          <a:ln w="9525">
            <a:noFill/>
          </a:ln>
          <a:effectLst/>
        </p:spPr>
        <p:txBody>
          <a:bodyPr vert="horz" wrap="square" lIns="0" tIns="60886" rIns="0" bIns="60886" numCol="1" rtlCol="0" anchor="ctr" anchorCtr="0" compatLnSpc="1">
            <a:prstTxWarp prst="textNoShape">
              <a:avLst/>
            </a:prstTxWarp>
            <a:noAutofit/>
          </a:bodyPr>
          <a:lstStyle/>
          <a:p>
            <a:pPr algn="ctr" defTabSz="799835" fontAlgn="ctr">
              <a:spcBef>
                <a:spcPct val="0"/>
              </a:spcBef>
              <a:spcAft>
                <a:spcPct val="0"/>
              </a:spcAft>
              <a:buClr>
                <a:srgbClr val="CC9900"/>
              </a:buClr>
            </a:pPr>
            <a:r>
              <a:rPr lang="es-AR" altLang="zh-CN" sz="700" kern="0" dirty="0">
                <a:solidFill>
                  <a:schemeClr val="bg2"/>
                </a:solidFill>
                <a:latin typeface="Roboto" panose="02000000000000000000" pitchFamily="2" charset="0"/>
                <a:ea typeface="Roboto" panose="02000000000000000000" pitchFamily="2" charset="0"/>
                <a:cs typeface="Arial" panose="020B0604020202020204" pitchFamily="34" charset="0"/>
              </a:rPr>
              <a:t>AMD Ryzen</a:t>
            </a:r>
          </a:p>
        </p:txBody>
      </p:sp>
      <p:sp>
        <p:nvSpPr>
          <p:cNvPr id="65" name="Rectangle 117">
            <a:extLst>
              <a:ext uri="{FF2B5EF4-FFF2-40B4-BE49-F238E27FC236}">
                <a16:creationId xmlns="" xmlns:a16="http://schemas.microsoft.com/office/drawing/2014/main" id="{40524EC4-9445-4D87-41C2-7CD79AD8F539}"/>
              </a:ext>
            </a:extLst>
          </p:cNvPr>
          <p:cNvSpPr>
            <a:spLocks noChangeArrowheads="1"/>
          </p:cNvSpPr>
          <p:nvPr/>
        </p:nvSpPr>
        <p:spPr bwMode="auto">
          <a:xfrm>
            <a:off x="7085890" y="1303700"/>
            <a:ext cx="799978" cy="222617"/>
          </a:xfrm>
          <a:prstGeom prst="rect">
            <a:avLst/>
          </a:prstGeom>
          <a:solidFill>
            <a:srgbClr val="C00000"/>
          </a:solidFill>
          <a:ln w="9525">
            <a:noFill/>
          </a:ln>
          <a:effectLst/>
        </p:spPr>
        <p:txBody>
          <a:bodyPr vert="horz" wrap="square" lIns="0" tIns="60886" rIns="0" bIns="60886" numCol="1" rtlCol="0" anchor="ctr" anchorCtr="0" compatLnSpc="1">
            <a:prstTxWarp prst="textNoShape">
              <a:avLst/>
            </a:prstTxWarp>
            <a:noAutofit/>
          </a:bodyPr>
          <a:lstStyle/>
          <a:p>
            <a:pPr algn="ctr" defTabSz="799675" fontAlgn="ctr">
              <a:spcBef>
                <a:spcPct val="0"/>
              </a:spcBef>
              <a:spcAft>
                <a:spcPct val="0"/>
              </a:spcAft>
              <a:buClr>
                <a:srgbClr val="CC9900"/>
              </a:buClr>
              <a:defRPr/>
            </a:pPr>
            <a:r>
              <a:rPr lang="es-AR" sz="700" dirty="0">
                <a:solidFill>
                  <a:schemeClr val="bg2"/>
                </a:solidFill>
                <a:latin typeface="Roboto" panose="02000000000000000000" pitchFamily="2" charset="0"/>
                <a:ea typeface="Roboto" panose="02000000000000000000" pitchFamily="2" charset="0"/>
                <a:cs typeface="Arial" panose="020B0604020202020204" pitchFamily="34" charset="0"/>
              </a:rPr>
              <a:t>Apple A-series</a:t>
            </a:r>
            <a:endParaRPr lang="es-AR" altLang="zh-CN" sz="700" dirty="0">
              <a:solidFill>
                <a:schemeClr val="bg2"/>
              </a:solidFill>
              <a:latin typeface="Roboto" panose="02000000000000000000" pitchFamily="2" charset="0"/>
              <a:ea typeface="Roboto" panose="02000000000000000000" pitchFamily="2" charset="0"/>
              <a:cs typeface="Arial" panose="020B0604020202020204" pitchFamily="34" charset="0"/>
            </a:endParaRPr>
          </a:p>
        </p:txBody>
      </p:sp>
      <p:sp>
        <p:nvSpPr>
          <p:cNvPr id="66" name="圆角矩形 352">
            <a:extLst>
              <a:ext uri="{FF2B5EF4-FFF2-40B4-BE49-F238E27FC236}">
                <a16:creationId xmlns="" xmlns:a16="http://schemas.microsoft.com/office/drawing/2014/main" id="{BEFD001A-263C-1FF2-9DDB-AA3591EF87F9}"/>
              </a:ext>
            </a:extLst>
          </p:cNvPr>
          <p:cNvSpPr/>
          <p:nvPr/>
        </p:nvSpPr>
        <p:spPr>
          <a:xfrm>
            <a:off x="8539982" y="612163"/>
            <a:ext cx="1036039" cy="1318505"/>
          </a:xfrm>
          <a:prstGeom prst="roundRect">
            <a:avLst/>
          </a:prstGeom>
          <a:noFill/>
          <a:ln w="12700" cap="flat" cmpd="sng" algn="ctr">
            <a:solidFill>
              <a:srgbClr val="080808"/>
            </a:solidFill>
            <a:prstDash val="solid"/>
            <a:miter lim="800000"/>
          </a:ln>
          <a:effectLst/>
        </p:spPr>
        <p:txBody>
          <a:bodyPr wrap="square" lIns="0" tIns="0" rIns="0" rtlCol="0" anchor="t">
            <a:noAutofit/>
          </a:bodyPr>
          <a:lstStyle/>
          <a:p>
            <a:pPr algn="ctr" defTabSz="914112" fontAlgn="ctr">
              <a:defRPr/>
            </a:pPr>
            <a:r>
              <a:rPr lang="es-AR" altLang="zh-CN" sz="1000" kern="0" dirty="0">
                <a:solidFill>
                  <a:prstClr val="black"/>
                </a:solidFill>
                <a:latin typeface="Roboto" panose="02000000000000000000" pitchFamily="2" charset="0"/>
                <a:ea typeface="Roboto" panose="02000000000000000000" pitchFamily="2" charset="0"/>
                <a:cs typeface="Arial" panose="020B0604020202020204" pitchFamily="34" charset="0"/>
              </a:rPr>
              <a:t>Procesadores Gráficos</a:t>
            </a:r>
          </a:p>
        </p:txBody>
      </p:sp>
      <p:sp>
        <p:nvSpPr>
          <p:cNvPr id="67" name="Rectangle 117">
            <a:extLst>
              <a:ext uri="{FF2B5EF4-FFF2-40B4-BE49-F238E27FC236}">
                <a16:creationId xmlns="" xmlns:a16="http://schemas.microsoft.com/office/drawing/2014/main" id="{200BCD94-10A0-FB88-4163-FD1B3124E416}"/>
              </a:ext>
            </a:extLst>
          </p:cNvPr>
          <p:cNvSpPr>
            <a:spLocks noChangeArrowheads="1"/>
          </p:cNvSpPr>
          <p:nvPr/>
        </p:nvSpPr>
        <p:spPr bwMode="auto">
          <a:xfrm>
            <a:off x="8613259" y="1116472"/>
            <a:ext cx="400076" cy="360447"/>
          </a:xfrm>
          <a:prstGeom prst="rect">
            <a:avLst/>
          </a:prstGeom>
          <a:solidFill>
            <a:srgbClr val="C00000"/>
          </a:solidFill>
          <a:ln w="15875">
            <a:noFill/>
          </a:ln>
          <a:effectLst/>
        </p:spPr>
        <p:txBody>
          <a:bodyPr vert="horz" wrap="square" lIns="0" tIns="60872" rIns="0" bIns="60872" numCol="1" rtlCol="0" anchor="ctr" anchorCtr="0" compatLnSpc="1">
            <a:prstTxWarp prst="textNoShape">
              <a:avLst/>
            </a:prstTxWarp>
            <a:noAutofit/>
          </a:bodyPr>
          <a:lstStyle/>
          <a:p>
            <a:pPr algn="ctr" defTabSz="799675" fontAlgn="ctr">
              <a:buClr>
                <a:srgbClr val="CC9900"/>
              </a:buClr>
              <a:defRPr/>
            </a:pPr>
            <a:r>
              <a:rPr lang="es-AR" sz="700" dirty="0">
                <a:solidFill>
                  <a:schemeClr val="bg2"/>
                </a:solidFill>
                <a:latin typeface="Roboto" panose="02000000000000000000" pitchFamily="2" charset="0"/>
                <a:ea typeface="Roboto" panose="02000000000000000000" pitchFamily="2" charset="0"/>
                <a:cs typeface="Arial" panose="020B0604020202020204" pitchFamily="34" charset="0"/>
              </a:rPr>
              <a:t>NVIDIA GeForce</a:t>
            </a:r>
            <a:endParaRPr lang="es-AR" altLang="zh-CN" sz="700" kern="0" dirty="0">
              <a:solidFill>
                <a:schemeClr val="bg2"/>
              </a:solidFill>
              <a:latin typeface="Roboto" panose="02000000000000000000" pitchFamily="2" charset="0"/>
              <a:ea typeface="Roboto" panose="02000000000000000000" pitchFamily="2" charset="0"/>
              <a:cs typeface="Arial" panose="020B0604020202020204" pitchFamily="34" charset="0"/>
            </a:endParaRPr>
          </a:p>
        </p:txBody>
      </p:sp>
      <p:sp>
        <p:nvSpPr>
          <p:cNvPr id="68" name="Rectangle 117">
            <a:extLst>
              <a:ext uri="{FF2B5EF4-FFF2-40B4-BE49-F238E27FC236}">
                <a16:creationId xmlns="" xmlns:a16="http://schemas.microsoft.com/office/drawing/2014/main" id="{00E58E01-D1FB-1149-41F7-7C4C47E505A5}"/>
              </a:ext>
            </a:extLst>
          </p:cNvPr>
          <p:cNvSpPr>
            <a:spLocks noChangeArrowheads="1"/>
          </p:cNvSpPr>
          <p:nvPr/>
        </p:nvSpPr>
        <p:spPr bwMode="auto">
          <a:xfrm>
            <a:off x="9076552" y="1114658"/>
            <a:ext cx="411550" cy="356022"/>
          </a:xfrm>
          <a:prstGeom prst="rect">
            <a:avLst/>
          </a:prstGeom>
          <a:solidFill>
            <a:srgbClr val="C00000"/>
          </a:solidFill>
          <a:ln w="9525">
            <a:noFill/>
          </a:ln>
          <a:effectLst/>
        </p:spPr>
        <p:txBody>
          <a:bodyPr vert="horz" wrap="square" lIns="0" tIns="60886" rIns="0" bIns="60886" numCol="1" rtlCol="0" anchor="ctr" anchorCtr="0" compatLnSpc="1">
            <a:prstTxWarp prst="textNoShape">
              <a:avLst/>
            </a:prstTxWarp>
            <a:noAutofit/>
          </a:bodyPr>
          <a:lstStyle/>
          <a:p>
            <a:pPr algn="ctr" defTabSz="799835" fontAlgn="ctr">
              <a:spcBef>
                <a:spcPct val="0"/>
              </a:spcBef>
              <a:spcAft>
                <a:spcPct val="0"/>
              </a:spcAft>
              <a:buClr>
                <a:srgbClr val="CC9900"/>
              </a:buClr>
            </a:pPr>
            <a:r>
              <a:rPr lang="es-AR" sz="700" dirty="0">
                <a:solidFill>
                  <a:schemeClr val="bg2"/>
                </a:solidFill>
                <a:latin typeface="Roboto" panose="02000000000000000000" pitchFamily="2" charset="0"/>
                <a:ea typeface="Roboto" panose="02000000000000000000" pitchFamily="2" charset="0"/>
                <a:cs typeface="Arial" panose="020B0604020202020204" pitchFamily="34" charset="0"/>
              </a:rPr>
              <a:t>AMD Radeon</a:t>
            </a:r>
            <a:endParaRPr lang="es-AR" altLang="zh-CN" sz="700" dirty="0">
              <a:solidFill>
                <a:schemeClr val="bg2"/>
              </a:solidFill>
              <a:latin typeface="Roboto" panose="02000000000000000000" pitchFamily="2" charset="0"/>
              <a:ea typeface="Roboto" panose="02000000000000000000" pitchFamily="2" charset="0"/>
              <a:cs typeface="Arial" panose="020B0604020202020204" pitchFamily="34" charset="0"/>
            </a:endParaRPr>
          </a:p>
        </p:txBody>
      </p:sp>
      <p:sp>
        <p:nvSpPr>
          <p:cNvPr id="69" name="Rectangle 117">
            <a:extLst>
              <a:ext uri="{FF2B5EF4-FFF2-40B4-BE49-F238E27FC236}">
                <a16:creationId xmlns="" xmlns:a16="http://schemas.microsoft.com/office/drawing/2014/main" id="{9B3FFFC7-DB3F-C3D2-0356-DF3B248B4371}"/>
              </a:ext>
            </a:extLst>
          </p:cNvPr>
          <p:cNvSpPr>
            <a:spLocks noChangeArrowheads="1"/>
          </p:cNvSpPr>
          <p:nvPr/>
        </p:nvSpPr>
        <p:spPr bwMode="auto">
          <a:xfrm>
            <a:off x="3621946" y="1453317"/>
            <a:ext cx="370128" cy="357323"/>
          </a:xfrm>
          <a:prstGeom prst="rect">
            <a:avLst/>
          </a:prstGeom>
          <a:solidFill>
            <a:srgbClr val="C00000"/>
          </a:solidFill>
          <a:ln w="15875">
            <a:noFill/>
          </a:ln>
          <a:effectLst/>
        </p:spPr>
        <p:txBody>
          <a:bodyPr vert="horz" wrap="square" lIns="0" tIns="60872" rIns="0" bIns="60872" numCol="1" rtlCol="0" anchor="ctr" anchorCtr="0" compatLnSpc="1">
            <a:prstTxWarp prst="textNoShape">
              <a:avLst/>
            </a:prstTxWarp>
            <a:noAutofit/>
          </a:bodyPr>
          <a:lstStyle/>
          <a:p>
            <a:pPr algn="ctr" defTabSz="799675" fontAlgn="ctr">
              <a:buClr>
                <a:srgbClr val="CC9900"/>
              </a:buClr>
              <a:defRPr/>
            </a:pPr>
            <a:r>
              <a:rPr lang="es-AR" sz="700" dirty="0">
                <a:solidFill>
                  <a:schemeClr val="bg2"/>
                </a:solidFill>
                <a:latin typeface="Roboto" panose="02000000000000000000" pitchFamily="2" charset="0"/>
                <a:ea typeface="Roboto" panose="02000000000000000000" pitchFamily="2" charset="0"/>
                <a:cs typeface="Arial" panose="020B0604020202020204" pitchFamily="34" charset="0"/>
              </a:rPr>
              <a:t>ARM </a:t>
            </a:r>
            <a:r>
              <a:rPr lang="es-AR" sz="700" dirty="0" err="1">
                <a:solidFill>
                  <a:schemeClr val="bg2"/>
                </a:solidFill>
                <a:latin typeface="Roboto" panose="02000000000000000000" pitchFamily="2" charset="0"/>
                <a:ea typeface="Roboto" panose="02000000000000000000" pitchFamily="2" charset="0"/>
                <a:cs typeface="Arial" panose="020B0604020202020204" pitchFamily="34" charset="0"/>
              </a:rPr>
              <a:t>Cortex</a:t>
            </a:r>
            <a:endParaRPr lang="es-AR" altLang="zh-CN" sz="700" kern="0" dirty="0">
              <a:solidFill>
                <a:schemeClr val="bg2"/>
              </a:solidFill>
              <a:latin typeface="Roboto" panose="02000000000000000000" pitchFamily="2" charset="0"/>
              <a:ea typeface="Roboto" panose="02000000000000000000" pitchFamily="2" charset="0"/>
              <a:cs typeface="Arial" panose="020B0604020202020204" pitchFamily="34" charset="0"/>
            </a:endParaRPr>
          </a:p>
        </p:txBody>
      </p:sp>
      <p:sp>
        <p:nvSpPr>
          <p:cNvPr id="70" name="Rectangle 117">
            <a:extLst>
              <a:ext uri="{FF2B5EF4-FFF2-40B4-BE49-F238E27FC236}">
                <a16:creationId xmlns="" xmlns:a16="http://schemas.microsoft.com/office/drawing/2014/main" id="{070EDA72-266F-64CA-5A61-43D8FE654ACA}"/>
              </a:ext>
            </a:extLst>
          </p:cNvPr>
          <p:cNvSpPr>
            <a:spLocks noChangeArrowheads="1"/>
          </p:cNvSpPr>
          <p:nvPr/>
        </p:nvSpPr>
        <p:spPr bwMode="auto">
          <a:xfrm>
            <a:off x="4101940" y="1441782"/>
            <a:ext cx="361002" cy="365166"/>
          </a:xfrm>
          <a:prstGeom prst="rect">
            <a:avLst/>
          </a:prstGeom>
          <a:solidFill>
            <a:srgbClr val="C00000"/>
          </a:solidFill>
          <a:ln w="9525">
            <a:noFill/>
          </a:ln>
          <a:effectLst/>
        </p:spPr>
        <p:txBody>
          <a:bodyPr vert="horz" wrap="square" lIns="0" tIns="60886" rIns="0" bIns="60886" numCol="1" rtlCol="0" anchor="ctr" anchorCtr="0" compatLnSpc="1">
            <a:prstTxWarp prst="textNoShape">
              <a:avLst/>
            </a:prstTxWarp>
            <a:noAutofit/>
          </a:bodyPr>
          <a:lstStyle/>
          <a:p>
            <a:pPr algn="ctr" defTabSz="799835" fontAlgn="ctr">
              <a:spcBef>
                <a:spcPct val="0"/>
              </a:spcBef>
              <a:spcAft>
                <a:spcPct val="0"/>
              </a:spcAft>
              <a:buClr>
                <a:srgbClr val="CC9900"/>
              </a:buClr>
            </a:pPr>
            <a:r>
              <a:rPr lang="es-AR" altLang="zh-CN" sz="700" kern="0" dirty="0">
                <a:solidFill>
                  <a:schemeClr val="bg2"/>
                </a:solidFill>
                <a:latin typeface="Roboto" panose="02000000000000000000" pitchFamily="2" charset="0"/>
                <a:ea typeface="Roboto" panose="02000000000000000000" pitchFamily="2" charset="0"/>
                <a:cs typeface="Arial" panose="020B0604020202020204" pitchFamily="34" charset="0"/>
              </a:rPr>
              <a:t>AMD EPYC</a:t>
            </a:r>
          </a:p>
        </p:txBody>
      </p:sp>
      <p:sp>
        <p:nvSpPr>
          <p:cNvPr id="71" name="Rectangle 117">
            <a:extLst>
              <a:ext uri="{FF2B5EF4-FFF2-40B4-BE49-F238E27FC236}">
                <a16:creationId xmlns="" xmlns:a16="http://schemas.microsoft.com/office/drawing/2014/main" id="{F8D77172-F603-DDBC-20A9-5DA46B451424}"/>
              </a:ext>
            </a:extLst>
          </p:cNvPr>
          <p:cNvSpPr>
            <a:spLocks noChangeArrowheads="1"/>
          </p:cNvSpPr>
          <p:nvPr/>
        </p:nvSpPr>
        <p:spPr bwMode="auto">
          <a:xfrm>
            <a:off x="7085890" y="1013406"/>
            <a:ext cx="799978" cy="222617"/>
          </a:xfrm>
          <a:prstGeom prst="rect">
            <a:avLst/>
          </a:prstGeom>
          <a:solidFill>
            <a:srgbClr val="C00000"/>
          </a:solidFill>
          <a:ln w="15875">
            <a:noFill/>
          </a:ln>
          <a:effectLst/>
        </p:spPr>
        <p:txBody>
          <a:bodyPr vert="horz" wrap="square" lIns="0" tIns="60872" rIns="0" bIns="60872" numCol="1" rtlCol="0" anchor="ctr" anchorCtr="0" compatLnSpc="1">
            <a:prstTxWarp prst="textNoShape">
              <a:avLst/>
            </a:prstTxWarp>
            <a:noAutofit/>
          </a:bodyPr>
          <a:lstStyle/>
          <a:p>
            <a:pPr algn="ctr" defTabSz="799675" fontAlgn="ctr">
              <a:buClr>
                <a:srgbClr val="CC9900"/>
              </a:buClr>
              <a:defRPr/>
            </a:pPr>
            <a:r>
              <a:rPr lang="es-AR" sz="700" dirty="0">
                <a:solidFill>
                  <a:schemeClr val="bg2"/>
                </a:solidFill>
                <a:latin typeface="Roboto" panose="02000000000000000000" pitchFamily="2" charset="0"/>
                <a:ea typeface="Roboto" panose="02000000000000000000" pitchFamily="2" charset="0"/>
                <a:cs typeface="Arial" panose="020B0604020202020204" pitchFamily="34" charset="0"/>
              </a:rPr>
              <a:t>ARM </a:t>
            </a:r>
            <a:r>
              <a:rPr lang="es-AR" sz="700" dirty="0" err="1">
                <a:solidFill>
                  <a:schemeClr val="bg2"/>
                </a:solidFill>
                <a:latin typeface="Roboto" panose="02000000000000000000" pitchFamily="2" charset="0"/>
                <a:ea typeface="Roboto" panose="02000000000000000000" pitchFamily="2" charset="0"/>
                <a:cs typeface="Arial" panose="020B0604020202020204" pitchFamily="34" charset="0"/>
              </a:rPr>
              <a:t>Cortex</a:t>
            </a:r>
            <a:r>
              <a:rPr lang="es-AR" sz="700" dirty="0">
                <a:solidFill>
                  <a:schemeClr val="bg2"/>
                </a:solidFill>
                <a:latin typeface="Roboto" panose="02000000000000000000" pitchFamily="2" charset="0"/>
                <a:ea typeface="Roboto" panose="02000000000000000000" pitchFamily="2" charset="0"/>
                <a:cs typeface="Arial" panose="020B0604020202020204" pitchFamily="34" charset="0"/>
              </a:rPr>
              <a:t> - A</a:t>
            </a:r>
            <a:endParaRPr lang="es-AR" altLang="zh-CN" sz="700" kern="0" dirty="0">
              <a:solidFill>
                <a:schemeClr val="bg2"/>
              </a:solidFill>
              <a:latin typeface="Roboto" panose="02000000000000000000" pitchFamily="2" charset="0"/>
              <a:ea typeface="Roboto" panose="02000000000000000000" pitchFamily="2" charset="0"/>
              <a:cs typeface="Arial" panose="020B0604020202020204" pitchFamily="34" charset="0"/>
            </a:endParaRPr>
          </a:p>
        </p:txBody>
      </p:sp>
      <p:sp>
        <p:nvSpPr>
          <p:cNvPr id="72" name="Rectangle 117">
            <a:extLst>
              <a:ext uri="{FF2B5EF4-FFF2-40B4-BE49-F238E27FC236}">
                <a16:creationId xmlns="" xmlns:a16="http://schemas.microsoft.com/office/drawing/2014/main" id="{08646429-B18A-DBF3-6592-894E2254B5D2}"/>
              </a:ext>
            </a:extLst>
          </p:cNvPr>
          <p:cNvSpPr>
            <a:spLocks noChangeArrowheads="1"/>
          </p:cNvSpPr>
          <p:nvPr/>
        </p:nvSpPr>
        <p:spPr bwMode="auto">
          <a:xfrm>
            <a:off x="7085890" y="1572025"/>
            <a:ext cx="799978" cy="222617"/>
          </a:xfrm>
          <a:prstGeom prst="rect">
            <a:avLst/>
          </a:prstGeom>
          <a:solidFill>
            <a:srgbClr val="C00000"/>
          </a:solidFill>
          <a:ln w="15875">
            <a:noFill/>
          </a:ln>
          <a:effectLst/>
        </p:spPr>
        <p:txBody>
          <a:bodyPr vert="horz" wrap="square" lIns="0" tIns="60872" rIns="0" bIns="60872" numCol="1" rtlCol="0" anchor="ctr" anchorCtr="0" compatLnSpc="1">
            <a:prstTxWarp prst="textNoShape">
              <a:avLst/>
            </a:prstTxWarp>
            <a:noAutofit/>
          </a:bodyPr>
          <a:lstStyle/>
          <a:p>
            <a:pPr algn="ctr" defTabSz="799675" fontAlgn="ctr">
              <a:buClr>
                <a:srgbClr val="CC9900"/>
              </a:buClr>
              <a:defRPr/>
            </a:pPr>
            <a:r>
              <a:rPr lang="es-AR" sz="700" dirty="0">
                <a:solidFill>
                  <a:schemeClr val="bg2"/>
                </a:solidFill>
                <a:latin typeface="Roboto" panose="02000000000000000000" pitchFamily="2" charset="0"/>
                <a:ea typeface="Roboto" panose="02000000000000000000" pitchFamily="2" charset="0"/>
                <a:cs typeface="Arial" panose="020B0604020202020204" pitchFamily="34" charset="0"/>
              </a:rPr>
              <a:t>Samsung </a:t>
            </a:r>
            <a:r>
              <a:rPr lang="es-AR" sz="700" dirty="0" err="1">
                <a:solidFill>
                  <a:schemeClr val="bg2"/>
                </a:solidFill>
                <a:latin typeface="Roboto" panose="02000000000000000000" pitchFamily="2" charset="0"/>
                <a:ea typeface="Roboto" panose="02000000000000000000" pitchFamily="2" charset="0"/>
                <a:cs typeface="Arial" panose="020B0604020202020204" pitchFamily="34" charset="0"/>
              </a:rPr>
              <a:t>Exynos</a:t>
            </a:r>
            <a:endParaRPr lang="es-AR" altLang="zh-CN" sz="700" dirty="0">
              <a:solidFill>
                <a:schemeClr val="bg2"/>
              </a:solidFill>
              <a:latin typeface="Roboto" panose="02000000000000000000" pitchFamily="2" charset="0"/>
              <a:ea typeface="Roboto" panose="02000000000000000000" pitchFamily="2" charset="0"/>
              <a:cs typeface="Arial" panose="020B0604020202020204" pitchFamily="34" charset="0"/>
            </a:endParaRPr>
          </a:p>
        </p:txBody>
      </p:sp>
      <p:sp>
        <p:nvSpPr>
          <p:cNvPr id="73" name="Rectangle 117">
            <a:extLst>
              <a:ext uri="{FF2B5EF4-FFF2-40B4-BE49-F238E27FC236}">
                <a16:creationId xmlns="" xmlns:a16="http://schemas.microsoft.com/office/drawing/2014/main" id="{0AE58EC9-9D5F-7926-6CE6-748F0B86114E}"/>
              </a:ext>
            </a:extLst>
          </p:cNvPr>
          <p:cNvSpPr>
            <a:spLocks noChangeArrowheads="1"/>
          </p:cNvSpPr>
          <p:nvPr/>
        </p:nvSpPr>
        <p:spPr bwMode="auto">
          <a:xfrm>
            <a:off x="8623988" y="1530454"/>
            <a:ext cx="868025" cy="298427"/>
          </a:xfrm>
          <a:prstGeom prst="rect">
            <a:avLst/>
          </a:prstGeom>
          <a:solidFill>
            <a:srgbClr val="C00000"/>
          </a:solidFill>
          <a:ln w="9525">
            <a:noFill/>
          </a:ln>
          <a:effectLst/>
        </p:spPr>
        <p:txBody>
          <a:bodyPr vert="horz" wrap="square" lIns="0" tIns="60886" rIns="0" bIns="60886" numCol="1" rtlCol="0" anchor="ctr" anchorCtr="0" compatLnSpc="1">
            <a:prstTxWarp prst="textNoShape">
              <a:avLst/>
            </a:prstTxWarp>
            <a:noAutofit/>
          </a:bodyPr>
          <a:lstStyle/>
          <a:p>
            <a:pPr algn="ctr" defTabSz="799835" fontAlgn="ctr">
              <a:spcBef>
                <a:spcPct val="0"/>
              </a:spcBef>
              <a:spcAft>
                <a:spcPct val="0"/>
              </a:spcAft>
              <a:buClr>
                <a:srgbClr val="CC9900"/>
              </a:buClr>
            </a:pPr>
            <a:r>
              <a:rPr lang="es-AR" sz="700" dirty="0">
                <a:solidFill>
                  <a:schemeClr val="bg2"/>
                </a:solidFill>
                <a:latin typeface="Roboto" panose="02000000000000000000" pitchFamily="2" charset="0"/>
                <a:ea typeface="Roboto" panose="02000000000000000000" pitchFamily="2" charset="0"/>
                <a:cs typeface="Arial" panose="020B0604020202020204" pitchFamily="34" charset="0"/>
              </a:rPr>
              <a:t>Intel Iris Xe</a:t>
            </a:r>
            <a:endParaRPr lang="es-AR" altLang="zh-CN" sz="700" dirty="0">
              <a:solidFill>
                <a:schemeClr val="bg2"/>
              </a:solidFill>
              <a:latin typeface="Roboto" panose="02000000000000000000" pitchFamily="2" charset="0"/>
              <a:ea typeface="Roboto" panose="02000000000000000000" pitchFamily="2" charset="0"/>
              <a:cs typeface="Arial" panose="020B0604020202020204" pitchFamily="34" charset="0"/>
            </a:endParaRPr>
          </a:p>
        </p:txBody>
      </p:sp>
      <p:cxnSp>
        <p:nvCxnSpPr>
          <p:cNvPr id="84" name="直接连接符 114">
            <a:extLst>
              <a:ext uri="{FF2B5EF4-FFF2-40B4-BE49-F238E27FC236}">
                <a16:creationId xmlns="" xmlns:a16="http://schemas.microsoft.com/office/drawing/2014/main" id="{58C7DF6C-1D6A-F121-3460-3551DFC9A531}"/>
              </a:ext>
            </a:extLst>
          </p:cNvPr>
          <p:cNvCxnSpPr>
            <a:cxnSpLocks/>
          </p:cNvCxnSpPr>
          <p:nvPr/>
        </p:nvCxnSpPr>
        <p:spPr>
          <a:xfrm>
            <a:off x="3218310" y="504425"/>
            <a:ext cx="6735620" cy="0"/>
          </a:xfrm>
          <a:prstGeom prst="line">
            <a:avLst/>
          </a:prstGeom>
          <a:noFill/>
          <a:ln w="9525" cap="flat" cmpd="sng" algn="ctr">
            <a:solidFill>
              <a:srgbClr val="080808"/>
            </a:solidFill>
            <a:prstDash val="dash"/>
          </a:ln>
          <a:effectLst/>
        </p:spPr>
      </p:cxnSp>
      <p:sp>
        <p:nvSpPr>
          <p:cNvPr id="85" name="CuadroTexto 84">
            <a:extLst>
              <a:ext uri="{FF2B5EF4-FFF2-40B4-BE49-F238E27FC236}">
                <a16:creationId xmlns="" xmlns:a16="http://schemas.microsoft.com/office/drawing/2014/main" id="{736A5FEC-5F70-466A-3B31-F8F9C8FC875A}"/>
              </a:ext>
            </a:extLst>
          </p:cNvPr>
          <p:cNvSpPr txBox="1"/>
          <p:nvPr/>
        </p:nvSpPr>
        <p:spPr>
          <a:xfrm>
            <a:off x="1547537" y="1004743"/>
            <a:ext cx="1420050" cy="307777"/>
          </a:xfrm>
          <a:prstGeom prst="rect">
            <a:avLst/>
          </a:prstGeom>
          <a:noFill/>
        </p:spPr>
        <p:txBody>
          <a:bodyPr wrap="square">
            <a:spAutoFit/>
          </a:bodyPr>
          <a:lstStyle/>
          <a:p>
            <a:r>
              <a:rPr lang="es-ES" sz="1400" b="1" dirty="0">
                <a:solidFill>
                  <a:prstClr val="black"/>
                </a:solidFill>
                <a:latin typeface="Roboto" panose="02000000000000000000" pitchFamily="2" charset="0"/>
                <a:ea typeface="Roboto" panose="02000000000000000000" pitchFamily="2" charset="0"/>
                <a:cs typeface="Arial" panose="020B0604020202020204" pitchFamily="34" charset="0"/>
              </a:rPr>
              <a:t>Procesamiento</a:t>
            </a:r>
            <a:endParaRPr lang="es-AR" sz="1400" dirty="0"/>
          </a:p>
        </p:txBody>
      </p:sp>
      <p:sp>
        <p:nvSpPr>
          <p:cNvPr id="86" name="圆角矩形 35">
            <a:extLst>
              <a:ext uri="{FF2B5EF4-FFF2-40B4-BE49-F238E27FC236}">
                <a16:creationId xmlns="" xmlns:a16="http://schemas.microsoft.com/office/drawing/2014/main" id="{4C6D8646-C7D4-E651-E36C-27840E54FAF5}"/>
              </a:ext>
            </a:extLst>
          </p:cNvPr>
          <p:cNvSpPr/>
          <p:nvPr/>
        </p:nvSpPr>
        <p:spPr>
          <a:xfrm>
            <a:off x="5202603" y="606047"/>
            <a:ext cx="1128811" cy="1318510"/>
          </a:xfrm>
          <a:prstGeom prst="roundRect">
            <a:avLst/>
          </a:prstGeom>
          <a:noFill/>
          <a:ln w="12700" cap="flat" cmpd="sng" algn="ctr">
            <a:solidFill>
              <a:srgbClr val="080808"/>
            </a:solidFill>
            <a:prstDash val="solid"/>
            <a:miter lim="800000"/>
          </a:ln>
          <a:effectLst/>
        </p:spPr>
        <p:txBody>
          <a:bodyPr wrap="square" lIns="0" tIns="0" rIns="0" rtlCol="0" anchor="t">
            <a:noAutofit/>
          </a:bodyPr>
          <a:lstStyle/>
          <a:p>
            <a:pPr algn="ctr" defTabSz="914112" fontAlgn="ctr">
              <a:defRPr/>
            </a:pPr>
            <a:r>
              <a:rPr lang="es-AR" sz="1000" dirty="0">
                <a:solidFill>
                  <a:prstClr val="black"/>
                </a:solidFill>
                <a:latin typeface="Roboto" panose="02000000000000000000" pitchFamily="2" charset="0"/>
                <a:ea typeface="Roboto" panose="02000000000000000000" pitchFamily="2" charset="0"/>
                <a:cs typeface="Arial" panose="020B0604020202020204" pitchFamily="34" charset="0"/>
              </a:rPr>
              <a:t>Procesadores Servidores</a:t>
            </a:r>
            <a:endParaRPr lang="es-AR" altLang="zh-CN" sz="1000" kern="0" dirty="0">
              <a:solidFill>
                <a:prstClr val="black"/>
              </a:solidFill>
              <a:latin typeface="Roboto" panose="02000000000000000000" pitchFamily="2" charset="0"/>
              <a:ea typeface="Roboto" panose="02000000000000000000" pitchFamily="2" charset="0"/>
              <a:cs typeface="Arial" panose="020B0604020202020204" pitchFamily="34" charset="0"/>
            </a:endParaRPr>
          </a:p>
        </p:txBody>
      </p:sp>
      <p:sp>
        <p:nvSpPr>
          <p:cNvPr id="87" name="Rectangle 117">
            <a:extLst>
              <a:ext uri="{FF2B5EF4-FFF2-40B4-BE49-F238E27FC236}">
                <a16:creationId xmlns="" xmlns:a16="http://schemas.microsoft.com/office/drawing/2014/main" id="{D803F210-111C-DE59-33D4-D62A5F20951E}"/>
              </a:ext>
            </a:extLst>
          </p:cNvPr>
          <p:cNvSpPr>
            <a:spLocks noChangeArrowheads="1"/>
          </p:cNvSpPr>
          <p:nvPr/>
        </p:nvSpPr>
        <p:spPr bwMode="auto">
          <a:xfrm>
            <a:off x="5310841" y="1021664"/>
            <a:ext cx="370128" cy="357323"/>
          </a:xfrm>
          <a:prstGeom prst="rect">
            <a:avLst/>
          </a:prstGeom>
          <a:solidFill>
            <a:srgbClr val="C00000"/>
          </a:solidFill>
          <a:ln w="15875">
            <a:noFill/>
          </a:ln>
          <a:effectLst/>
        </p:spPr>
        <p:txBody>
          <a:bodyPr vert="horz" wrap="square" lIns="0" tIns="60872" rIns="0" bIns="60872" numCol="1" rtlCol="0" anchor="ctr" anchorCtr="0" compatLnSpc="1">
            <a:prstTxWarp prst="textNoShape">
              <a:avLst/>
            </a:prstTxWarp>
            <a:noAutofit/>
          </a:bodyPr>
          <a:lstStyle/>
          <a:p>
            <a:pPr algn="ctr" defTabSz="799675" fontAlgn="ctr">
              <a:buClr>
                <a:srgbClr val="CC9900"/>
              </a:buClr>
              <a:defRPr/>
            </a:pPr>
            <a:r>
              <a:rPr lang="es-AR" sz="700" dirty="0">
                <a:solidFill>
                  <a:schemeClr val="bg2"/>
                </a:solidFill>
                <a:latin typeface="Roboto" panose="02000000000000000000" pitchFamily="2" charset="0"/>
                <a:ea typeface="Roboto" panose="02000000000000000000" pitchFamily="2" charset="0"/>
                <a:cs typeface="Arial" panose="020B0604020202020204" pitchFamily="34" charset="0"/>
              </a:rPr>
              <a:t>Intel Xeon</a:t>
            </a:r>
            <a:endParaRPr lang="es-AR" altLang="zh-CN" sz="700" kern="0" dirty="0">
              <a:solidFill>
                <a:schemeClr val="bg2"/>
              </a:solidFill>
              <a:latin typeface="Roboto" panose="02000000000000000000" pitchFamily="2" charset="0"/>
              <a:ea typeface="Roboto" panose="02000000000000000000" pitchFamily="2" charset="0"/>
              <a:cs typeface="Arial" panose="020B0604020202020204" pitchFamily="34" charset="0"/>
            </a:endParaRPr>
          </a:p>
        </p:txBody>
      </p:sp>
      <p:sp>
        <p:nvSpPr>
          <p:cNvPr id="89" name="Rectangle 117">
            <a:extLst>
              <a:ext uri="{FF2B5EF4-FFF2-40B4-BE49-F238E27FC236}">
                <a16:creationId xmlns="" xmlns:a16="http://schemas.microsoft.com/office/drawing/2014/main" id="{42DF37D7-C666-97DA-A1BC-09594015608F}"/>
              </a:ext>
            </a:extLst>
          </p:cNvPr>
          <p:cNvSpPr>
            <a:spLocks noChangeArrowheads="1"/>
          </p:cNvSpPr>
          <p:nvPr/>
        </p:nvSpPr>
        <p:spPr bwMode="auto">
          <a:xfrm>
            <a:off x="5581407" y="1437319"/>
            <a:ext cx="370128" cy="357323"/>
          </a:xfrm>
          <a:prstGeom prst="rect">
            <a:avLst/>
          </a:prstGeom>
          <a:solidFill>
            <a:srgbClr val="C00000"/>
          </a:solidFill>
          <a:ln w="15875">
            <a:noFill/>
          </a:ln>
          <a:effectLst/>
        </p:spPr>
        <p:txBody>
          <a:bodyPr vert="horz" wrap="square" lIns="0" tIns="60872" rIns="0" bIns="60872" numCol="1" rtlCol="0" anchor="ctr" anchorCtr="0" compatLnSpc="1">
            <a:prstTxWarp prst="textNoShape">
              <a:avLst/>
            </a:prstTxWarp>
            <a:noAutofit/>
          </a:bodyPr>
          <a:lstStyle/>
          <a:p>
            <a:pPr algn="ctr" defTabSz="799675" fontAlgn="ctr">
              <a:buClr>
                <a:srgbClr val="CC9900"/>
              </a:buClr>
              <a:defRPr/>
            </a:pPr>
            <a:r>
              <a:rPr lang="es-AR" sz="700" dirty="0">
                <a:solidFill>
                  <a:schemeClr val="bg2"/>
                </a:solidFill>
                <a:latin typeface="Roboto" panose="02000000000000000000" pitchFamily="2" charset="0"/>
                <a:ea typeface="Roboto" panose="02000000000000000000" pitchFamily="2" charset="0"/>
                <a:cs typeface="Arial" panose="020B0604020202020204" pitchFamily="34" charset="0"/>
              </a:rPr>
              <a:t>ARM </a:t>
            </a:r>
            <a:r>
              <a:rPr lang="es-AR" sz="700" dirty="0" err="1">
                <a:solidFill>
                  <a:schemeClr val="bg2"/>
                </a:solidFill>
                <a:latin typeface="Roboto" panose="02000000000000000000" pitchFamily="2" charset="0"/>
                <a:ea typeface="Roboto" panose="02000000000000000000" pitchFamily="2" charset="0"/>
                <a:cs typeface="Arial" panose="020B0604020202020204" pitchFamily="34" charset="0"/>
              </a:rPr>
              <a:t>Based</a:t>
            </a:r>
            <a:endParaRPr lang="es-AR" altLang="zh-CN" sz="700" kern="0" dirty="0">
              <a:solidFill>
                <a:schemeClr val="bg2"/>
              </a:solidFill>
              <a:latin typeface="Roboto" panose="02000000000000000000" pitchFamily="2" charset="0"/>
              <a:ea typeface="Roboto" panose="02000000000000000000" pitchFamily="2" charset="0"/>
              <a:cs typeface="Arial" panose="020B0604020202020204" pitchFamily="34" charset="0"/>
            </a:endParaRPr>
          </a:p>
        </p:txBody>
      </p:sp>
      <p:sp>
        <p:nvSpPr>
          <p:cNvPr id="90" name="Rectangle 117">
            <a:extLst>
              <a:ext uri="{FF2B5EF4-FFF2-40B4-BE49-F238E27FC236}">
                <a16:creationId xmlns="" xmlns:a16="http://schemas.microsoft.com/office/drawing/2014/main" id="{6C3A3076-04FB-A2E6-3713-906096808EFE}"/>
              </a:ext>
            </a:extLst>
          </p:cNvPr>
          <p:cNvSpPr>
            <a:spLocks noChangeArrowheads="1"/>
          </p:cNvSpPr>
          <p:nvPr/>
        </p:nvSpPr>
        <p:spPr bwMode="auto">
          <a:xfrm>
            <a:off x="5801105" y="1030886"/>
            <a:ext cx="361002" cy="365166"/>
          </a:xfrm>
          <a:prstGeom prst="rect">
            <a:avLst/>
          </a:prstGeom>
          <a:solidFill>
            <a:srgbClr val="C00000"/>
          </a:solidFill>
          <a:ln w="9525">
            <a:noFill/>
          </a:ln>
          <a:effectLst/>
        </p:spPr>
        <p:txBody>
          <a:bodyPr vert="horz" wrap="square" lIns="0" tIns="60886" rIns="0" bIns="60886" numCol="1" rtlCol="0" anchor="ctr" anchorCtr="0" compatLnSpc="1">
            <a:prstTxWarp prst="textNoShape">
              <a:avLst/>
            </a:prstTxWarp>
            <a:noAutofit/>
          </a:bodyPr>
          <a:lstStyle/>
          <a:p>
            <a:pPr algn="ctr" defTabSz="799835" fontAlgn="ctr">
              <a:spcBef>
                <a:spcPct val="0"/>
              </a:spcBef>
              <a:spcAft>
                <a:spcPct val="0"/>
              </a:spcAft>
              <a:buClr>
                <a:srgbClr val="CC9900"/>
              </a:buClr>
            </a:pPr>
            <a:r>
              <a:rPr lang="es-AR" altLang="zh-CN" sz="700" kern="0" dirty="0">
                <a:solidFill>
                  <a:schemeClr val="bg2"/>
                </a:solidFill>
                <a:latin typeface="Roboto" panose="02000000000000000000" pitchFamily="2" charset="0"/>
                <a:ea typeface="Roboto" panose="02000000000000000000" pitchFamily="2" charset="0"/>
                <a:cs typeface="Arial" panose="020B0604020202020204" pitchFamily="34" charset="0"/>
              </a:rPr>
              <a:t>AMD EPYC</a:t>
            </a:r>
          </a:p>
        </p:txBody>
      </p:sp>
      <p:sp>
        <p:nvSpPr>
          <p:cNvPr id="91" name="矩形 303">
            <a:extLst>
              <a:ext uri="{FF2B5EF4-FFF2-40B4-BE49-F238E27FC236}">
                <a16:creationId xmlns="" xmlns:a16="http://schemas.microsoft.com/office/drawing/2014/main" id="{25953F6D-4CDD-B6D8-2E00-5C7BE08D9E1C}"/>
              </a:ext>
            </a:extLst>
          </p:cNvPr>
          <p:cNvSpPr/>
          <p:nvPr/>
        </p:nvSpPr>
        <p:spPr>
          <a:xfrm>
            <a:off x="165821" y="2415704"/>
            <a:ext cx="11546987" cy="3764578"/>
          </a:xfrm>
          <a:prstGeom prst="rect">
            <a:avLst/>
          </a:prstGeom>
          <a:noFill/>
        </p:spPr>
        <p:txBody>
          <a:bodyPr wrap="square" lIns="35992" rIns="35992">
            <a:noAutofit/>
          </a:bodyPr>
          <a:lstStyle/>
          <a:p>
            <a:pPr lvl="1">
              <a:spcBef>
                <a:spcPts val="600"/>
              </a:spcBef>
            </a:pPr>
            <a:r>
              <a:rPr lang="es-ES" sz="1100" b="1" i="0" dirty="0">
                <a:solidFill>
                  <a:srgbClr val="374151"/>
                </a:solidFill>
                <a:effectLst/>
                <a:latin typeface="Roboto Thin" panose="02000000000000000000" pitchFamily="2" charset="0"/>
                <a:ea typeface="Roboto Thin" panose="02000000000000000000" pitchFamily="2" charset="0"/>
              </a:rPr>
              <a:t>Procesadores de propósito general</a:t>
            </a:r>
            <a:r>
              <a:rPr lang="es-ES" sz="1100" b="0" i="0" dirty="0">
                <a:solidFill>
                  <a:srgbClr val="374151"/>
                </a:solidFill>
                <a:effectLst/>
                <a:latin typeface="Roboto Thin" panose="02000000000000000000" pitchFamily="2" charset="0"/>
                <a:ea typeface="Roboto Thin" panose="02000000000000000000" pitchFamily="2" charset="0"/>
              </a:rPr>
              <a:t>:</a:t>
            </a:r>
          </a:p>
          <a:p>
            <a:pPr marL="914438" lvl="2"/>
            <a:r>
              <a:rPr lang="es-ES" sz="1100" dirty="0">
                <a:solidFill>
                  <a:srgbClr val="374151"/>
                </a:solidFill>
                <a:latin typeface="Roboto Thin" panose="02000000000000000000" pitchFamily="2" charset="0"/>
                <a:ea typeface="Roboto Thin" panose="02000000000000000000" pitchFamily="2" charset="0"/>
              </a:rPr>
              <a:t>M</a:t>
            </a:r>
            <a:r>
              <a:rPr lang="es-ES" sz="1100" b="0" i="0" dirty="0">
                <a:solidFill>
                  <a:srgbClr val="374151"/>
                </a:solidFill>
                <a:effectLst/>
                <a:latin typeface="Roboto Thin" panose="02000000000000000000" pitchFamily="2" charset="0"/>
                <a:ea typeface="Roboto Thin" panose="02000000000000000000" pitchFamily="2" charset="0"/>
              </a:rPr>
              <a:t>icroprocesadores diseñados para realizar una amplia gama de tareas y son adecuados para aplicaciones generales de cómputo.</a:t>
            </a:r>
          </a:p>
          <a:p>
            <a:pPr marL="914438" lvl="2"/>
            <a:r>
              <a:rPr lang="es-ES" sz="1100" b="0" i="0" dirty="0">
                <a:solidFill>
                  <a:srgbClr val="374151"/>
                </a:solidFill>
                <a:effectLst/>
                <a:latin typeface="Roboto Thin" panose="02000000000000000000" pitchFamily="2" charset="0"/>
                <a:ea typeface="Roboto Thin" panose="02000000000000000000" pitchFamily="2" charset="0"/>
              </a:rPr>
              <a:t>Procesadores de la serie Intel Core, procesadores AMD Ryzen, procesadores ARM </a:t>
            </a:r>
            <a:r>
              <a:rPr lang="es-ES" sz="1100" b="0" i="0" dirty="0" err="1">
                <a:solidFill>
                  <a:srgbClr val="374151"/>
                </a:solidFill>
                <a:effectLst/>
                <a:latin typeface="Roboto Thin" panose="02000000000000000000" pitchFamily="2" charset="0"/>
                <a:ea typeface="Roboto Thin" panose="02000000000000000000" pitchFamily="2" charset="0"/>
              </a:rPr>
              <a:t>Cortex</a:t>
            </a:r>
            <a:r>
              <a:rPr lang="es-ES" sz="1100" b="0" i="0" dirty="0">
                <a:solidFill>
                  <a:srgbClr val="374151"/>
                </a:solidFill>
                <a:effectLst/>
                <a:latin typeface="Roboto Thin" panose="02000000000000000000" pitchFamily="2" charset="0"/>
                <a:ea typeface="Roboto Thin" panose="02000000000000000000" pitchFamily="2" charset="0"/>
              </a:rPr>
              <a:t>-A, entre otros. Los vamos a encontrar en PC y Notebooks. </a:t>
            </a:r>
          </a:p>
          <a:p>
            <a:pPr marL="914438" lvl="2"/>
            <a:endParaRPr lang="es-ES" sz="1100" b="0" i="0" dirty="0">
              <a:solidFill>
                <a:srgbClr val="374151"/>
              </a:solidFill>
              <a:effectLst/>
              <a:latin typeface="Roboto Thin" panose="02000000000000000000" pitchFamily="2" charset="0"/>
              <a:ea typeface="Roboto Thin" panose="02000000000000000000" pitchFamily="2" charset="0"/>
            </a:endParaRPr>
          </a:p>
          <a:p>
            <a:pPr lvl="1">
              <a:spcBef>
                <a:spcPts val="600"/>
              </a:spcBef>
            </a:pPr>
            <a:r>
              <a:rPr lang="es-ES" sz="1100" b="1" i="0" dirty="0">
                <a:solidFill>
                  <a:srgbClr val="374151"/>
                </a:solidFill>
                <a:effectLst/>
                <a:latin typeface="Roboto Thin" panose="02000000000000000000" pitchFamily="2" charset="0"/>
                <a:ea typeface="Roboto Thin" panose="02000000000000000000" pitchFamily="2" charset="0"/>
              </a:rPr>
              <a:t>Procesadores de servidores:</a:t>
            </a:r>
          </a:p>
          <a:p>
            <a:pPr marL="914438" lvl="2"/>
            <a:r>
              <a:rPr lang="es-ES" sz="1100" dirty="0">
                <a:solidFill>
                  <a:srgbClr val="374151"/>
                </a:solidFill>
                <a:latin typeface="Roboto Thin" panose="02000000000000000000" pitchFamily="2" charset="0"/>
                <a:ea typeface="Roboto Thin" panose="02000000000000000000" pitchFamily="2" charset="0"/>
              </a:rPr>
              <a:t>M</a:t>
            </a:r>
            <a:r>
              <a:rPr lang="es-ES" sz="1100" b="0" i="0" dirty="0">
                <a:solidFill>
                  <a:srgbClr val="374151"/>
                </a:solidFill>
                <a:effectLst/>
                <a:latin typeface="Roboto Thin" panose="02000000000000000000" pitchFamily="2" charset="0"/>
                <a:ea typeface="Roboto Thin" panose="02000000000000000000" pitchFamily="2" charset="0"/>
              </a:rPr>
              <a:t>icroprocesadores optimizados para ejecutar aplicaciones en servidores y manejar cargas de trabajo empresariales y de </a:t>
            </a:r>
            <a:r>
              <a:rPr lang="es-ES" sz="1100" dirty="0">
                <a:solidFill>
                  <a:srgbClr val="374151"/>
                </a:solidFill>
                <a:latin typeface="Roboto Thin" panose="02000000000000000000" pitchFamily="2" charset="0"/>
                <a:ea typeface="Roboto Thin" panose="02000000000000000000" pitchFamily="2" charset="0"/>
              </a:rPr>
              <a:t>alta demanda. Se consideran factores como el rendimiento, la eficiencia energética, la escalabilidad, la capacidad de administración y la compatibilidad con software y aplicaciones específicas.</a:t>
            </a:r>
          </a:p>
          <a:p>
            <a:pPr marL="914438" lvl="2"/>
            <a:r>
              <a:rPr lang="es-ES" sz="1100" b="0" i="0" dirty="0">
                <a:solidFill>
                  <a:srgbClr val="374151"/>
                </a:solidFill>
                <a:effectLst/>
                <a:latin typeface="Roboto Thin" panose="02000000000000000000" pitchFamily="2" charset="0"/>
                <a:ea typeface="Roboto Thin" panose="02000000000000000000" pitchFamily="2" charset="0"/>
              </a:rPr>
              <a:t>Procesadores Intel Xeon, procesadores AMD EPYC, procesadores IBM </a:t>
            </a:r>
            <a:r>
              <a:rPr lang="es-ES" sz="1100" b="0" i="0" dirty="0" err="1">
                <a:solidFill>
                  <a:srgbClr val="374151"/>
                </a:solidFill>
                <a:effectLst/>
                <a:latin typeface="Roboto Thin" panose="02000000000000000000" pitchFamily="2" charset="0"/>
                <a:ea typeface="Roboto Thin" panose="02000000000000000000" pitchFamily="2" charset="0"/>
              </a:rPr>
              <a:t>Power</a:t>
            </a:r>
            <a:r>
              <a:rPr lang="es-ES" sz="1100" b="0" i="0" dirty="0">
                <a:solidFill>
                  <a:srgbClr val="374151"/>
                </a:solidFill>
                <a:effectLst/>
                <a:latin typeface="Roboto Thin" panose="02000000000000000000" pitchFamily="2" charset="0"/>
                <a:ea typeface="Roboto Thin" panose="02000000000000000000" pitchFamily="2" charset="0"/>
              </a:rPr>
              <a:t>, entre otros.</a:t>
            </a:r>
          </a:p>
          <a:p>
            <a:pPr marL="914438" lvl="2"/>
            <a:endParaRPr lang="es-ES" sz="1100" b="0" i="0" dirty="0">
              <a:solidFill>
                <a:srgbClr val="374151"/>
              </a:solidFill>
              <a:effectLst/>
              <a:latin typeface="Roboto Thin" panose="02000000000000000000" pitchFamily="2" charset="0"/>
              <a:ea typeface="Roboto Thin" panose="02000000000000000000" pitchFamily="2" charset="0"/>
            </a:endParaRPr>
          </a:p>
          <a:p>
            <a:pPr lvl="1">
              <a:spcBef>
                <a:spcPts val="600"/>
              </a:spcBef>
            </a:pPr>
            <a:r>
              <a:rPr lang="es-ES" sz="1100" b="1" i="0" dirty="0">
                <a:solidFill>
                  <a:srgbClr val="374151"/>
                </a:solidFill>
                <a:effectLst/>
                <a:latin typeface="Roboto Thin" panose="02000000000000000000" pitchFamily="2" charset="0"/>
                <a:ea typeface="Roboto Thin" panose="02000000000000000000" pitchFamily="2" charset="0"/>
              </a:rPr>
              <a:t>Procesadores móviles:</a:t>
            </a:r>
          </a:p>
          <a:p>
            <a:pPr marL="914438" lvl="2"/>
            <a:r>
              <a:rPr lang="es-ES" sz="1100" dirty="0">
                <a:solidFill>
                  <a:srgbClr val="374151"/>
                </a:solidFill>
                <a:latin typeface="Roboto Thin" panose="02000000000000000000" pitchFamily="2" charset="0"/>
                <a:ea typeface="Roboto Thin" panose="02000000000000000000" pitchFamily="2" charset="0"/>
              </a:rPr>
              <a:t>M</a:t>
            </a:r>
            <a:r>
              <a:rPr lang="es-ES" sz="1100" b="0" i="0" dirty="0">
                <a:solidFill>
                  <a:srgbClr val="374151"/>
                </a:solidFill>
                <a:effectLst/>
                <a:latin typeface="Roboto Thin" panose="02000000000000000000" pitchFamily="2" charset="0"/>
                <a:ea typeface="Roboto Thin" panose="02000000000000000000" pitchFamily="2" charset="0"/>
              </a:rPr>
              <a:t>icroprocesadores diseñados para dispositivos móviles, como teléfonos inteligentes y tabletas, con énfasis en la eficiencia energética y el rendimiento móvil.</a:t>
            </a:r>
          </a:p>
          <a:p>
            <a:pPr marL="914438" lvl="2"/>
            <a:r>
              <a:rPr lang="es-ES" sz="1100" b="0" i="0" dirty="0">
                <a:solidFill>
                  <a:srgbClr val="374151"/>
                </a:solidFill>
                <a:effectLst/>
                <a:latin typeface="Roboto Thin" panose="02000000000000000000" pitchFamily="2" charset="0"/>
                <a:ea typeface="Roboto Thin" panose="02000000000000000000" pitchFamily="2" charset="0"/>
              </a:rPr>
              <a:t>Procesadores ARM </a:t>
            </a:r>
            <a:r>
              <a:rPr lang="es-ES" sz="1100" b="0" i="0" dirty="0" err="1">
                <a:solidFill>
                  <a:srgbClr val="374151"/>
                </a:solidFill>
                <a:effectLst/>
                <a:latin typeface="Roboto Thin" panose="02000000000000000000" pitchFamily="2" charset="0"/>
                <a:ea typeface="Roboto Thin" panose="02000000000000000000" pitchFamily="2" charset="0"/>
              </a:rPr>
              <a:t>Cortex</a:t>
            </a:r>
            <a:r>
              <a:rPr lang="es-ES" sz="1100" b="0" i="0" dirty="0">
                <a:solidFill>
                  <a:srgbClr val="374151"/>
                </a:solidFill>
                <a:effectLst/>
                <a:latin typeface="Roboto Thin" panose="02000000000000000000" pitchFamily="2" charset="0"/>
                <a:ea typeface="Roboto Thin" panose="02000000000000000000" pitchFamily="2" charset="0"/>
              </a:rPr>
              <a:t>-A (utilizados en chips Snapdragon de Qualcomm), procesadores Apple A-series (utilizados en </a:t>
            </a:r>
            <a:r>
              <a:rPr lang="es-ES" sz="1100" b="0" i="0" dirty="0" err="1">
                <a:solidFill>
                  <a:srgbClr val="374151"/>
                </a:solidFill>
                <a:effectLst/>
                <a:latin typeface="Roboto Thin" panose="02000000000000000000" pitchFamily="2" charset="0"/>
                <a:ea typeface="Roboto Thin" panose="02000000000000000000" pitchFamily="2" charset="0"/>
              </a:rPr>
              <a:t>iPhones</a:t>
            </a:r>
            <a:r>
              <a:rPr lang="es-ES" sz="1100" b="0" i="0" dirty="0">
                <a:solidFill>
                  <a:srgbClr val="374151"/>
                </a:solidFill>
                <a:effectLst/>
                <a:latin typeface="Roboto Thin" panose="02000000000000000000" pitchFamily="2" charset="0"/>
                <a:ea typeface="Roboto Thin" panose="02000000000000000000" pitchFamily="2" charset="0"/>
              </a:rPr>
              <a:t> y iPads), procesadores Samsung </a:t>
            </a:r>
            <a:r>
              <a:rPr lang="es-ES" sz="1100" b="0" i="0" dirty="0" err="1">
                <a:solidFill>
                  <a:srgbClr val="374151"/>
                </a:solidFill>
                <a:effectLst/>
                <a:latin typeface="Roboto Thin" panose="02000000000000000000" pitchFamily="2" charset="0"/>
                <a:ea typeface="Roboto Thin" panose="02000000000000000000" pitchFamily="2" charset="0"/>
              </a:rPr>
              <a:t>Exynos</a:t>
            </a:r>
            <a:r>
              <a:rPr lang="es-ES" sz="1100" b="0" i="0" dirty="0">
                <a:solidFill>
                  <a:srgbClr val="374151"/>
                </a:solidFill>
                <a:effectLst/>
                <a:latin typeface="Roboto Thin" panose="02000000000000000000" pitchFamily="2" charset="0"/>
                <a:ea typeface="Roboto Thin" panose="02000000000000000000" pitchFamily="2" charset="0"/>
              </a:rPr>
              <a:t>, entre otros.</a:t>
            </a:r>
          </a:p>
          <a:p>
            <a:pPr marL="914438" lvl="2"/>
            <a:endParaRPr lang="es-ES" sz="1100" b="0" i="0" dirty="0">
              <a:solidFill>
                <a:srgbClr val="374151"/>
              </a:solidFill>
              <a:effectLst/>
              <a:latin typeface="Roboto Thin" panose="02000000000000000000" pitchFamily="2" charset="0"/>
              <a:ea typeface="Roboto Thin" panose="02000000000000000000" pitchFamily="2" charset="0"/>
            </a:endParaRPr>
          </a:p>
          <a:p>
            <a:pPr lvl="1">
              <a:spcBef>
                <a:spcPts val="600"/>
              </a:spcBef>
            </a:pPr>
            <a:r>
              <a:rPr lang="es-ES" sz="1100" b="1" i="0" dirty="0">
                <a:solidFill>
                  <a:srgbClr val="374151"/>
                </a:solidFill>
                <a:effectLst/>
                <a:latin typeface="Roboto Thin" panose="02000000000000000000" pitchFamily="2" charset="0"/>
                <a:ea typeface="Roboto Thin" panose="02000000000000000000" pitchFamily="2" charset="0"/>
              </a:rPr>
              <a:t>Procesadores de gráficos:</a:t>
            </a:r>
          </a:p>
          <a:p>
            <a:pPr marL="914438" lvl="2"/>
            <a:r>
              <a:rPr lang="es-ES" sz="1100" dirty="0">
                <a:solidFill>
                  <a:srgbClr val="374151"/>
                </a:solidFill>
                <a:latin typeface="Roboto Thin" panose="02000000000000000000" pitchFamily="2" charset="0"/>
                <a:ea typeface="Roboto Thin" panose="02000000000000000000" pitchFamily="2" charset="0"/>
              </a:rPr>
              <a:t>M</a:t>
            </a:r>
            <a:r>
              <a:rPr lang="es-ES" sz="1100" b="0" i="0" dirty="0">
                <a:solidFill>
                  <a:srgbClr val="374151"/>
                </a:solidFill>
                <a:effectLst/>
                <a:latin typeface="Roboto Thin" panose="02000000000000000000" pitchFamily="2" charset="0"/>
                <a:ea typeface="Roboto Thin" panose="02000000000000000000" pitchFamily="2" charset="0"/>
              </a:rPr>
              <a:t>icroprocesadores especializados en el procesamiento y renderizado de gráficos en aplicaciones que requieren un alto rendimiento visual.</a:t>
            </a:r>
          </a:p>
          <a:p>
            <a:pPr marL="914438" lvl="2"/>
            <a:r>
              <a:rPr lang="es-ES" sz="1100" b="0" i="0" dirty="0">
                <a:solidFill>
                  <a:srgbClr val="374151"/>
                </a:solidFill>
                <a:effectLst/>
                <a:latin typeface="Roboto Thin" panose="02000000000000000000" pitchFamily="2" charset="0"/>
                <a:ea typeface="Roboto Thin" panose="02000000000000000000" pitchFamily="2" charset="0"/>
              </a:rPr>
              <a:t>Unidades de procesamiento de gráficos (GPU) de NVIDIA GeForce, AMD Radeon, procesadores gráficos integrados Intel (como la serie Intel Iris Xe).</a:t>
            </a:r>
          </a:p>
        </p:txBody>
      </p:sp>
      <p:cxnSp>
        <p:nvCxnSpPr>
          <p:cNvPr id="4" name="直接连接符 49">
            <a:extLst>
              <a:ext uri="{FF2B5EF4-FFF2-40B4-BE49-F238E27FC236}">
                <a16:creationId xmlns="" xmlns:a16="http://schemas.microsoft.com/office/drawing/2014/main" id="{CDDB358D-7039-795E-A93F-CC8BDDC1CBF6}"/>
              </a:ext>
            </a:extLst>
          </p:cNvPr>
          <p:cNvCxnSpPr>
            <a:cxnSpLocks/>
          </p:cNvCxnSpPr>
          <p:nvPr/>
        </p:nvCxnSpPr>
        <p:spPr>
          <a:xfrm>
            <a:off x="149751" y="446755"/>
            <a:ext cx="1876273" cy="0"/>
          </a:xfrm>
          <a:prstGeom prst="line">
            <a:avLst/>
          </a:prstGeom>
          <a:ln w="19050">
            <a:solidFill>
              <a:srgbClr val="575756"/>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7127664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303">
            <a:extLst>
              <a:ext uri="{FF2B5EF4-FFF2-40B4-BE49-F238E27FC236}">
                <a16:creationId xmlns="" xmlns:a16="http://schemas.microsoft.com/office/drawing/2014/main" id="{4A4D2363-BF2C-22E6-A931-C748FF540FA4}"/>
              </a:ext>
            </a:extLst>
          </p:cNvPr>
          <p:cNvSpPr/>
          <p:nvPr/>
        </p:nvSpPr>
        <p:spPr>
          <a:xfrm>
            <a:off x="324887" y="3547835"/>
            <a:ext cx="11546987" cy="2840427"/>
          </a:xfrm>
          <a:prstGeom prst="rect">
            <a:avLst/>
          </a:prstGeom>
          <a:noFill/>
        </p:spPr>
        <p:txBody>
          <a:bodyPr wrap="square" lIns="35992" rIns="35992">
            <a:noAutofit/>
          </a:bodyPr>
          <a:lstStyle/>
          <a:p>
            <a:pPr lvl="1">
              <a:spcBef>
                <a:spcPts val="600"/>
              </a:spcBef>
            </a:pPr>
            <a:r>
              <a:rPr lang="es-ES" sz="1100" b="1" i="0" dirty="0">
                <a:solidFill>
                  <a:srgbClr val="374151"/>
                </a:solidFill>
                <a:effectLst/>
                <a:latin typeface="Roboto Thin" panose="02000000000000000000" pitchFamily="2" charset="0"/>
                <a:ea typeface="Roboto Thin" panose="02000000000000000000" pitchFamily="2" charset="0"/>
              </a:rPr>
              <a:t>Procesadores de alto rendimiento y supercomputadoras:</a:t>
            </a:r>
          </a:p>
          <a:p>
            <a:pPr marL="914438" lvl="2"/>
            <a:r>
              <a:rPr lang="es-ES" sz="1100" dirty="0">
                <a:solidFill>
                  <a:srgbClr val="374151"/>
                </a:solidFill>
                <a:latin typeface="Roboto Thin" panose="02000000000000000000" pitchFamily="2" charset="0"/>
                <a:ea typeface="Roboto Thin" panose="02000000000000000000" pitchFamily="2" charset="0"/>
              </a:rPr>
              <a:t>M</a:t>
            </a:r>
            <a:r>
              <a:rPr lang="es-ES" sz="1100" b="0" i="0" dirty="0">
                <a:solidFill>
                  <a:srgbClr val="374151"/>
                </a:solidFill>
                <a:effectLst/>
                <a:latin typeface="Roboto Thin" panose="02000000000000000000" pitchFamily="2" charset="0"/>
                <a:ea typeface="Roboto Thin" panose="02000000000000000000" pitchFamily="2" charset="0"/>
              </a:rPr>
              <a:t>icroprocesadores diseñados para aplicaciones que requieren una capacidad de procesamiento intensiva y computación de alto rendimiento.</a:t>
            </a:r>
          </a:p>
          <a:p>
            <a:pPr marL="914438" lvl="2"/>
            <a:r>
              <a:rPr lang="es-ES" sz="1100" b="0" i="0" dirty="0">
                <a:solidFill>
                  <a:srgbClr val="374151"/>
                </a:solidFill>
                <a:effectLst/>
                <a:latin typeface="Roboto Thin" panose="02000000000000000000" pitchFamily="2" charset="0"/>
                <a:ea typeface="Roboto Thin" panose="02000000000000000000" pitchFamily="2" charset="0"/>
              </a:rPr>
              <a:t>Procesadores IBM </a:t>
            </a:r>
            <a:r>
              <a:rPr lang="es-ES" sz="1100" b="0" i="0" dirty="0" err="1">
                <a:solidFill>
                  <a:srgbClr val="374151"/>
                </a:solidFill>
                <a:effectLst/>
                <a:latin typeface="Roboto Thin" panose="02000000000000000000" pitchFamily="2" charset="0"/>
                <a:ea typeface="Roboto Thin" panose="02000000000000000000" pitchFamily="2" charset="0"/>
              </a:rPr>
              <a:t>Power</a:t>
            </a:r>
            <a:r>
              <a:rPr lang="es-ES" sz="1100" b="0" i="0" dirty="0">
                <a:solidFill>
                  <a:srgbClr val="374151"/>
                </a:solidFill>
                <a:effectLst/>
                <a:latin typeface="Roboto Thin" panose="02000000000000000000" pitchFamily="2" charset="0"/>
                <a:ea typeface="Roboto Thin" panose="02000000000000000000" pitchFamily="2" charset="0"/>
              </a:rPr>
              <a:t> (utilizados en supercomputadoras como IBM Summit), aceleradores como los NVIDIA Tesla y AMD Radeon </a:t>
            </a:r>
            <a:r>
              <a:rPr lang="es-ES" sz="1100" b="0" i="0" dirty="0" err="1">
                <a:solidFill>
                  <a:srgbClr val="374151"/>
                </a:solidFill>
                <a:effectLst/>
                <a:latin typeface="Roboto Thin" panose="02000000000000000000" pitchFamily="2" charset="0"/>
                <a:ea typeface="Roboto Thin" panose="02000000000000000000" pitchFamily="2" charset="0"/>
              </a:rPr>
              <a:t>Instinct</a:t>
            </a:r>
            <a:r>
              <a:rPr lang="es-ES" sz="1100" b="0" i="0" dirty="0">
                <a:solidFill>
                  <a:srgbClr val="374151"/>
                </a:solidFill>
                <a:effectLst/>
                <a:latin typeface="Roboto Thin" panose="02000000000000000000" pitchFamily="2" charset="0"/>
                <a:ea typeface="Roboto Thin" panose="02000000000000000000" pitchFamily="2" charset="0"/>
              </a:rPr>
              <a:t>, procesadores Intel Xeon Phi.</a:t>
            </a:r>
          </a:p>
          <a:p>
            <a:pPr marL="914438" lvl="2"/>
            <a:endParaRPr lang="es-ES" sz="1100" b="0" i="0" dirty="0">
              <a:solidFill>
                <a:srgbClr val="374151"/>
              </a:solidFill>
              <a:effectLst/>
              <a:latin typeface="Roboto Thin" panose="02000000000000000000" pitchFamily="2" charset="0"/>
              <a:ea typeface="Roboto Thin" panose="02000000000000000000" pitchFamily="2" charset="0"/>
            </a:endParaRPr>
          </a:p>
          <a:p>
            <a:pPr lvl="1">
              <a:spcBef>
                <a:spcPts val="600"/>
              </a:spcBef>
            </a:pPr>
            <a:r>
              <a:rPr lang="es-ES" sz="1100" b="1" i="0" dirty="0">
                <a:solidFill>
                  <a:srgbClr val="374151"/>
                </a:solidFill>
                <a:effectLst/>
                <a:latin typeface="Roboto Thin" panose="02000000000000000000" pitchFamily="2" charset="0"/>
                <a:ea typeface="Roboto Thin" panose="02000000000000000000" pitchFamily="2" charset="0"/>
              </a:rPr>
              <a:t>Procesadores especializados en inteligencia artificial (IA) y aprendizaje automático (ML):</a:t>
            </a:r>
          </a:p>
          <a:p>
            <a:pPr marL="914438" lvl="2"/>
            <a:r>
              <a:rPr lang="es-ES" sz="1100" dirty="0">
                <a:solidFill>
                  <a:srgbClr val="374151"/>
                </a:solidFill>
                <a:latin typeface="Roboto Thin" panose="02000000000000000000" pitchFamily="2" charset="0"/>
                <a:ea typeface="Roboto Thin" panose="02000000000000000000" pitchFamily="2" charset="0"/>
              </a:rPr>
              <a:t>M</a:t>
            </a:r>
            <a:r>
              <a:rPr lang="es-ES" sz="1100" b="0" i="0" dirty="0">
                <a:solidFill>
                  <a:srgbClr val="374151"/>
                </a:solidFill>
                <a:effectLst/>
                <a:latin typeface="Roboto Thin" panose="02000000000000000000" pitchFamily="2" charset="0"/>
                <a:ea typeface="Roboto Thin" panose="02000000000000000000" pitchFamily="2" charset="0"/>
              </a:rPr>
              <a:t>icroprocesadores están optimizados para tareas de IA y ML, como el procesamiento de redes neuronales y algoritmos de aprendizaje profundo.</a:t>
            </a:r>
          </a:p>
          <a:p>
            <a:pPr marL="914438" lvl="2"/>
            <a:r>
              <a:rPr lang="es-ES" sz="1100" b="0" i="0" dirty="0">
                <a:solidFill>
                  <a:srgbClr val="374151"/>
                </a:solidFill>
                <a:effectLst/>
                <a:latin typeface="Roboto Thin" panose="02000000000000000000" pitchFamily="2" charset="0"/>
                <a:ea typeface="Roboto Thin" panose="02000000000000000000" pitchFamily="2" charset="0"/>
              </a:rPr>
              <a:t>Unidades de procesamiento de tensor (TPU) de Google, procesadores NVIDIA Tensor Core, procesadores Huawei </a:t>
            </a:r>
            <a:r>
              <a:rPr lang="es-ES" sz="1100" b="0" i="0" dirty="0" err="1">
                <a:solidFill>
                  <a:srgbClr val="374151"/>
                </a:solidFill>
                <a:effectLst/>
                <a:latin typeface="Roboto Thin" panose="02000000000000000000" pitchFamily="2" charset="0"/>
                <a:ea typeface="Roboto Thin" panose="02000000000000000000" pitchFamily="2" charset="0"/>
              </a:rPr>
              <a:t>Ascend</a:t>
            </a:r>
            <a:r>
              <a:rPr lang="es-ES" sz="1100" b="0" i="0" dirty="0">
                <a:solidFill>
                  <a:srgbClr val="374151"/>
                </a:solidFill>
                <a:effectLst/>
                <a:latin typeface="Roboto Thin" panose="02000000000000000000" pitchFamily="2" charset="0"/>
                <a:ea typeface="Roboto Thin" panose="02000000000000000000" pitchFamily="2" charset="0"/>
              </a:rPr>
              <a:t>, entre otros.</a:t>
            </a:r>
            <a:endParaRPr lang="es-AR" altLang="zh-CN" sz="1400" dirty="0">
              <a:solidFill>
                <a:srgbClr val="374151"/>
              </a:solidFill>
              <a:latin typeface="Roboto Thin" panose="02000000000000000000" pitchFamily="2" charset="0"/>
              <a:ea typeface="Roboto Thin" panose="02000000000000000000" pitchFamily="2" charset="0"/>
            </a:endParaRPr>
          </a:p>
        </p:txBody>
      </p:sp>
      <p:cxnSp>
        <p:nvCxnSpPr>
          <p:cNvPr id="60" name="直接连接符 115">
            <a:extLst>
              <a:ext uri="{FF2B5EF4-FFF2-40B4-BE49-F238E27FC236}">
                <a16:creationId xmlns="" xmlns:a16="http://schemas.microsoft.com/office/drawing/2014/main" id="{EA66E259-912A-0C9B-E71C-E47E6F2F1906}"/>
              </a:ext>
            </a:extLst>
          </p:cNvPr>
          <p:cNvCxnSpPr>
            <a:cxnSpLocks/>
          </p:cNvCxnSpPr>
          <p:nvPr/>
        </p:nvCxnSpPr>
        <p:spPr>
          <a:xfrm flipV="1">
            <a:off x="2570610" y="2956092"/>
            <a:ext cx="6735620" cy="30621"/>
          </a:xfrm>
          <a:prstGeom prst="line">
            <a:avLst/>
          </a:prstGeom>
          <a:noFill/>
          <a:ln w="9525" cap="flat" cmpd="sng" algn="ctr">
            <a:solidFill>
              <a:srgbClr val="080808"/>
            </a:solidFill>
            <a:prstDash val="dash"/>
          </a:ln>
          <a:effectLst/>
        </p:spPr>
      </p:cxnSp>
      <p:sp>
        <p:nvSpPr>
          <p:cNvPr id="74" name="圆角矩形 352">
            <a:extLst>
              <a:ext uri="{FF2B5EF4-FFF2-40B4-BE49-F238E27FC236}">
                <a16:creationId xmlns="" xmlns:a16="http://schemas.microsoft.com/office/drawing/2014/main" id="{B09896A5-2748-DE73-D62C-DB012A155EB2}"/>
              </a:ext>
            </a:extLst>
          </p:cNvPr>
          <p:cNvSpPr/>
          <p:nvPr/>
        </p:nvSpPr>
        <p:spPr>
          <a:xfrm>
            <a:off x="4417227" y="1419764"/>
            <a:ext cx="1226681" cy="1422810"/>
          </a:xfrm>
          <a:prstGeom prst="roundRect">
            <a:avLst/>
          </a:prstGeom>
          <a:noFill/>
          <a:ln w="12700" cap="flat" cmpd="sng" algn="ctr">
            <a:solidFill>
              <a:srgbClr val="080808"/>
            </a:solidFill>
            <a:prstDash val="solid"/>
            <a:miter lim="800000"/>
          </a:ln>
          <a:effectLst/>
        </p:spPr>
        <p:txBody>
          <a:bodyPr wrap="square" lIns="0" tIns="0" rIns="0" rtlCol="0" anchor="t">
            <a:noAutofit/>
          </a:bodyPr>
          <a:lstStyle/>
          <a:p>
            <a:pPr algn="ctr" defTabSz="914112" fontAlgn="ctr">
              <a:defRPr/>
            </a:pPr>
            <a:r>
              <a:rPr lang="es-AR" altLang="zh-CN" sz="1000" kern="0" dirty="0">
                <a:solidFill>
                  <a:prstClr val="black"/>
                </a:solidFill>
                <a:latin typeface="Roboto" panose="02000000000000000000" pitchFamily="2" charset="0"/>
                <a:ea typeface="Roboto" panose="02000000000000000000" pitchFamily="2" charset="0"/>
                <a:cs typeface="Arial" panose="020B0604020202020204" pitchFamily="34" charset="0"/>
              </a:rPr>
              <a:t>Procesadores </a:t>
            </a:r>
          </a:p>
          <a:p>
            <a:pPr algn="ctr" defTabSz="914112" fontAlgn="ctr">
              <a:defRPr/>
            </a:pPr>
            <a:r>
              <a:rPr lang="es-AR" altLang="zh-CN" sz="1000" kern="0" dirty="0">
                <a:solidFill>
                  <a:prstClr val="black"/>
                </a:solidFill>
                <a:latin typeface="Roboto" panose="02000000000000000000" pitchFamily="2" charset="0"/>
                <a:ea typeface="Roboto" panose="02000000000000000000" pitchFamily="2" charset="0"/>
                <a:cs typeface="Arial" panose="020B0604020202020204" pitchFamily="34" charset="0"/>
              </a:rPr>
              <a:t>Alto Rendimiento</a:t>
            </a:r>
          </a:p>
        </p:txBody>
      </p:sp>
      <p:sp>
        <p:nvSpPr>
          <p:cNvPr id="75" name="Rectangle 117">
            <a:extLst>
              <a:ext uri="{FF2B5EF4-FFF2-40B4-BE49-F238E27FC236}">
                <a16:creationId xmlns="" xmlns:a16="http://schemas.microsoft.com/office/drawing/2014/main" id="{A9F81795-743E-A05A-7982-2C2B5F9D501C}"/>
              </a:ext>
            </a:extLst>
          </p:cNvPr>
          <p:cNvSpPr>
            <a:spLocks noChangeArrowheads="1"/>
          </p:cNvSpPr>
          <p:nvPr/>
        </p:nvSpPr>
        <p:spPr bwMode="auto">
          <a:xfrm>
            <a:off x="4508564" y="1926955"/>
            <a:ext cx="477506" cy="360447"/>
          </a:xfrm>
          <a:prstGeom prst="rect">
            <a:avLst/>
          </a:prstGeom>
          <a:solidFill>
            <a:srgbClr val="0070C0"/>
          </a:solidFill>
          <a:ln w="15875">
            <a:noFill/>
          </a:ln>
          <a:effectLst/>
        </p:spPr>
        <p:txBody>
          <a:bodyPr vert="horz" wrap="square" lIns="0" tIns="60872" rIns="0" bIns="60872" numCol="1" rtlCol="0" anchor="ctr" anchorCtr="0" compatLnSpc="1">
            <a:prstTxWarp prst="textNoShape">
              <a:avLst/>
            </a:prstTxWarp>
            <a:noAutofit/>
          </a:bodyPr>
          <a:lstStyle/>
          <a:p>
            <a:pPr algn="ctr" defTabSz="799675" fontAlgn="ctr">
              <a:buClr>
                <a:srgbClr val="CC9900"/>
              </a:buClr>
              <a:defRPr/>
            </a:pPr>
            <a:r>
              <a:rPr lang="es-AR" sz="700" b="0" i="0" dirty="0">
                <a:solidFill>
                  <a:schemeClr val="bg2"/>
                </a:solidFill>
                <a:effectLst/>
                <a:latin typeface="Roboto" panose="02000000000000000000" pitchFamily="2" charset="0"/>
                <a:ea typeface="Roboto" panose="02000000000000000000" pitchFamily="2" charset="0"/>
              </a:rPr>
              <a:t>IBM </a:t>
            </a:r>
            <a:r>
              <a:rPr lang="es-AR" sz="700" b="0" i="0" dirty="0" err="1">
                <a:solidFill>
                  <a:schemeClr val="bg2"/>
                </a:solidFill>
                <a:effectLst/>
                <a:latin typeface="Roboto" panose="02000000000000000000" pitchFamily="2" charset="0"/>
                <a:ea typeface="Roboto" panose="02000000000000000000" pitchFamily="2" charset="0"/>
              </a:rPr>
              <a:t>Power</a:t>
            </a:r>
            <a:endParaRPr lang="es-AR" altLang="zh-CN" sz="700" kern="0" dirty="0">
              <a:solidFill>
                <a:schemeClr val="bg2"/>
              </a:solidFill>
              <a:latin typeface="Roboto" panose="02000000000000000000" pitchFamily="2" charset="0"/>
              <a:ea typeface="Roboto" panose="02000000000000000000" pitchFamily="2" charset="0"/>
              <a:cs typeface="Arial" panose="020B0604020202020204" pitchFamily="34" charset="0"/>
            </a:endParaRPr>
          </a:p>
        </p:txBody>
      </p:sp>
      <p:sp>
        <p:nvSpPr>
          <p:cNvPr id="76" name="Rectangle 117">
            <a:extLst>
              <a:ext uri="{FF2B5EF4-FFF2-40B4-BE49-F238E27FC236}">
                <a16:creationId xmlns="" xmlns:a16="http://schemas.microsoft.com/office/drawing/2014/main" id="{E45F59C4-136B-D0D4-A3DA-502E6DD91A0C}"/>
              </a:ext>
            </a:extLst>
          </p:cNvPr>
          <p:cNvSpPr>
            <a:spLocks noChangeArrowheads="1"/>
          </p:cNvSpPr>
          <p:nvPr/>
        </p:nvSpPr>
        <p:spPr bwMode="auto">
          <a:xfrm>
            <a:off x="5059347" y="1922259"/>
            <a:ext cx="496642" cy="356022"/>
          </a:xfrm>
          <a:prstGeom prst="rect">
            <a:avLst/>
          </a:prstGeom>
          <a:solidFill>
            <a:srgbClr val="2E75B6"/>
          </a:solidFill>
          <a:ln w="9525">
            <a:noFill/>
          </a:ln>
          <a:effectLst/>
        </p:spPr>
        <p:txBody>
          <a:bodyPr vert="horz" wrap="square" lIns="0" tIns="60886" rIns="0" bIns="60886" numCol="1" rtlCol="0" anchor="ctr" anchorCtr="0" compatLnSpc="1">
            <a:prstTxWarp prst="textNoShape">
              <a:avLst/>
            </a:prstTxWarp>
            <a:noAutofit/>
          </a:bodyPr>
          <a:lstStyle/>
          <a:p>
            <a:pPr algn="ctr" defTabSz="799835" fontAlgn="ctr">
              <a:spcBef>
                <a:spcPct val="0"/>
              </a:spcBef>
              <a:spcAft>
                <a:spcPct val="0"/>
              </a:spcAft>
              <a:buClr>
                <a:srgbClr val="CC9900"/>
              </a:buClr>
            </a:pPr>
            <a:r>
              <a:rPr lang="es-AR" sz="700" b="0" i="0" dirty="0">
                <a:solidFill>
                  <a:schemeClr val="bg2"/>
                </a:solidFill>
                <a:effectLst/>
                <a:latin typeface="Roboto" panose="02000000000000000000" pitchFamily="2" charset="0"/>
                <a:ea typeface="Roboto" panose="02000000000000000000" pitchFamily="2" charset="0"/>
              </a:rPr>
              <a:t>NVIDIA Tesla</a:t>
            </a:r>
            <a:endParaRPr lang="es-AR" altLang="zh-CN" sz="700" dirty="0">
              <a:solidFill>
                <a:schemeClr val="bg2"/>
              </a:solidFill>
              <a:latin typeface="Roboto" panose="02000000000000000000" pitchFamily="2" charset="0"/>
              <a:ea typeface="Roboto" panose="02000000000000000000" pitchFamily="2" charset="0"/>
              <a:cs typeface="Arial" panose="020B0604020202020204" pitchFamily="34" charset="0"/>
            </a:endParaRPr>
          </a:p>
        </p:txBody>
      </p:sp>
      <p:sp>
        <p:nvSpPr>
          <p:cNvPr id="77" name="Rectangle 117">
            <a:extLst>
              <a:ext uri="{FF2B5EF4-FFF2-40B4-BE49-F238E27FC236}">
                <a16:creationId xmlns="" xmlns:a16="http://schemas.microsoft.com/office/drawing/2014/main" id="{72E77195-205B-70BD-5EE8-837F61A356B6}"/>
              </a:ext>
            </a:extLst>
          </p:cNvPr>
          <p:cNvSpPr>
            <a:spLocks noChangeArrowheads="1"/>
          </p:cNvSpPr>
          <p:nvPr/>
        </p:nvSpPr>
        <p:spPr bwMode="auto">
          <a:xfrm>
            <a:off x="4515945" y="2334090"/>
            <a:ext cx="470125" cy="360447"/>
          </a:xfrm>
          <a:prstGeom prst="rect">
            <a:avLst/>
          </a:prstGeom>
          <a:solidFill>
            <a:srgbClr val="2E75B6"/>
          </a:solidFill>
          <a:ln w="9525">
            <a:noFill/>
          </a:ln>
          <a:effectLst/>
        </p:spPr>
        <p:txBody>
          <a:bodyPr vert="horz" wrap="square" lIns="0" tIns="60886" rIns="0" bIns="60886" numCol="1" rtlCol="0" anchor="ctr" anchorCtr="0" compatLnSpc="1">
            <a:prstTxWarp prst="textNoShape">
              <a:avLst/>
            </a:prstTxWarp>
            <a:noAutofit/>
          </a:bodyPr>
          <a:lstStyle/>
          <a:p>
            <a:pPr algn="ctr" defTabSz="799835" fontAlgn="ctr">
              <a:spcBef>
                <a:spcPct val="0"/>
              </a:spcBef>
              <a:spcAft>
                <a:spcPct val="0"/>
              </a:spcAft>
              <a:buClr>
                <a:srgbClr val="CC9900"/>
              </a:buClr>
            </a:pPr>
            <a:r>
              <a:rPr lang="es-AR" sz="600" b="0" i="0" dirty="0">
                <a:solidFill>
                  <a:schemeClr val="bg2"/>
                </a:solidFill>
                <a:effectLst/>
                <a:latin typeface="Roboto" panose="02000000000000000000" pitchFamily="2" charset="0"/>
                <a:ea typeface="Roboto" panose="02000000000000000000" pitchFamily="2" charset="0"/>
              </a:rPr>
              <a:t>AMD </a:t>
            </a:r>
          </a:p>
          <a:p>
            <a:pPr algn="ctr" defTabSz="799835" fontAlgn="ctr">
              <a:spcBef>
                <a:spcPct val="0"/>
              </a:spcBef>
              <a:spcAft>
                <a:spcPct val="0"/>
              </a:spcAft>
              <a:buClr>
                <a:srgbClr val="CC9900"/>
              </a:buClr>
            </a:pPr>
            <a:r>
              <a:rPr lang="es-AR" sz="600" b="0" i="0" dirty="0">
                <a:solidFill>
                  <a:schemeClr val="bg2"/>
                </a:solidFill>
                <a:effectLst/>
                <a:latin typeface="Roboto" panose="02000000000000000000" pitchFamily="2" charset="0"/>
                <a:ea typeface="Roboto" panose="02000000000000000000" pitchFamily="2" charset="0"/>
              </a:rPr>
              <a:t>Radeon </a:t>
            </a:r>
            <a:r>
              <a:rPr lang="es-AR" sz="600" b="0" i="0" dirty="0" err="1">
                <a:solidFill>
                  <a:schemeClr val="bg2"/>
                </a:solidFill>
                <a:effectLst/>
                <a:latin typeface="Roboto" panose="02000000000000000000" pitchFamily="2" charset="0"/>
                <a:ea typeface="Roboto" panose="02000000000000000000" pitchFamily="2" charset="0"/>
              </a:rPr>
              <a:t>Instinct</a:t>
            </a:r>
            <a:endParaRPr lang="es-AR" altLang="zh-CN" sz="600" dirty="0">
              <a:solidFill>
                <a:schemeClr val="bg2"/>
              </a:solidFill>
              <a:latin typeface="Roboto" panose="02000000000000000000" pitchFamily="2" charset="0"/>
              <a:ea typeface="Roboto" panose="02000000000000000000" pitchFamily="2" charset="0"/>
              <a:cs typeface="Arial" panose="020B0604020202020204" pitchFamily="34" charset="0"/>
            </a:endParaRPr>
          </a:p>
        </p:txBody>
      </p:sp>
      <p:sp>
        <p:nvSpPr>
          <p:cNvPr id="78" name="圆角矩形 352">
            <a:extLst>
              <a:ext uri="{FF2B5EF4-FFF2-40B4-BE49-F238E27FC236}">
                <a16:creationId xmlns="" xmlns:a16="http://schemas.microsoft.com/office/drawing/2014/main" id="{1A019EBB-83D4-666C-8839-216E6B07803D}"/>
              </a:ext>
            </a:extLst>
          </p:cNvPr>
          <p:cNvSpPr/>
          <p:nvPr/>
        </p:nvSpPr>
        <p:spPr>
          <a:xfrm>
            <a:off x="5826888" y="1407625"/>
            <a:ext cx="1150023" cy="1434949"/>
          </a:xfrm>
          <a:prstGeom prst="roundRect">
            <a:avLst/>
          </a:prstGeom>
          <a:noFill/>
          <a:ln w="12700" cap="flat" cmpd="sng" algn="ctr">
            <a:solidFill>
              <a:srgbClr val="080808"/>
            </a:solidFill>
            <a:prstDash val="solid"/>
            <a:miter lim="800000"/>
          </a:ln>
          <a:effectLst/>
        </p:spPr>
        <p:txBody>
          <a:bodyPr wrap="square" lIns="0" tIns="0" rIns="0" rtlCol="0" anchor="t">
            <a:noAutofit/>
          </a:bodyPr>
          <a:lstStyle/>
          <a:p>
            <a:pPr algn="ctr" defTabSz="914112" fontAlgn="ctr">
              <a:defRPr/>
            </a:pPr>
            <a:r>
              <a:rPr lang="es-AR" altLang="zh-CN" sz="1000" kern="0" dirty="0">
                <a:solidFill>
                  <a:prstClr val="black"/>
                </a:solidFill>
                <a:latin typeface="Roboto" panose="02000000000000000000" pitchFamily="2" charset="0"/>
                <a:ea typeface="Roboto" panose="02000000000000000000" pitchFamily="2" charset="0"/>
                <a:cs typeface="Arial" panose="020B0604020202020204" pitchFamily="34" charset="0"/>
              </a:rPr>
              <a:t>Procesadores </a:t>
            </a:r>
          </a:p>
          <a:p>
            <a:pPr algn="ctr" defTabSz="914112" fontAlgn="ctr">
              <a:defRPr/>
            </a:pPr>
            <a:r>
              <a:rPr lang="es-AR" altLang="zh-CN" sz="1000" kern="0" dirty="0">
                <a:solidFill>
                  <a:prstClr val="black"/>
                </a:solidFill>
                <a:latin typeface="Roboto" panose="02000000000000000000" pitchFamily="2" charset="0"/>
                <a:ea typeface="Roboto" panose="02000000000000000000" pitchFamily="2" charset="0"/>
                <a:cs typeface="Arial" panose="020B0604020202020204" pitchFamily="34" charset="0"/>
              </a:rPr>
              <a:t>Esp. IA y ML</a:t>
            </a:r>
          </a:p>
        </p:txBody>
      </p:sp>
      <p:sp>
        <p:nvSpPr>
          <p:cNvPr id="79" name="Rectangle 117">
            <a:extLst>
              <a:ext uri="{FF2B5EF4-FFF2-40B4-BE49-F238E27FC236}">
                <a16:creationId xmlns="" xmlns:a16="http://schemas.microsoft.com/office/drawing/2014/main" id="{97F17B9D-E07D-D951-D66E-12231337D883}"/>
              </a:ext>
            </a:extLst>
          </p:cNvPr>
          <p:cNvSpPr>
            <a:spLocks noChangeArrowheads="1"/>
          </p:cNvSpPr>
          <p:nvPr/>
        </p:nvSpPr>
        <p:spPr bwMode="auto">
          <a:xfrm>
            <a:off x="5928825" y="1911934"/>
            <a:ext cx="400076" cy="360447"/>
          </a:xfrm>
          <a:prstGeom prst="rect">
            <a:avLst/>
          </a:prstGeom>
          <a:solidFill>
            <a:srgbClr val="0070C0"/>
          </a:solidFill>
          <a:ln w="15875">
            <a:noFill/>
          </a:ln>
          <a:effectLst/>
        </p:spPr>
        <p:txBody>
          <a:bodyPr vert="horz" wrap="square" lIns="0" tIns="60872" rIns="0" bIns="60872" numCol="1" rtlCol="0" anchor="ctr" anchorCtr="0" compatLnSpc="1">
            <a:prstTxWarp prst="textNoShape">
              <a:avLst/>
            </a:prstTxWarp>
            <a:noAutofit/>
          </a:bodyPr>
          <a:lstStyle/>
          <a:p>
            <a:pPr algn="ctr" defTabSz="799675" fontAlgn="ctr">
              <a:buClr>
                <a:srgbClr val="CC9900"/>
              </a:buClr>
              <a:defRPr/>
            </a:pPr>
            <a:r>
              <a:rPr lang="es-AR" sz="700" dirty="0">
                <a:solidFill>
                  <a:schemeClr val="bg2"/>
                </a:solidFill>
                <a:latin typeface="Roboto" panose="02000000000000000000" pitchFamily="2" charset="0"/>
                <a:ea typeface="Roboto" panose="02000000000000000000" pitchFamily="2" charset="0"/>
                <a:cs typeface="Arial" panose="020B0604020202020204" pitchFamily="34" charset="0"/>
              </a:rPr>
              <a:t>Tensor (TPU)</a:t>
            </a:r>
            <a:endParaRPr lang="es-AR" altLang="zh-CN" sz="700" dirty="0">
              <a:solidFill>
                <a:schemeClr val="bg2"/>
              </a:solidFill>
              <a:latin typeface="Roboto" panose="02000000000000000000" pitchFamily="2" charset="0"/>
              <a:ea typeface="Roboto" panose="02000000000000000000" pitchFamily="2" charset="0"/>
              <a:cs typeface="Arial" panose="020B0604020202020204" pitchFamily="34" charset="0"/>
            </a:endParaRPr>
          </a:p>
        </p:txBody>
      </p:sp>
      <p:sp>
        <p:nvSpPr>
          <p:cNvPr id="80" name="Rectangle 117">
            <a:extLst>
              <a:ext uri="{FF2B5EF4-FFF2-40B4-BE49-F238E27FC236}">
                <a16:creationId xmlns="" xmlns:a16="http://schemas.microsoft.com/office/drawing/2014/main" id="{6D0B94F3-5DD7-81C4-7B8E-3BDA3646D45F}"/>
              </a:ext>
            </a:extLst>
          </p:cNvPr>
          <p:cNvSpPr>
            <a:spLocks noChangeArrowheads="1"/>
          </p:cNvSpPr>
          <p:nvPr/>
        </p:nvSpPr>
        <p:spPr bwMode="auto">
          <a:xfrm>
            <a:off x="6392118" y="1910120"/>
            <a:ext cx="464144" cy="356022"/>
          </a:xfrm>
          <a:prstGeom prst="rect">
            <a:avLst/>
          </a:prstGeom>
          <a:solidFill>
            <a:srgbClr val="2E75B6"/>
          </a:solidFill>
          <a:ln w="9525">
            <a:noFill/>
          </a:ln>
          <a:effectLst/>
        </p:spPr>
        <p:txBody>
          <a:bodyPr vert="horz" wrap="square" lIns="0" tIns="60886" rIns="0" bIns="60886" numCol="1" rtlCol="0" anchor="ctr" anchorCtr="0" compatLnSpc="1">
            <a:prstTxWarp prst="textNoShape">
              <a:avLst/>
            </a:prstTxWarp>
            <a:noAutofit/>
          </a:bodyPr>
          <a:lstStyle/>
          <a:p>
            <a:pPr algn="ctr" defTabSz="799675" fontAlgn="ctr">
              <a:spcBef>
                <a:spcPct val="0"/>
              </a:spcBef>
              <a:spcAft>
                <a:spcPct val="0"/>
              </a:spcAft>
              <a:buClr>
                <a:srgbClr val="CC9900"/>
              </a:buClr>
              <a:defRPr/>
            </a:pPr>
            <a:r>
              <a:rPr lang="es-AR" sz="700" dirty="0">
                <a:solidFill>
                  <a:schemeClr val="bg2"/>
                </a:solidFill>
                <a:latin typeface="Roboto" panose="02000000000000000000" pitchFamily="2" charset="0"/>
                <a:ea typeface="Roboto" panose="02000000000000000000" pitchFamily="2" charset="0"/>
                <a:cs typeface="Arial" panose="020B0604020202020204" pitchFamily="34" charset="0"/>
              </a:rPr>
              <a:t>NVIDIA Tensor Core</a:t>
            </a:r>
            <a:endParaRPr lang="es-AR" altLang="zh-CN" sz="700" dirty="0">
              <a:solidFill>
                <a:schemeClr val="bg2"/>
              </a:solidFill>
              <a:latin typeface="Roboto" panose="02000000000000000000" pitchFamily="2" charset="0"/>
              <a:ea typeface="Roboto" panose="02000000000000000000" pitchFamily="2" charset="0"/>
              <a:cs typeface="Arial" panose="020B0604020202020204" pitchFamily="34" charset="0"/>
            </a:endParaRPr>
          </a:p>
        </p:txBody>
      </p:sp>
      <p:sp>
        <p:nvSpPr>
          <p:cNvPr id="81" name="Rectangle 117">
            <a:extLst>
              <a:ext uri="{FF2B5EF4-FFF2-40B4-BE49-F238E27FC236}">
                <a16:creationId xmlns="" xmlns:a16="http://schemas.microsoft.com/office/drawing/2014/main" id="{97E418A4-A85E-EB97-EF53-4C2E1F5222B9}"/>
              </a:ext>
            </a:extLst>
          </p:cNvPr>
          <p:cNvSpPr>
            <a:spLocks noChangeArrowheads="1"/>
          </p:cNvSpPr>
          <p:nvPr/>
        </p:nvSpPr>
        <p:spPr bwMode="auto">
          <a:xfrm>
            <a:off x="5939554" y="2325916"/>
            <a:ext cx="396897" cy="373563"/>
          </a:xfrm>
          <a:prstGeom prst="rect">
            <a:avLst/>
          </a:prstGeom>
          <a:solidFill>
            <a:srgbClr val="2E75B6"/>
          </a:solidFill>
          <a:ln w="9525">
            <a:noFill/>
          </a:ln>
          <a:effectLst/>
        </p:spPr>
        <p:txBody>
          <a:bodyPr vert="horz" wrap="square" lIns="0" tIns="60886" rIns="0" bIns="60886" numCol="1" rtlCol="0" anchor="ctr" anchorCtr="0" compatLnSpc="1">
            <a:prstTxWarp prst="textNoShape">
              <a:avLst/>
            </a:prstTxWarp>
            <a:noAutofit/>
          </a:bodyPr>
          <a:lstStyle/>
          <a:p>
            <a:pPr algn="ctr" defTabSz="799835" fontAlgn="ctr">
              <a:spcBef>
                <a:spcPct val="0"/>
              </a:spcBef>
              <a:spcAft>
                <a:spcPct val="0"/>
              </a:spcAft>
              <a:buClr>
                <a:srgbClr val="CC9900"/>
              </a:buClr>
            </a:pPr>
            <a:r>
              <a:rPr lang="es-AR" sz="700" dirty="0">
                <a:solidFill>
                  <a:schemeClr val="bg2"/>
                </a:solidFill>
                <a:latin typeface="Roboto" panose="02000000000000000000" pitchFamily="2" charset="0"/>
                <a:ea typeface="Roboto" panose="02000000000000000000" pitchFamily="2" charset="0"/>
                <a:cs typeface="Arial" panose="020B0604020202020204" pitchFamily="34" charset="0"/>
              </a:rPr>
              <a:t>Huawei </a:t>
            </a:r>
            <a:r>
              <a:rPr lang="es-AR" sz="700" dirty="0" err="1">
                <a:solidFill>
                  <a:schemeClr val="bg2"/>
                </a:solidFill>
                <a:latin typeface="Roboto" panose="02000000000000000000" pitchFamily="2" charset="0"/>
                <a:ea typeface="Roboto" panose="02000000000000000000" pitchFamily="2" charset="0"/>
                <a:cs typeface="Arial" panose="020B0604020202020204" pitchFamily="34" charset="0"/>
              </a:rPr>
              <a:t>Ascend</a:t>
            </a:r>
            <a:endParaRPr lang="es-AR" altLang="zh-CN" sz="700" dirty="0">
              <a:solidFill>
                <a:schemeClr val="bg2"/>
              </a:solidFill>
              <a:latin typeface="Roboto" panose="02000000000000000000" pitchFamily="2" charset="0"/>
              <a:ea typeface="Roboto" panose="02000000000000000000" pitchFamily="2" charset="0"/>
              <a:cs typeface="Arial" panose="020B0604020202020204" pitchFamily="34" charset="0"/>
            </a:endParaRPr>
          </a:p>
        </p:txBody>
      </p:sp>
      <p:sp>
        <p:nvSpPr>
          <p:cNvPr id="82" name="Rectangle 117">
            <a:extLst>
              <a:ext uri="{FF2B5EF4-FFF2-40B4-BE49-F238E27FC236}">
                <a16:creationId xmlns="" xmlns:a16="http://schemas.microsoft.com/office/drawing/2014/main" id="{4C41F948-4874-FCDA-A3BB-E9F1D85531FA}"/>
              </a:ext>
            </a:extLst>
          </p:cNvPr>
          <p:cNvSpPr>
            <a:spLocks noChangeArrowheads="1"/>
          </p:cNvSpPr>
          <p:nvPr/>
        </p:nvSpPr>
        <p:spPr bwMode="auto">
          <a:xfrm>
            <a:off x="5047873" y="2325916"/>
            <a:ext cx="496642" cy="373563"/>
          </a:xfrm>
          <a:prstGeom prst="rect">
            <a:avLst/>
          </a:prstGeom>
          <a:solidFill>
            <a:srgbClr val="0070C0"/>
          </a:solidFill>
          <a:ln w="15875">
            <a:noFill/>
          </a:ln>
          <a:effectLst/>
        </p:spPr>
        <p:txBody>
          <a:bodyPr vert="horz" wrap="square" lIns="0" tIns="60872" rIns="0" bIns="60872" numCol="1" rtlCol="0" anchor="ctr" anchorCtr="0" compatLnSpc="1">
            <a:prstTxWarp prst="textNoShape">
              <a:avLst/>
            </a:prstTxWarp>
            <a:noAutofit/>
          </a:bodyPr>
          <a:lstStyle/>
          <a:p>
            <a:pPr algn="ctr" defTabSz="799675" fontAlgn="ctr">
              <a:buClr>
                <a:srgbClr val="CC9900"/>
              </a:buClr>
              <a:defRPr/>
            </a:pPr>
            <a:r>
              <a:rPr lang="es-AR" sz="700" b="0" i="0" dirty="0">
                <a:solidFill>
                  <a:schemeClr val="bg2"/>
                </a:solidFill>
                <a:effectLst/>
                <a:latin typeface="Roboto" panose="02000000000000000000" pitchFamily="2" charset="0"/>
                <a:ea typeface="Roboto" panose="02000000000000000000" pitchFamily="2" charset="0"/>
              </a:rPr>
              <a:t>Intel Xeon Phi</a:t>
            </a:r>
            <a:endParaRPr lang="es-AR" altLang="zh-CN" sz="700" kern="0" dirty="0">
              <a:solidFill>
                <a:schemeClr val="bg2"/>
              </a:solidFill>
              <a:latin typeface="Roboto" panose="02000000000000000000" pitchFamily="2" charset="0"/>
              <a:ea typeface="Roboto" panose="02000000000000000000" pitchFamily="2" charset="0"/>
              <a:cs typeface="Arial" panose="020B0604020202020204" pitchFamily="34" charset="0"/>
            </a:endParaRPr>
          </a:p>
        </p:txBody>
      </p:sp>
      <p:sp>
        <p:nvSpPr>
          <p:cNvPr id="83" name="Rectangle 117">
            <a:extLst>
              <a:ext uri="{FF2B5EF4-FFF2-40B4-BE49-F238E27FC236}">
                <a16:creationId xmlns="" xmlns:a16="http://schemas.microsoft.com/office/drawing/2014/main" id="{EC169562-7D9B-9832-101A-2E6B06A4FC72}"/>
              </a:ext>
            </a:extLst>
          </p:cNvPr>
          <p:cNvSpPr>
            <a:spLocks noChangeArrowheads="1"/>
          </p:cNvSpPr>
          <p:nvPr/>
        </p:nvSpPr>
        <p:spPr bwMode="auto">
          <a:xfrm>
            <a:off x="6397101" y="2325917"/>
            <a:ext cx="459161" cy="382300"/>
          </a:xfrm>
          <a:prstGeom prst="rect">
            <a:avLst/>
          </a:prstGeom>
          <a:solidFill>
            <a:srgbClr val="0070C0"/>
          </a:solidFill>
          <a:ln w="15875">
            <a:noFill/>
          </a:ln>
          <a:effectLst/>
        </p:spPr>
        <p:txBody>
          <a:bodyPr vert="horz" wrap="square" lIns="0" tIns="60872" rIns="0" bIns="60872" numCol="1" rtlCol="0" anchor="ctr" anchorCtr="0" compatLnSpc="1">
            <a:prstTxWarp prst="textNoShape">
              <a:avLst/>
            </a:prstTxWarp>
            <a:noAutofit/>
          </a:bodyPr>
          <a:lstStyle/>
          <a:p>
            <a:pPr algn="ctr" defTabSz="799675" fontAlgn="ctr">
              <a:buClr>
                <a:srgbClr val="CC9900"/>
              </a:buClr>
              <a:defRPr/>
            </a:pPr>
            <a:r>
              <a:rPr lang="es-AR" sz="700" dirty="0">
                <a:solidFill>
                  <a:schemeClr val="bg2"/>
                </a:solidFill>
                <a:latin typeface="Roboto" panose="02000000000000000000" pitchFamily="2" charset="0"/>
                <a:ea typeface="Roboto" panose="02000000000000000000" pitchFamily="2" charset="0"/>
                <a:cs typeface="Arial" panose="020B0604020202020204" pitchFamily="34" charset="0"/>
              </a:rPr>
              <a:t>AWS </a:t>
            </a:r>
            <a:r>
              <a:rPr lang="es-AR" sz="700" dirty="0" err="1">
                <a:solidFill>
                  <a:schemeClr val="bg2"/>
                </a:solidFill>
                <a:latin typeface="Roboto" panose="02000000000000000000" pitchFamily="2" charset="0"/>
                <a:ea typeface="Roboto" panose="02000000000000000000" pitchFamily="2" charset="0"/>
                <a:cs typeface="Arial" panose="020B0604020202020204" pitchFamily="34" charset="0"/>
              </a:rPr>
              <a:t>Inferentia</a:t>
            </a:r>
            <a:endParaRPr lang="es-AR" altLang="zh-CN" sz="700" dirty="0">
              <a:solidFill>
                <a:schemeClr val="bg2"/>
              </a:solidFill>
              <a:latin typeface="Roboto" panose="02000000000000000000" pitchFamily="2" charset="0"/>
              <a:ea typeface="Roboto" panose="02000000000000000000" pitchFamily="2" charset="0"/>
              <a:cs typeface="Arial" panose="020B0604020202020204" pitchFamily="34" charset="0"/>
            </a:endParaRPr>
          </a:p>
        </p:txBody>
      </p:sp>
      <p:cxnSp>
        <p:nvCxnSpPr>
          <p:cNvPr id="84" name="直接连接符 114">
            <a:extLst>
              <a:ext uri="{FF2B5EF4-FFF2-40B4-BE49-F238E27FC236}">
                <a16:creationId xmlns="" xmlns:a16="http://schemas.microsoft.com/office/drawing/2014/main" id="{58C7DF6C-1D6A-F121-3460-3551DFC9A531}"/>
              </a:ext>
            </a:extLst>
          </p:cNvPr>
          <p:cNvCxnSpPr>
            <a:cxnSpLocks/>
          </p:cNvCxnSpPr>
          <p:nvPr/>
        </p:nvCxnSpPr>
        <p:spPr>
          <a:xfrm>
            <a:off x="2570610" y="1323575"/>
            <a:ext cx="6735620" cy="0"/>
          </a:xfrm>
          <a:prstGeom prst="line">
            <a:avLst/>
          </a:prstGeom>
          <a:noFill/>
          <a:ln w="9525" cap="flat" cmpd="sng" algn="ctr">
            <a:solidFill>
              <a:srgbClr val="080808"/>
            </a:solidFill>
            <a:prstDash val="dash"/>
          </a:ln>
          <a:effectLst/>
        </p:spPr>
      </p:cxnSp>
      <p:sp>
        <p:nvSpPr>
          <p:cNvPr id="5" name="CuadroTexto 4">
            <a:extLst>
              <a:ext uri="{FF2B5EF4-FFF2-40B4-BE49-F238E27FC236}">
                <a16:creationId xmlns="" xmlns:a16="http://schemas.microsoft.com/office/drawing/2014/main" id="{04EF114E-C31C-C48D-79E4-E8E34A52F121}"/>
              </a:ext>
            </a:extLst>
          </p:cNvPr>
          <p:cNvSpPr txBox="1"/>
          <p:nvPr/>
        </p:nvSpPr>
        <p:spPr>
          <a:xfrm>
            <a:off x="97241" y="233307"/>
            <a:ext cx="3662148" cy="646331"/>
          </a:xfrm>
          <a:prstGeom prst="rect">
            <a:avLst/>
          </a:prstGeom>
          <a:noFill/>
        </p:spPr>
        <p:txBody>
          <a:bodyPr wrap="square">
            <a:spAutoFit/>
          </a:bodyPr>
          <a:lstStyle/>
          <a:p>
            <a:pPr defTabSz="914217" fontAlgn="ctr">
              <a:spcBef>
                <a:spcPct val="0"/>
              </a:spcBef>
              <a:spcAft>
                <a:spcPct val="0"/>
              </a:spcAft>
            </a:pPr>
            <a:r>
              <a:rPr lang="es-AR" sz="1800" dirty="0">
                <a:solidFill>
                  <a:srgbClr val="C00000"/>
                </a:solidFill>
                <a:latin typeface="Roboto Medium" panose="02000000000000000000" pitchFamily="2" charset="0"/>
                <a:ea typeface="Roboto Medium" panose="02000000000000000000" pitchFamily="2" charset="0"/>
                <a:cs typeface="Arial" panose="020B0604020202020204" pitchFamily="34" charset="0"/>
              </a:rPr>
              <a:t>Capa </a:t>
            </a:r>
            <a:r>
              <a:rPr lang="es-AR" dirty="0">
                <a:solidFill>
                  <a:srgbClr val="C00000"/>
                </a:solidFill>
                <a:latin typeface="Roboto Medium" panose="02000000000000000000" pitchFamily="2" charset="0"/>
                <a:ea typeface="Roboto Medium" panose="02000000000000000000" pitchFamily="2" charset="0"/>
                <a:cs typeface="Arial" panose="020B0604020202020204" pitchFamily="34" charset="0"/>
              </a:rPr>
              <a:t>física: </a:t>
            </a:r>
            <a:r>
              <a:rPr lang="es-ES" dirty="0">
                <a:solidFill>
                  <a:srgbClr val="C00000"/>
                </a:solidFill>
                <a:latin typeface="Roboto Medium" panose="02000000000000000000" pitchFamily="2" charset="0"/>
                <a:ea typeface="Roboto Medium" panose="02000000000000000000" pitchFamily="2" charset="0"/>
                <a:cs typeface="Arial" panose="020B0604020202020204" pitchFamily="34" charset="0"/>
              </a:rPr>
              <a:t>Procesamiento</a:t>
            </a:r>
            <a:endParaRPr lang="es-AR" dirty="0">
              <a:solidFill>
                <a:srgbClr val="C00000"/>
              </a:solidFill>
              <a:latin typeface="Roboto Medium" panose="02000000000000000000" pitchFamily="2" charset="0"/>
              <a:ea typeface="Roboto Medium" panose="02000000000000000000" pitchFamily="2" charset="0"/>
              <a:cs typeface="Arial" panose="020B0604020202020204" pitchFamily="34" charset="0"/>
            </a:endParaRPr>
          </a:p>
          <a:p>
            <a:pPr defTabSz="914217" fontAlgn="ctr">
              <a:spcBef>
                <a:spcPct val="0"/>
              </a:spcBef>
              <a:spcAft>
                <a:spcPct val="0"/>
              </a:spcAft>
            </a:pPr>
            <a:endParaRPr lang="es-AR" sz="1800" dirty="0">
              <a:solidFill>
                <a:srgbClr val="C00000"/>
              </a:solidFill>
              <a:latin typeface="Roboto Medium" panose="02000000000000000000" pitchFamily="2" charset="0"/>
              <a:ea typeface="Roboto Medium" panose="02000000000000000000" pitchFamily="2" charset="0"/>
              <a:cs typeface="Arial" panose="020B0604020202020204" pitchFamily="34" charset="0"/>
            </a:endParaRPr>
          </a:p>
        </p:txBody>
      </p:sp>
      <p:cxnSp>
        <p:nvCxnSpPr>
          <p:cNvPr id="4" name="直接连接符 49">
            <a:extLst>
              <a:ext uri="{FF2B5EF4-FFF2-40B4-BE49-F238E27FC236}">
                <a16:creationId xmlns="" xmlns:a16="http://schemas.microsoft.com/office/drawing/2014/main" id="{CE4F0817-60F7-3552-C60C-971CA5C6F17A}"/>
              </a:ext>
            </a:extLst>
          </p:cNvPr>
          <p:cNvCxnSpPr>
            <a:cxnSpLocks/>
          </p:cNvCxnSpPr>
          <p:nvPr/>
        </p:nvCxnSpPr>
        <p:spPr>
          <a:xfrm>
            <a:off x="149751" y="648197"/>
            <a:ext cx="3069699" cy="0"/>
          </a:xfrm>
          <a:prstGeom prst="line">
            <a:avLst/>
          </a:prstGeom>
          <a:ln w="19050">
            <a:solidFill>
              <a:srgbClr val="575756"/>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0779182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304">
            <a:extLst>
              <a:ext uri="{FF2B5EF4-FFF2-40B4-BE49-F238E27FC236}">
                <a16:creationId xmlns="" xmlns:a16="http://schemas.microsoft.com/office/drawing/2014/main" id="{7013279A-F575-DE60-B1B4-CA0AC19A1AF4}"/>
              </a:ext>
            </a:extLst>
          </p:cNvPr>
          <p:cNvSpPr/>
          <p:nvPr/>
        </p:nvSpPr>
        <p:spPr>
          <a:xfrm>
            <a:off x="461544" y="1001500"/>
            <a:ext cx="11051005" cy="4576789"/>
          </a:xfrm>
          <a:prstGeom prst="rect">
            <a:avLst/>
          </a:prstGeom>
          <a:noFill/>
        </p:spPr>
        <p:txBody>
          <a:bodyPr wrap="square" lIns="35992" rIns="35992">
            <a:noAutofit/>
          </a:bodyPr>
          <a:lstStyle/>
          <a:p>
            <a:pPr lvl="1">
              <a:spcBef>
                <a:spcPts val="600"/>
              </a:spcBef>
            </a:pPr>
            <a:r>
              <a:rPr lang="es-ES" sz="1100" b="1" dirty="0">
                <a:solidFill>
                  <a:srgbClr val="374151"/>
                </a:solidFill>
                <a:latin typeface="Roboto Thin" panose="02000000000000000000" pitchFamily="2" charset="0"/>
                <a:ea typeface="Roboto Thin" panose="02000000000000000000" pitchFamily="2" charset="0"/>
                <a:cs typeface="Arial" panose="020B0604020202020204" pitchFamily="34" charset="0"/>
              </a:rPr>
              <a:t>I</a:t>
            </a:r>
            <a:r>
              <a:rPr lang="es-ES" sz="1100" b="1" dirty="0">
                <a:solidFill>
                  <a:prstClr val="black"/>
                </a:solidFill>
                <a:latin typeface="Roboto Thin" panose="02000000000000000000" pitchFamily="2" charset="0"/>
                <a:ea typeface="Roboto Thin" panose="02000000000000000000" pitchFamily="2" charset="0"/>
                <a:cs typeface="Arial" panose="020B0604020202020204" pitchFamily="34" charset="0"/>
              </a:rPr>
              <a:t>nterfaz de usuario (UI).</a:t>
            </a:r>
            <a:br>
              <a:rPr lang="es-ES" sz="1100" b="1" dirty="0">
                <a:solidFill>
                  <a:prstClr val="black"/>
                </a:solidFill>
                <a:latin typeface="Roboto Thin" panose="02000000000000000000" pitchFamily="2" charset="0"/>
                <a:ea typeface="Roboto Thin" panose="02000000000000000000" pitchFamily="2" charset="0"/>
                <a:cs typeface="Arial" panose="020B0604020202020204" pitchFamily="34" charset="0"/>
              </a:rPr>
            </a:br>
            <a:r>
              <a:rPr lang="es-ES" sz="1100" dirty="0">
                <a:solidFill>
                  <a:srgbClr val="374151"/>
                </a:solidFill>
                <a:latin typeface="Roboto Thin" panose="02000000000000000000" pitchFamily="2" charset="0"/>
                <a:ea typeface="Roboto Thin" panose="02000000000000000000" pitchFamily="2" charset="0"/>
              </a:rPr>
              <a:t>Es la forma en que los usuarios interactúan con un sistema, como un software, una aplicación móvil o un sitio web. Puede incluir elementos visuales, como botones, menús desplegables, campos de entrada de texto, etc.</a:t>
            </a:r>
          </a:p>
          <a:p>
            <a:pPr lvl="1">
              <a:spcBef>
                <a:spcPts val="600"/>
              </a:spcBef>
            </a:pPr>
            <a:endParaRPr lang="es-ES" sz="1100" dirty="0">
              <a:solidFill>
                <a:srgbClr val="374151"/>
              </a:solidFill>
              <a:latin typeface="Roboto Thin" panose="02000000000000000000" pitchFamily="2" charset="0"/>
              <a:ea typeface="Roboto Thin" panose="02000000000000000000" pitchFamily="2" charset="0"/>
            </a:endParaRPr>
          </a:p>
          <a:p>
            <a:pPr lvl="1">
              <a:spcBef>
                <a:spcPts val="600"/>
              </a:spcBef>
            </a:pPr>
            <a:r>
              <a:rPr lang="es-ES" sz="1100" b="1" dirty="0">
                <a:solidFill>
                  <a:prstClr val="black"/>
                </a:solidFill>
                <a:latin typeface="Roboto Thin" panose="02000000000000000000" pitchFamily="2" charset="0"/>
                <a:ea typeface="Roboto Thin" panose="02000000000000000000" pitchFamily="2" charset="0"/>
                <a:cs typeface="Arial" panose="020B0604020202020204" pitchFamily="34" charset="0"/>
              </a:rPr>
              <a:t>Interfaz de usuario basada en voz (VUI).</a:t>
            </a:r>
            <a:br>
              <a:rPr lang="es-ES" sz="1100" b="1" dirty="0">
                <a:solidFill>
                  <a:prstClr val="black"/>
                </a:solidFill>
                <a:latin typeface="Roboto Thin" panose="02000000000000000000" pitchFamily="2" charset="0"/>
                <a:ea typeface="Roboto Thin" panose="02000000000000000000" pitchFamily="2" charset="0"/>
                <a:cs typeface="Arial" panose="020B0604020202020204" pitchFamily="34" charset="0"/>
              </a:rPr>
            </a:br>
            <a:r>
              <a:rPr lang="es-ES" sz="1100" dirty="0">
                <a:solidFill>
                  <a:srgbClr val="374151"/>
                </a:solidFill>
                <a:latin typeface="Roboto Thin" panose="02000000000000000000" pitchFamily="2" charset="0"/>
                <a:ea typeface="Roboto Thin" panose="02000000000000000000" pitchFamily="2" charset="0"/>
              </a:rPr>
              <a:t>Permite a los usuarios interactuar con un sistema utilizando comandos de voz en lugar de utilizar una interfaz gráfica tradicional. Los asistentes virtuales, como Siri, Google </a:t>
            </a:r>
            <a:r>
              <a:rPr lang="es-ES" sz="1100" dirty="0" err="1">
                <a:solidFill>
                  <a:srgbClr val="374151"/>
                </a:solidFill>
                <a:latin typeface="Roboto Thin" panose="02000000000000000000" pitchFamily="2" charset="0"/>
                <a:ea typeface="Roboto Thin" panose="02000000000000000000" pitchFamily="2" charset="0"/>
              </a:rPr>
              <a:t>Assistant</a:t>
            </a:r>
            <a:r>
              <a:rPr lang="es-ES" sz="1100" dirty="0">
                <a:solidFill>
                  <a:srgbClr val="374151"/>
                </a:solidFill>
                <a:latin typeface="Roboto Thin" panose="02000000000000000000" pitchFamily="2" charset="0"/>
                <a:ea typeface="Roboto Thin" panose="02000000000000000000" pitchFamily="2" charset="0"/>
              </a:rPr>
              <a:t> y Alexa, utilizan este tipo de interfaz.</a:t>
            </a:r>
          </a:p>
          <a:p>
            <a:pPr lvl="1">
              <a:spcBef>
                <a:spcPts val="600"/>
              </a:spcBef>
            </a:pPr>
            <a:endParaRPr lang="es-ES" sz="1100" dirty="0">
              <a:solidFill>
                <a:srgbClr val="374151"/>
              </a:solidFill>
              <a:latin typeface="Roboto Thin" panose="02000000000000000000" pitchFamily="2" charset="0"/>
              <a:ea typeface="Roboto Thin" panose="02000000000000000000" pitchFamily="2" charset="0"/>
            </a:endParaRPr>
          </a:p>
          <a:p>
            <a:pPr lvl="1">
              <a:spcBef>
                <a:spcPts val="600"/>
              </a:spcBef>
            </a:pPr>
            <a:r>
              <a:rPr lang="es-ES" sz="1100" b="1" dirty="0">
                <a:solidFill>
                  <a:prstClr val="black"/>
                </a:solidFill>
                <a:latin typeface="Roboto Thin" panose="02000000000000000000" pitchFamily="2" charset="0"/>
                <a:ea typeface="Roboto Thin" panose="02000000000000000000" pitchFamily="2" charset="0"/>
                <a:cs typeface="Arial" panose="020B0604020202020204" pitchFamily="34" charset="0"/>
              </a:rPr>
              <a:t>Interfaz de línea de comandos (CLI).</a:t>
            </a:r>
            <a:br>
              <a:rPr lang="es-ES" sz="1100" b="1" dirty="0">
                <a:solidFill>
                  <a:prstClr val="black"/>
                </a:solidFill>
                <a:latin typeface="Roboto Thin" panose="02000000000000000000" pitchFamily="2" charset="0"/>
                <a:ea typeface="Roboto Thin" panose="02000000000000000000" pitchFamily="2" charset="0"/>
                <a:cs typeface="Arial" panose="020B0604020202020204" pitchFamily="34" charset="0"/>
              </a:rPr>
            </a:br>
            <a:r>
              <a:rPr lang="es-ES" sz="1100" dirty="0">
                <a:solidFill>
                  <a:srgbClr val="374151"/>
                </a:solidFill>
                <a:latin typeface="Roboto Thin" panose="02000000000000000000" pitchFamily="2" charset="0"/>
                <a:ea typeface="Roboto Thin" panose="02000000000000000000" pitchFamily="2" charset="0"/>
              </a:rPr>
              <a:t>Es una interfaz que permite a los usuarios interactuar con un sistema ingresando comandos de texto. Los sistemas operativos Unix/Linux y la mayoría de las aplicaciones de programación tienen interfaces de línea de comandos.</a:t>
            </a:r>
          </a:p>
          <a:p>
            <a:pPr lvl="1">
              <a:spcBef>
                <a:spcPts val="600"/>
              </a:spcBef>
            </a:pPr>
            <a:endParaRPr lang="es-ES" sz="1100" dirty="0">
              <a:solidFill>
                <a:srgbClr val="374151"/>
              </a:solidFill>
              <a:latin typeface="Roboto Thin" panose="02000000000000000000" pitchFamily="2" charset="0"/>
              <a:ea typeface="Roboto Thin" panose="02000000000000000000" pitchFamily="2" charset="0"/>
            </a:endParaRPr>
          </a:p>
          <a:p>
            <a:pPr lvl="1">
              <a:spcBef>
                <a:spcPts val="600"/>
              </a:spcBef>
            </a:pPr>
            <a:r>
              <a:rPr lang="es-ES" sz="1100" b="1" dirty="0">
                <a:solidFill>
                  <a:prstClr val="black"/>
                </a:solidFill>
                <a:latin typeface="Roboto Thin" panose="02000000000000000000" pitchFamily="2" charset="0"/>
                <a:ea typeface="Roboto Thin" panose="02000000000000000000" pitchFamily="2" charset="0"/>
                <a:cs typeface="Arial" panose="020B0604020202020204" pitchFamily="34" charset="0"/>
              </a:rPr>
              <a:t>Interfaz de programación de aplicaciones (API).</a:t>
            </a:r>
            <a:br>
              <a:rPr lang="es-ES" sz="1100" b="1" dirty="0">
                <a:solidFill>
                  <a:prstClr val="black"/>
                </a:solidFill>
                <a:latin typeface="Roboto Thin" panose="02000000000000000000" pitchFamily="2" charset="0"/>
                <a:ea typeface="Roboto Thin" panose="02000000000000000000" pitchFamily="2" charset="0"/>
                <a:cs typeface="Arial" panose="020B0604020202020204" pitchFamily="34" charset="0"/>
              </a:rPr>
            </a:br>
            <a:r>
              <a:rPr lang="es-ES" sz="1100" dirty="0">
                <a:solidFill>
                  <a:srgbClr val="374151"/>
                </a:solidFill>
                <a:latin typeface="Roboto Thin" panose="02000000000000000000" pitchFamily="2" charset="0"/>
                <a:ea typeface="Roboto Thin" panose="02000000000000000000" pitchFamily="2" charset="0"/>
              </a:rPr>
              <a:t>Es un conjunto de reglas y protocolos que permite la comunicación entre diferentes aplicaciones de software. Las API permiten a los desarrolladores utilizar funcionalidades y datos de otras aplicaciones o servicios.</a:t>
            </a:r>
          </a:p>
          <a:p>
            <a:pPr lvl="1">
              <a:spcBef>
                <a:spcPts val="600"/>
              </a:spcBef>
            </a:pPr>
            <a:endParaRPr lang="es-ES" sz="1100" dirty="0">
              <a:solidFill>
                <a:srgbClr val="374151"/>
              </a:solidFill>
              <a:latin typeface="Roboto Thin" panose="02000000000000000000" pitchFamily="2" charset="0"/>
              <a:ea typeface="Roboto Thin" panose="02000000000000000000" pitchFamily="2" charset="0"/>
            </a:endParaRPr>
          </a:p>
          <a:p>
            <a:pPr lvl="1">
              <a:spcBef>
                <a:spcPts val="600"/>
              </a:spcBef>
            </a:pPr>
            <a:r>
              <a:rPr lang="es-ES" sz="1100" b="1" dirty="0">
                <a:solidFill>
                  <a:prstClr val="black"/>
                </a:solidFill>
                <a:latin typeface="Roboto Thin" panose="02000000000000000000" pitchFamily="2" charset="0"/>
                <a:ea typeface="Roboto Thin" panose="02000000000000000000" pitchFamily="2" charset="0"/>
                <a:cs typeface="Arial" panose="020B0604020202020204" pitchFamily="34" charset="0"/>
              </a:rPr>
              <a:t>Interfaz de red (NIC): </a:t>
            </a:r>
            <a:br>
              <a:rPr lang="es-ES" sz="1100" b="1" dirty="0">
                <a:solidFill>
                  <a:prstClr val="black"/>
                </a:solidFill>
                <a:latin typeface="Roboto Thin" panose="02000000000000000000" pitchFamily="2" charset="0"/>
                <a:ea typeface="Roboto Thin" panose="02000000000000000000" pitchFamily="2" charset="0"/>
                <a:cs typeface="Arial" panose="020B0604020202020204" pitchFamily="34" charset="0"/>
              </a:rPr>
            </a:br>
            <a:r>
              <a:rPr lang="es-ES" sz="1100" dirty="0">
                <a:solidFill>
                  <a:srgbClr val="374151"/>
                </a:solidFill>
                <a:latin typeface="Roboto Thin" panose="02000000000000000000" pitchFamily="2" charset="0"/>
                <a:ea typeface="Roboto Thin" panose="02000000000000000000" pitchFamily="2" charset="0"/>
              </a:rPr>
              <a:t>Es el dispositivo o tarjeta de red que permite la conexión de una computadora o dispositivo a una red. Proporciona una interfaz física y a menudo incluye puertos Ethernet, </a:t>
            </a:r>
            <a:r>
              <a:rPr lang="es-ES" sz="1100" dirty="0" err="1">
                <a:solidFill>
                  <a:srgbClr val="374151"/>
                </a:solidFill>
                <a:latin typeface="Roboto Thin" panose="02000000000000000000" pitchFamily="2" charset="0"/>
                <a:ea typeface="Roboto Thin" panose="02000000000000000000" pitchFamily="2" charset="0"/>
              </a:rPr>
              <a:t>Wi</a:t>
            </a:r>
            <a:r>
              <a:rPr lang="es-ES" sz="1100" dirty="0">
                <a:solidFill>
                  <a:srgbClr val="374151"/>
                </a:solidFill>
                <a:latin typeface="Roboto Thin" panose="02000000000000000000" pitchFamily="2" charset="0"/>
                <a:ea typeface="Roboto Thin" panose="02000000000000000000" pitchFamily="2" charset="0"/>
              </a:rPr>
              <a:t>-Fi, Bluetooth, etc.</a:t>
            </a:r>
          </a:p>
        </p:txBody>
      </p:sp>
      <p:sp>
        <p:nvSpPr>
          <p:cNvPr id="19" name="CuadroTexto 18">
            <a:extLst>
              <a:ext uri="{FF2B5EF4-FFF2-40B4-BE49-F238E27FC236}">
                <a16:creationId xmlns="" xmlns:a16="http://schemas.microsoft.com/office/drawing/2014/main" id="{67057A78-EB53-9806-EA73-5923D26C02EB}"/>
              </a:ext>
            </a:extLst>
          </p:cNvPr>
          <p:cNvSpPr txBox="1"/>
          <p:nvPr/>
        </p:nvSpPr>
        <p:spPr>
          <a:xfrm>
            <a:off x="97241" y="151957"/>
            <a:ext cx="3444767" cy="584775"/>
          </a:xfrm>
          <a:prstGeom prst="rect">
            <a:avLst/>
          </a:prstGeom>
          <a:noFill/>
        </p:spPr>
        <p:txBody>
          <a:bodyPr wrap="square">
            <a:spAutoFit/>
          </a:bodyPr>
          <a:lstStyle/>
          <a:p>
            <a:pPr defTabSz="914217" fontAlgn="ctr">
              <a:spcBef>
                <a:spcPct val="0"/>
              </a:spcBef>
              <a:spcAft>
                <a:spcPct val="0"/>
              </a:spcAft>
            </a:pPr>
            <a:r>
              <a:rPr lang="es-AR" sz="1600" dirty="0">
                <a:solidFill>
                  <a:srgbClr val="C00000"/>
                </a:solidFill>
                <a:latin typeface="Roboto Medium" panose="02000000000000000000" pitchFamily="2" charset="0"/>
                <a:ea typeface="Roboto Medium" panose="02000000000000000000" pitchFamily="2" charset="0"/>
                <a:cs typeface="Arial" panose="020B0604020202020204" pitchFamily="34" charset="0"/>
              </a:rPr>
              <a:t>Capa física: </a:t>
            </a:r>
            <a:r>
              <a:rPr lang="es-ES" sz="1600" dirty="0">
                <a:solidFill>
                  <a:srgbClr val="C00000"/>
                </a:solidFill>
                <a:latin typeface="Roboto Medium" panose="02000000000000000000" pitchFamily="2" charset="0"/>
                <a:ea typeface="Roboto Medium" panose="02000000000000000000" pitchFamily="2" charset="0"/>
                <a:cs typeface="Arial" panose="020B0604020202020204" pitchFamily="34" charset="0"/>
              </a:rPr>
              <a:t>Interfaces.</a:t>
            </a:r>
          </a:p>
          <a:p>
            <a:pPr defTabSz="914217" fontAlgn="ctr">
              <a:spcBef>
                <a:spcPct val="0"/>
              </a:spcBef>
              <a:spcAft>
                <a:spcPct val="0"/>
              </a:spcAft>
            </a:pPr>
            <a:endParaRPr lang="es-AR" altLang="zh-CN" sz="1600" dirty="0">
              <a:solidFill>
                <a:srgbClr val="C00000"/>
              </a:solidFill>
              <a:latin typeface="Roboto Medium" panose="02000000000000000000" pitchFamily="2" charset="0"/>
              <a:ea typeface="Roboto Medium" panose="02000000000000000000" pitchFamily="2" charset="0"/>
              <a:cs typeface="Arial" panose="020B0604020202020204" pitchFamily="34" charset="0"/>
            </a:endParaRPr>
          </a:p>
        </p:txBody>
      </p:sp>
      <p:sp>
        <p:nvSpPr>
          <p:cNvPr id="18" name="Rectangle 117">
            <a:extLst>
              <a:ext uri="{FF2B5EF4-FFF2-40B4-BE49-F238E27FC236}">
                <a16:creationId xmlns="" xmlns:a16="http://schemas.microsoft.com/office/drawing/2014/main" id="{2B3C90D1-A407-5912-E951-B1DC3D2BBF4C}"/>
              </a:ext>
            </a:extLst>
          </p:cNvPr>
          <p:cNvSpPr>
            <a:spLocks noChangeArrowheads="1"/>
          </p:cNvSpPr>
          <p:nvPr/>
        </p:nvSpPr>
        <p:spPr bwMode="auto">
          <a:xfrm>
            <a:off x="2733736" y="5922727"/>
            <a:ext cx="6576196" cy="389987"/>
          </a:xfrm>
          <a:prstGeom prst="rect">
            <a:avLst/>
          </a:prstGeom>
          <a:solidFill>
            <a:srgbClr val="2E75B6"/>
          </a:solidFill>
          <a:ln w="9525">
            <a:noFill/>
          </a:ln>
          <a:effectLst/>
        </p:spPr>
        <p:txBody>
          <a:bodyPr vert="horz" wrap="square" lIns="0" tIns="60886" rIns="0" bIns="60886" numCol="1" rtlCol="0" anchor="ctr" anchorCtr="0" compatLnSpc="1">
            <a:prstTxWarp prst="textNoShape">
              <a:avLst/>
            </a:prstTxWarp>
            <a:noAutofit/>
          </a:bodyPr>
          <a:lstStyle/>
          <a:p>
            <a:pPr algn="ctr" defTabSz="799835" fontAlgn="ctr">
              <a:spcBef>
                <a:spcPct val="0"/>
              </a:spcBef>
              <a:spcAft>
                <a:spcPct val="0"/>
              </a:spcAft>
              <a:buClr>
                <a:srgbClr val="CC9900"/>
              </a:buClr>
              <a:defRPr/>
            </a:pPr>
            <a:r>
              <a:rPr lang="es-AR" altLang="zh-CN" sz="1100" b="1" kern="0" dirty="0">
                <a:solidFill>
                  <a:schemeClr val="tx2"/>
                </a:solidFill>
                <a:latin typeface="Roboto" panose="02000000000000000000" pitchFamily="2" charset="0"/>
                <a:ea typeface="Roboto" panose="02000000000000000000" pitchFamily="2" charset="0"/>
                <a:cs typeface="Arial" panose="020B0604020202020204" pitchFamily="34" charset="0"/>
              </a:rPr>
              <a:t>UI                 |             VUI              |              API              |              CLI             |         NIC     </a:t>
            </a:r>
          </a:p>
        </p:txBody>
      </p:sp>
      <p:cxnSp>
        <p:nvCxnSpPr>
          <p:cNvPr id="22" name="直接连接符 114">
            <a:extLst>
              <a:ext uri="{FF2B5EF4-FFF2-40B4-BE49-F238E27FC236}">
                <a16:creationId xmlns="" xmlns:a16="http://schemas.microsoft.com/office/drawing/2014/main" id="{500E1FEC-5D3A-D62E-ADCC-197F70DD8366}"/>
              </a:ext>
            </a:extLst>
          </p:cNvPr>
          <p:cNvCxnSpPr>
            <a:cxnSpLocks/>
          </p:cNvCxnSpPr>
          <p:nvPr/>
        </p:nvCxnSpPr>
        <p:spPr>
          <a:xfrm>
            <a:off x="2730571" y="6408036"/>
            <a:ext cx="6735620" cy="0"/>
          </a:xfrm>
          <a:prstGeom prst="line">
            <a:avLst/>
          </a:prstGeom>
          <a:noFill/>
          <a:ln w="9525" cap="flat" cmpd="sng" algn="ctr">
            <a:solidFill>
              <a:srgbClr val="080808"/>
            </a:solidFill>
            <a:prstDash val="dash"/>
          </a:ln>
          <a:effectLst/>
        </p:spPr>
      </p:cxnSp>
      <p:cxnSp>
        <p:nvCxnSpPr>
          <p:cNvPr id="23" name="直接连接符 49">
            <a:extLst>
              <a:ext uri="{FF2B5EF4-FFF2-40B4-BE49-F238E27FC236}">
                <a16:creationId xmlns="" xmlns:a16="http://schemas.microsoft.com/office/drawing/2014/main" id="{795B94E4-E497-4B14-3026-511B7173D1E8}"/>
              </a:ext>
            </a:extLst>
          </p:cNvPr>
          <p:cNvCxnSpPr>
            <a:cxnSpLocks/>
          </p:cNvCxnSpPr>
          <p:nvPr/>
        </p:nvCxnSpPr>
        <p:spPr>
          <a:xfrm>
            <a:off x="2729808" y="5827404"/>
            <a:ext cx="6736383" cy="0"/>
          </a:xfrm>
          <a:prstGeom prst="line">
            <a:avLst/>
          </a:prstGeom>
          <a:noFill/>
          <a:ln w="9525" cap="flat" cmpd="sng" algn="ctr">
            <a:solidFill>
              <a:srgbClr val="080808"/>
            </a:solidFill>
            <a:prstDash val="dash"/>
          </a:ln>
          <a:effectLst/>
        </p:spPr>
      </p:cxnSp>
      <p:sp>
        <p:nvSpPr>
          <p:cNvPr id="25" name="CuadroTexto 24">
            <a:extLst>
              <a:ext uri="{FF2B5EF4-FFF2-40B4-BE49-F238E27FC236}">
                <a16:creationId xmlns="" xmlns:a16="http://schemas.microsoft.com/office/drawing/2014/main" id="{23E2A2C0-FAC5-0693-6588-620B4B17DFF0}"/>
              </a:ext>
            </a:extLst>
          </p:cNvPr>
          <p:cNvSpPr txBox="1"/>
          <p:nvPr/>
        </p:nvSpPr>
        <p:spPr>
          <a:xfrm>
            <a:off x="1277381" y="5906349"/>
            <a:ext cx="1213684" cy="338554"/>
          </a:xfrm>
          <a:prstGeom prst="rect">
            <a:avLst/>
          </a:prstGeom>
          <a:noFill/>
        </p:spPr>
        <p:txBody>
          <a:bodyPr wrap="square">
            <a:spAutoFit/>
          </a:bodyPr>
          <a:lstStyle/>
          <a:p>
            <a:r>
              <a:rPr lang="es-ES" sz="1600" b="1" dirty="0">
                <a:solidFill>
                  <a:prstClr val="black"/>
                </a:solidFill>
                <a:latin typeface="Roboto" panose="02000000000000000000" pitchFamily="2" charset="0"/>
                <a:ea typeface="Roboto" panose="02000000000000000000" pitchFamily="2" charset="0"/>
                <a:cs typeface="Arial" panose="020B0604020202020204" pitchFamily="34" charset="0"/>
              </a:rPr>
              <a:t>Interfaces</a:t>
            </a:r>
            <a:endParaRPr lang="es-AR" sz="1600" dirty="0"/>
          </a:p>
        </p:txBody>
      </p:sp>
      <p:cxnSp>
        <p:nvCxnSpPr>
          <p:cNvPr id="4" name="直接连接符 49">
            <a:extLst>
              <a:ext uri="{FF2B5EF4-FFF2-40B4-BE49-F238E27FC236}">
                <a16:creationId xmlns="" xmlns:a16="http://schemas.microsoft.com/office/drawing/2014/main" id="{A5A1E9A8-7CEF-8AB3-6B92-1213A7BC35BC}"/>
              </a:ext>
            </a:extLst>
          </p:cNvPr>
          <p:cNvCxnSpPr>
            <a:cxnSpLocks/>
          </p:cNvCxnSpPr>
          <p:nvPr/>
        </p:nvCxnSpPr>
        <p:spPr>
          <a:xfrm>
            <a:off x="203540" y="536404"/>
            <a:ext cx="3092110" cy="0"/>
          </a:xfrm>
          <a:prstGeom prst="line">
            <a:avLst/>
          </a:prstGeom>
          <a:ln w="19050">
            <a:solidFill>
              <a:srgbClr val="575756"/>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74092844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304">
            <a:extLst>
              <a:ext uri="{FF2B5EF4-FFF2-40B4-BE49-F238E27FC236}">
                <a16:creationId xmlns="" xmlns:a16="http://schemas.microsoft.com/office/drawing/2014/main" id="{7013279A-F575-DE60-B1B4-CA0AC19A1AF4}"/>
              </a:ext>
            </a:extLst>
          </p:cNvPr>
          <p:cNvSpPr/>
          <p:nvPr/>
        </p:nvSpPr>
        <p:spPr>
          <a:xfrm>
            <a:off x="541042" y="618228"/>
            <a:ext cx="11231858" cy="1523141"/>
          </a:xfrm>
          <a:prstGeom prst="rect">
            <a:avLst/>
          </a:prstGeom>
          <a:noFill/>
        </p:spPr>
        <p:txBody>
          <a:bodyPr wrap="square" lIns="35992" rIns="35992">
            <a:noAutofit/>
          </a:bodyPr>
          <a:lstStyle/>
          <a:p>
            <a:pPr algn="l">
              <a:spcBef>
                <a:spcPts val="600"/>
              </a:spcBef>
            </a:pPr>
            <a:r>
              <a:rPr lang="es-ES" sz="1100" b="1" dirty="0">
                <a:solidFill>
                  <a:prstClr val="black"/>
                </a:solidFill>
                <a:latin typeface="Roboto Thin" panose="02000000000000000000" pitchFamily="2" charset="0"/>
                <a:ea typeface="Roboto Thin" panose="02000000000000000000" pitchFamily="2" charset="0"/>
                <a:cs typeface="Arial" panose="020B0604020202020204" pitchFamily="34" charset="0"/>
              </a:rPr>
              <a:t>Sistemas operativos (SO).</a:t>
            </a:r>
            <a:br>
              <a:rPr lang="es-ES" sz="1100" b="1" dirty="0">
                <a:solidFill>
                  <a:prstClr val="black"/>
                </a:solidFill>
                <a:latin typeface="Roboto Thin" panose="02000000000000000000" pitchFamily="2" charset="0"/>
                <a:ea typeface="Roboto Thin" panose="02000000000000000000" pitchFamily="2" charset="0"/>
                <a:cs typeface="Arial" panose="020B0604020202020204" pitchFamily="34" charset="0"/>
              </a:rPr>
            </a:br>
            <a:r>
              <a:rPr lang="es-ES" sz="1100" dirty="0">
                <a:solidFill>
                  <a:prstClr val="black"/>
                </a:solidFill>
                <a:latin typeface="Roboto Thin" panose="02000000000000000000" pitchFamily="2" charset="0"/>
                <a:ea typeface="Roboto Thin" panose="02000000000000000000" pitchFamily="2" charset="0"/>
                <a:cs typeface="Arial" panose="020B0604020202020204" pitchFamily="34" charset="0"/>
              </a:rPr>
              <a:t>L</a:t>
            </a:r>
            <a:r>
              <a:rPr lang="es-ES" sz="1100" dirty="0">
                <a:solidFill>
                  <a:srgbClr val="374151"/>
                </a:solidFill>
                <a:latin typeface="Roboto Thin" panose="02000000000000000000" pitchFamily="2" charset="0"/>
                <a:ea typeface="Roboto Thin" panose="02000000000000000000" pitchFamily="2" charset="0"/>
              </a:rPr>
              <a:t>os SO ofrecen mayor seguridad, rendimiento y capacidad de respuesta. Windows 11, macOS Monterey, Linux (con diversas distribuciones) y S.O. móviles como Android y iOS.</a:t>
            </a:r>
          </a:p>
          <a:p>
            <a:pPr defTabSz="914217" fontAlgn="ctr">
              <a:spcBef>
                <a:spcPts val="600"/>
              </a:spcBef>
              <a:spcAft>
                <a:spcPct val="0"/>
              </a:spcAft>
            </a:pPr>
            <a:r>
              <a:rPr lang="es-AR" sz="1100" b="1" dirty="0">
                <a:solidFill>
                  <a:prstClr val="black"/>
                </a:solidFill>
                <a:latin typeface="Roboto Thin" panose="02000000000000000000" pitchFamily="2" charset="0"/>
                <a:ea typeface="Roboto Thin" panose="02000000000000000000" pitchFamily="2" charset="0"/>
                <a:cs typeface="Arial" panose="020B0604020202020204" pitchFamily="34" charset="0"/>
              </a:rPr>
              <a:t>Virtualización</a:t>
            </a:r>
          </a:p>
          <a:p>
            <a:pPr defTabSz="914217" fontAlgn="ctr">
              <a:spcBef>
                <a:spcPct val="0"/>
              </a:spcBef>
              <a:spcAft>
                <a:spcPct val="0"/>
              </a:spcAft>
            </a:pPr>
            <a:r>
              <a:rPr lang="es-AR" sz="1100" b="1" dirty="0">
                <a:solidFill>
                  <a:prstClr val="black"/>
                </a:solidFill>
                <a:latin typeface="Roboto Thin" panose="02000000000000000000" pitchFamily="2" charset="0"/>
                <a:ea typeface="Roboto Thin" panose="02000000000000000000" pitchFamily="2" charset="0"/>
                <a:cs typeface="Arial" panose="020B0604020202020204" pitchFamily="34" charset="0"/>
              </a:rPr>
              <a:t> </a:t>
            </a:r>
            <a:r>
              <a:rPr lang="es-ES" sz="1100" dirty="0">
                <a:solidFill>
                  <a:srgbClr val="374151"/>
                </a:solidFill>
                <a:latin typeface="Roboto Thin" panose="02000000000000000000" pitchFamily="2" charset="0"/>
                <a:ea typeface="Roboto Thin" panose="02000000000000000000" pitchFamily="2" charset="0"/>
              </a:rPr>
              <a:t>Permite la creación de entornos virtuales aislados en un mismo hardware físico. Tecnologías como VMware, </a:t>
            </a:r>
            <a:r>
              <a:rPr lang="es-ES" sz="1100" dirty="0" err="1">
                <a:solidFill>
                  <a:srgbClr val="374151"/>
                </a:solidFill>
                <a:latin typeface="Roboto Thin" panose="02000000000000000000" pitchFamily="2" charset="0"/>
                <a:ea typeface="Roboto Thin" panose="02000000000000000000" pitchFamily="2" charset="0"/>
              </a:rPr>
              <a:t>Hyper</a:t>
            </a:r>
            <a:r>
              <a:rPr lang="es-ES" sz="1100" dirty="0">
                <a:solidFill>
                  <a:srgbClr val="374151"/>
                </a:solidFill>
                <a:latin typeface="Roboto Thin" panose="02000000000000000000" pitchFamily="2" charset="0"/>
                <a:ea typeface="Roboto Thin" panose="02000000000000000000" pitchFamily="2" charset="0"/>
              </a:rPr>
              <a:t>-V, RHEV y KVM se utilizan ampliamente en la virtualización.</a:t>
            </a:r>
            <a:endParaRPr lang="es-AR" sz="1100" dirty="0">
              <a:solidFill>
                <a:srgbClr val="374151"/>
              </a:solidFill>
              <a:latin typeface="Roboto Thin" panose="02000000000000000000" pitchFamily="2" charset="0"/>
              <a:ea typeface="Roboto Thin" panose="02000000000000000000" pitchFamily="2" charset="0"/>
            </a:endParaRPr>
          </a:p>
          <a:p>
            <a:pPr defTabSz="914217" fontAlgn="ctr">
              <a:spcBef>
                <a:spcPts val="600"/>
              </a:spcBef>
              <a:spcAft>
                <a:spcPct val="0"/>
              </a:spcAft>
            </a:pPr>
            <a:r>
              <a:rPr lang="es-AR" sz="1100" b="1" dirty="0">
                <a:solidFill>
                  <a:prstClr val="black"/>
                </a:solidFill>
                <a:latin typeface="Roboto Thin" panose="02000000000000000000" pitchFamily="2" charset="0"/>
                <a:ea typeface="Roboto Thin" panose="02000000000000000000" pitchFamily="2" charset="0"/>
                <a:cs typeface="Arial" panose="020B0604020202020204" pitchFamily="34" charset="0"/>
              </a:rPr>
              <a:t>Contenedores</a:t>
            </a:r>
          </a:p>
          <a:p>
            <a:pPr defTabSz="914217" fontAlgn="ctr">
              <a:spcBef>
                <a:spcPct val="0"/>
              </a:spcBef>
              <a:spcAft>
                <a:spcPct val="0"/>
              </a:spcAft>
            </a:pPr>
            <a:r>
              <a:rPr lang="es-ES" sz="1100" dirty="0">
                <a:solidFill>
                  <a:srgbClr val="374151"/>
                </a:solidFill>
                <a:latin typeface="Roboto Thin" panose="02000000000000000000" pitchFamily="2" charset="0"/>
                <a:ea typeface="Roboto Thin" panose="02000000000000000000" pitchFamily="2" charset="0"/>
              </a:rPr>
              <a:t>Una forma de empaquetar y distribuir aplicaciones junto con sus dependencias, facilitando su implementación y ejecución en diferentes entornos. </a:t>
            </a:r>
            <a:r>
              <a:rPr lang="es-ES" sz="1100" dirty="0" err="1">
                <a:solidFill>
                  <a:srgbClr val="374151"/>
                </a:solidFill>
                <a:latin typeface="Roboto Thin" panose="02000000000000000000" pitchFamily="2" charset="0"/>
                <a:ea typeface="Roboto Thin" panose="02000000000000000000" pitchFamily="2" charset="0"/>
              </a:rPr>
              <a:t>Kubernetes</a:t>
            </a:r>
            <a:r>
              <a:rPr lang="es-ES" sz="1100" dirty="0">
                <a:solidFill>
                  <a:srgbClr val="374151"/>
                </a:solidFill>
                <a:latin typeface="Roboto Thin" panose="02000000000000000000" pitchFamily="2" charset="0"/>
                <a:ea typeface="Roboto Thin" panose="02000000000000000000" pitchFamily="2" charset="0"/>
              </a:rPr>
              <a:t>, Dockers, </a:t>
            </a:r>
            <a:r>
              <a:rPr lang="es-ES" sz="1100" dirty="0" err="1">
                <a:solidFill>
                  <a:srgbClr val="374151"/>
                </a:solidFill>
                <a:latin typeface="Roboto Thin" panose="02000000000000000000" pitchFamily="2" charset="0"/>
                <a:ea typeface="Roboto Thin" panose="02000000000000000000" pitchFamily="2" charset="0"/>
              </a:rPr>
              <a:t>OpenShift</a:t>
            </a:r>
            <a:r>
              <a:rPr lang="es-ES" sz="1100" dirty="0">
                <a:solidFill>
                  <a:srgbClr val="374151"/>
                </a:solidFill>
                <a:latin typeface="Roboto Thin" panose="02000000000000000000" pitchFamily="2" charset="0"/>
                <a:ea typeface="Roboto Thin" panose="02000000000000000000" pitchFamily="2" charset="0"/>
              </a:rPr>
              <a:t>.</a:t>
            </a:r>
          </a:p>
          <a:p>
            <a:pPr defTabSz="914217" fontAlgn="ctr">
              <a:spcBef>
                <a:spcPts val="600"/>
              </a:spcBef>
              <a:spcAft>
                <a:spcPct val="0"/>
              </a:spcAft>
            </a:pPr>
            <a:r>
              <a:rPr lang="es-AR" sz="1100" b="1" dirty="0">
                <a:solidFill>
                  <a:prstClr val="black"/>
                </a:solidFill>
                <a:latin typeface="Roboto Thin" panose="02000000000000000000" pitchFamily="2" charset="0"/>
                <a:ea typeface="Roboto Thin" panose="02000000000000000000" pitchFamily="2" charset="0"/>
                <a:cs typeface="Arial" panose="020B0604020202020204" pitchFamily="34" charset="0"/>
              </a:rPr>
              <a:t>Aplicaciones</a:t>
            </a:r>
            <a:br>
              <a:rPr lang="es-AR" sz="1100" b="1" dirty="0">
                <a:solidFill>
                  <a:prstClr val="black"/>
                </a:solidFill>
                <a:latin typeface="Roboto Thin" panose="02000000000000000000" pitchFamily="2" charset="0"/>
                <a:ea typeface="Roboto Thin" panose="02000000000000000000" pitchFamily="2" charset="0"/>
                <a:cs typeface="Arial" panose="020B0604020202020204" pitchFamily="34" charset="0"/>
              </a:rPr>
            </a:br>
            <a:r>
              <a:rPr lang="es-ES" sz="1100" dirty="0">
                <a:solidFill>
                  <a:srgbClr val="374151"/>
                </a:solidFill>
                <a:latin typeface="Roboto Thin" panose="02000000000000000000" pitchFamily="2" charset="0"/>
                <a:ea typeface="Roboto Thin" panose="02000000000000000000" pitchFamily="2" charset="0"/>
              </a:rPr>
              <a:t>Aplicaciones Móviles, Web, de Escritorio, de Realidad virtual, de Redes sociales, de </a:t>
            </a:r>
            <a:r>
              <a:rPr lang="es-ES" sz="1100" dirty="0" err="1">
                <a:solidFill>
                  <a:srgbClr val="374151"/>
                </a:solidFill>
                <a:latin typeface="Roboto Thin" panose="02000000000000000000" pitchFamily="2" charset="0"/>
                <a:ea typeface="Roboto Thin" panose="02000000000000000000" pitchFamily="2" charset="0"/>
              </a:rPr>
              <a:t>streaming</a:t>
            </a:r>
            <a:r>
              <a:rPr lang="es-ES" sz="1100" dirty="0">
                <a:solidFill>
                  <a:srgbClr val="374151"/>
                </a:solidFill>
                <a:latin typeface="Roboto Thin" panose="02000000000000000000" pitchFamily="2" charset="0"/>
                <a:ea typeface="Roboto Thin" panose="02000000000000000000" pitchFamily="2" charset="0"/>
              </a:rPr>
              <a:t>, comercio electrónico y otros.</a:t>
            </a:r>
          </a:p>
          <a:p>
            <a:pPr defTabSz="914217" fontAlgn="ctr">
              <a:spcBef>
                <a:spcPts val="600"/>
              </a:spcBef>
              <a:spcAft>
                <a:spcPct val="0"/>
              </a:spcAft>
            </a:pPr>
            <a:r>
              <a:rPr lang="es-ES" altLang="zh-CN" sz="1100" b="1" dirty="0">
                <a:solidFill>
                  <a:prstClr val="black"/>
                </a:solidFill>
                <a:latin typeface="Roboto Thin" panose="02000000000000000000" pitchFamily="2" charset="0"/>
                <a:ea typeface="Roboto Thin" panose="02000000000000000000" pitchFamily="2" charset="0"/>
                <a:cs typeface="Arial" panose="020B0604020202020204" pitchFamily="34" charset="0"/>
              </a:rPr>
              <a:t>Inteligencia Artificial</a:t>
            </a:r>
            <a:br>
              <a:rPr lang="es-ES" altLang="zh-CN" sz="1100" b="1" dirty="0">
                <a:solidFill>
                  <a:prstClr val="black"/>
                </a:solidFill>
                <a:latin typeface="Roboto Thin" panose="02000000000000000000" pitchFamily="2" charset="0"/>
                <a:ea typeface="Roboto Thin" panose="02000000000000000000" pitchFamily="2" charset="0"/>
                <a:cs typeface="Arial" panose="020B0604020202020204" pitchFamily="34" charset="0"/>
              </a:rPr>
            </a:br>
            <a:r>
              <a:rPr lang="es-ES" sz="1100" dirty="0">
                <a:solidFill>
                  <a:srgbClr val="374151"/>
                </a:solidFill>
                <a:latin typeface="Roboto Thin" panose="02000000000000000000" pitchFamily="2" charset="0"/>
                <a:ea typeface="Roboto Thin" panose="02000000000000000000" pitchFamily="2" charset="0"/>
              </a:rPr>
              <a:t>Los algoritmos, macros y técnicas de aprendizaje automático como </a:t>
            </a:r>
            <a:r>
              <a:rPr lang="es-ES" sz="1100" dirty="0" err="1">
                <a:solidFill>
                  <a:srgbClr val="374151"/>
                </a:solidFill>
                <a:latin typeface="Roboto Thin" panose="02000000000000000000" pitchFamily="2" charset="0"/>
                <a:ea typeface="Roboto Thin" panose="02000000000000000000" pitchFamily="2" charset="0"/>
              </a:rPr>
              <a:t>TensorFlow</a:t>
            </a:r>
            <a:r>
              <a:rPr lang="es-ES" sz="1100" dirty="0">
                <a:solidFill>
                  <a:srgbClr val="374151"/>
                </a:solidFill>
                <a:latin typeface="Roboto Thin" panose="02000000000000000000" pitchFamily="2" charset="0"/>
                <a:ea typeface="Roboto Thin" panose="02000000000000000000" pitchFamily="2" charset="0"/>
              </a:rPr>
              <a:t>, </a:t>
            </a:r>
            <a:r>
              <a:rPr lang="es-ES" sz="1100" dirty="0" err="1">
                <a:solidFill>
                  <a:srgbClr val="374151"/>
                </a:solidFill>
                <a:latin typeface="Roboto Thin" panose="02000000000000000000" pitchFamily="2" charset="0"/>
                <a:ea typeface="Roboto Thin" panose="02000000000000000000" pitchFamily="2" charset="0"/>
              </a:rPr>
              <a:t>PyTorch</a:t>
            </a:r>
            <a:r>
              <a:rPr lang="es-ES" sz="1100" dirty="0">
                <a:solidFill>
                  <a:srgbClr val="374151"/>
                </a:solidFill>
                <a:latin typeface="Roboto Thin" panose="02000000000000000000" pitchFamily="2" charset="0"/>
                <a:ea typeface="Roboto Thin" panose="02000000000000000000" pitchFamily="2" charset="0"/>
              </a:rPr>
              <a:t> y </a:t>
            </a:r>
            <a:r>
              <a:rPr lang="es-ES" sz="1100" dirty="0" err="1">
                <a:solidFill>
                  <a:srgbClr val="374151"/>
                </a:solidFill>
                <a:latin typeface="Roboto Thin" panose="02000000000000000000" pitchFamily="2" charset="0"/>
                <a:ea typeface="Roboto Thin" panose="02000000000000000000" pitchFamily="2" charset="0"/>
              </a:rPr>
              <a:t>scikit-learn</a:t>
            </a:r>
            <a:r>
              <a:rPr lang="es-ES" sz="1100" dirty="0">
                <a:solidFill>
                  <a:srgbClr val="374151"/>
                </a:solidFill>
                <a:latin typeface="Roboto Thin" panose="02000000000000000000" pitchFamily="2" charset="0"/>
                <a:ea typeface="Roboto Thin" panose="02000000000000000000" pitchFamily="2" charset="0"/>
              </a:rPr>
              <a:t>, permiten la creación de modelos de aprendizaje automático sofisticados para tareas como reconocimiento de voz, procesamiento de imágenes, traducción automática y recomendación de contenido.</a:t>
            </a:r>
            <a:endParaRPr lang="es-AR" altLang="zh-CN" sz="1100" dirty="0">
              <a:solidFill>
                <a:srgbClr val="374151"/>
              </a:solidFill>
              <a:latin typeface="Roboto Thin" panose="02000000000000000000" pitchFamily="2" charset="0"/>
              <a:ea typeface="Roboto Thin" panose="02000000000000000000" pitchFamily="2" charset="0"/>
            </a:endParaRPr>
          </a:p>
          <a:p>
            <a:pPr marL="171416" indent="-171416" defTabSz="914217" fontAlgn="ctr">
              <a:spcBef>
                <a:spcPct val="0"/>
              </a:spcBef>
              <a:spcAft>
                <a:spcPct val="0"/>
              </a:spcAft>
              <a:buFont typeface="Wingdings" panose="05000000000000000000" pitchFamily="2" charset="2"/>
              <a:buChar char="Ø"/>
            </a:pPr>
            <a:endParaRPr lang="es-AR" altLang="zh-CN" sz="1100" dirty="0">
              <a:solidFill>
                <a:srgbClr val="374151"/>
              </a:solidFill>
              <a:latin typeface="Roboto Thin" panose="02000000000000000000" pitchFamily="2" charset="0"/>
              <a:ea typeface="Roboto Thin" panose="02000000000000000000" pitchFamily="2" charset="0"/>
            </a:endParaRPr>
          </a:p>
        </p:txBody>
      </p:sp>
      <p:sp>
        <p:nvSpPr>
          <p:cNvPr id="19" name="CuadroTexto 18">
            <a:extLst>
              <a:ext uri="{FF2B5EF4-FFF2-40B4-BE49-F238E27FC236}">
                <a16:creationId xmlns="" xmlns:a16="http://schemas.microsoft.com/office/drawing/2014/main" id="{67057A78-EB53-9806-EA73-5923D26C02EB}"/>
              </a:ext>
            </a:extLst>
          </p:cNvPr>
          <p:cNvSpPr txBox="1"/>
          <p:nvPr/>
        </p:nvSpPr>
        <p:spPr>
          <a:xfrm>
            <a:off x="97241" y="151957"/>
            <a:ext cx="3444767" cy="338554"/>
          </a:xfrm>
          <a:prstGeom prst="rect">
            <a:avLst/>
          </a:prstGeom>
          <a:noFill/>
        </p:spPr>
        <p:txBody>
          <a:bodyPr wrap="square">
            <a:spAutoFit/>
          </a:bodyPr>
          <a:lstStyle/>
          <a:p>
            <a:pPr defTabSz="914217" fontAlgn="ctr">
              <a:spcBef>
                <a:spcPct val="0"/>
              </a:spcBef>
              <a:spcAft>
                <a:spcPct val="0"/>
              </a:spcAft>
            </a:pPr>
            <a:r>
              <a:rPr lang="es-AR" sz="1600" dirty="0">
                <a:solidFill>
                  <a:srgbClr val="C00000"/>
                </a:solidFill>
                <a:latin typeface="Roboto Medium" panose="02000000000000000000" pitchFamily="2" charset="0"/>
                <a:ea typeface="Roboto Medium" panose="02000000000000000000" pitchFamily="2" charset="0"/>
                <a:cs typeface="Arial" panose="020B0604020202020204" pitchFamily="34" charset="0"/>
              </a:rPr>
              <a:t>Capa de software y Aplicación.</a:t>
            </a:r>
            <a:endParaRPr lang="es-AR" altLang="zh-CN" sz="1600" dirty="0">
              <a:solidFill>
                <a:srgbClr val="C00000"/>
              </a:solidFill>
              <a:latin typeface="Roboto Medium" panose="02000000000000000000" pitchFamily="2" charset="0"/>
              <a:ea typeface="Roboto Medium" panose="02000000000000000000" pitchFamily="2" charset="0"/>
              <a:cs typeface="Arial" panose="020B0604020202020204" pitchFamily="34" charset="0"/>
            </a:endParaRPr>
          </a:p>
        </p:txBody>
      </p:sp>
      <p:grpSp>
        <p:nvGrpSpPr>
          <p:cNvPr id="21" name="Grupo 20">
            <a:extLst>
              <a:ext uri="{FF2B5EF4-FFF2-40B4-BE49-F238E27FC236}">
                <a16:creationId xmlns="" xmlns:a16="http://schemas.microsoft.com/office/drawing/2014/main" id="{43D3CBCC-4DC2-68E4-2507-6E0076339F93}"/>
              </a:ext>
            </a:extLst>
          </p:cNvPr>
          <p:cNvGrpSpPr/>
          <p:nvPr/>
        </p:nvGrpSpPr>
        <p:grpSpPr>
          <a:xfrm>
            <a:off x="2782770" y="4112439"/>
            <a:ext cx="6736383" cy="1175135"/>
            <a:chOff x="2782770" y="4112439"/>
            <a:chExt cx="6736383" cy="1175135"/>
          </a:xfrm>
        </p:grpSpPr>
        <p:grpSp>
          <p:nvGrpSpPr>
            <p:cNvPr id="17" name="Grupo 16">
              <a:extLst>
                <a:ext uri="{FF2B5EF4-FFF2-40B4-BE49-F238E27FC236}">
                  <a16:creationId xmlns="" xmlns:a16="http://schemas.microsoft.com/office/drawing/2014/main" id="{9E6E5FBF-D09E-B783-DF5F-D54281BE7677}"/>
                </a:ext>
              </a:extLst>
            </p:cNvPr>
            <p:cNvGrpSpPr/>
            <p:nvPr/>
          </p:nvGrpSpPr>
          <p:grpSpPr>
            <a:xfrm>
              <a:off x="2782770" y="4176143"/>
              <a:ext cx="6736383" cy="1111431"/>
              <a:chOff x="2782770" y="4731859"/>
              <a:chExt cx="6736383" cy="1111431"/>
            </a:xfrm>
          </p:grpSpPr>
          <p:cxnSp>
            <p:nvCxnSpPr>
              <p:cNvPr id="4" name="直接连接符 49">
                <a:extLst>
                  <a:ext uri="{FF2B5EF4-FFF2-40B4-BE49-F238E27FC236}">
                    <a16:creationId xmlns="" xmlns:a16="http://schemas.microsoft.com/office/drawing/2014/main" id="{0F045DDE-C803-0DAE-44D1-964B8195B456}"/>
                  </a:ext>
                </a:extLst>
              </p:cNvPr>
              <p:cNvCxnSpPr>
                <a:cxnSpLocks/>
              </p:cNvCxnSpPr>
              <p:nvPr/>
            </p:nvCxnSpPr>
            <p:spPr>
              <a:xfrm>
                <a:off x="2782770" y="5795915"/>
                <a:ext cx="6736383" cy="0"/>
              </a:xfrm>
              <a:prstGeom prst="line">
                <a:avLst/>
              </a:prstGeom>
              <a:noFill/>
              <a:ln w="9525" cap="flat" cmpd="sng" algn="ctr">
                <a:solidFill>
                  <a:srgbClr val="080808"/>
                </a:solidFill>
                <a:prstDash val="dash"/>
              </a:ln>
              <a:effectLst/>
            </p:spPr>
          </p:cxnSp>
          <p:sp>
            <p:nvSpPr>
              <p:cNvPr id="5" name="矩形 51">
                <a:extLst>
                  <a:ext uri="{FF2B5EF4-FFF2-40B4-BE49-F238E27FC236}">
                    <a16:creationId xmlns="" xmlns:a16="http://schemas.microsoft.com/office/drawing/2014/main" id="{EBFF6E2F-881E-0F3D-4D6E-E43CDEF60AC2}"/>
                  </a:ext>
                </a:extLst>
              </p:cNvPr>
              <p:cNvSpPr/>
              <p:nvPr/>
            </p:nvSpPr>
            <p:spPr>
              <a:xfrm>
                <a:off x="2801908" y="5427888"/>
                <a:ext cx="894270" cy="415402"/>
              </a:xfrm>
              <a:prstGeom prst="rect">
                <a:avLst/>
              </a:prstGeom>
            </p:spPr>
            <p:txBody>
              <a:bodyPr wrap="square" lIns="0" rIns="0">
                <a:noAutofit/>
              </a:bodyPr>
              <a:lstStyle/>
              <a:p>
                <a:pPr algn="ctr" defTabSz="914112" fontAlgn="ctr"/>
                <a:r>
                  <a:rPr lang="es-AR" sz="900" dirty="0">
                    <a:solidFill>
                      <a:srgbClr val="1D1D1A"/>
                    </a:solidFill>
                    <a:latin typeface="Roboto" panose="02000000000000000000" pitchFamily="2" charset="0"/>
                    <a:ea typeface="Roboto" panose="02000000000000000000" pitchFamily="2" charset="0"/>
                    <a:cs typeface="Arial" panose="020B0604020202020204" pitchFamily="34" charset="0"/>
                  </a:rPr>
                  <a:t>Web Apps</a:t>
                </a:r>
              </a:p>
            </p:txBody>
          </p:sp>
          <p:sp>
            <p:nvSpPr>
              <p:cNvPr id="6" name="矩形 136">
                <a:extLst>
                  <a:ext uri="{FF2B5EF4-FFF2-40B4-BE49-F238E27FC236}">
                    <a16:creationId xmlns="" xmlns:a16="http://schemas.microsoft.com/office/drawing/2014/main" id="{16C257C9-E0A7-41EC-8B5B-E16823066EAA}"/>
                  </a:ext>
                </a:extLst>
              </p:cNvPr>
              <p:cNvSpPr/>
              <p:nvPr/>
            </p:nvSpPr>
            <p:spPr>
              <a:xfrm>
                <a:off x="3938973" y="5456416"/>
                <a:ext cx="782514" cy="253857"/>
              </a:xfrm>
              <a:prstGeom prst="rect">
                <a:avLst/>
              </a:prstGeom>
            </p:spPr>
            <p:txBody>
              <a:bodyPr wrap="square" lIns="0" rIns="0">
                <a:noAutofit/>
              </a:bodyPr>
              <a:lstStyle/>
              <a:p>
                <a:pPr algn="ctr" defTabSz="914112" fontAlgn="ctr"/>
                <a:r>
                  <a:rPr lang="es-AR" sz="900" dirty="0" err="1">
                    <a:solidFill>
                      <a:srgbClr val="1D1D1A"/>
                    </a:solidFill>
                    <a:latin typeface="Roboto" panose="02000000000000000000" pitchFamily="2" charset="0"/>
                    <a:ea typeface="Roboto" panose="02000000000000000000" pitchFamily="2" charset="0"/>
                    <a:cs typeface="Arial" panose="020B0604020202020204" pitchFamily="34" charset="0"/>
                  </a:rPr>
                  <a:t>Movile</a:t>
                </a:r>
                <a:r>
                  <a:rPr lang="es-AR" sz="900" dirty="0">
                    <a:solidFill>
                      <a:srgbClr val="1D1D1A"/>
                    </a:solidFill>
                    <a:latin typeface="Roboto" panose="02000000000000000000" pitchFamily="2" charset="0"/>
                    <a:ea typeface="Roboto" panose="02000000000000000000" pitchFamily="2" charset="0"/>
                    <a:cs typeface="Arial" panose="020B0604020202020204" pitchFamily="34" charset="0"/>
                  </a:rPr>
                  <a:t> Apps</a:t>
                </a:r>
              </a:p>
            </p:txBody>
          </p:sp>
          <p:pic>
            <p:nvPicPr>
              <p:cNvPr id="7" name="Picture 2" descr="Símbolo negro mundial - Iconos gratis de web">
                <a:extLst>
                  <a:ext uri="{FF2B5EF4-FFF2-40B4-BE49-F238E27FC236}">
                    <a16:creationId xmlns="" xmlns:a16="http://schemas.microsoft.com/office/drawing/2014/main" id="{89B07B0C-253E-2544-4E73-76828F53C9FC}"/>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039907" y="4905036"/>
                <a:ext cx="502101" cy="502101"/>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6" descr="desarrollo App Móvil FREE ICON | Desarrollo de aplicaciones, Icono gratis,  Iconos">
                <a:extLst>
                  <a:ext uri="{FF2B5EF4-FFF2-40B4-BE49-F238E27FC236}">
                    <a16:creationId xmlns="" xmlns:a16="http://schemas.microsoft.com/office/drawing/2014/main" id="{31C88EBF-E70B-C73D-D0DC-DA1DAC1D71E4}"/>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4084957" y="4920538"/>
                <a:ext cx="489641" cy="489641"/>
              </a:xfrm>
              <a:prstGeom prst="rect">
                <a:avLst/>
              </a:prstGeom>
              <a:noFill/>
              <a:extLst>
                <a:ext uri="{909E8E84-426E-40DD-AFC4-6F175D3DCCD1}">
                  <a14:hiddenFill xmlns:a14="http://schemas.microsoft.com/office/drawing/2010/main">
                    <a:solidFill>
                      <a:srgbClr val="FFFFFF"/>
                    </a:solidFill>
                  </a14:hiddenFill>
                </a:ext>
              </a:extLst>
            </p:spPr>
          </p:pic>
          <p:pic>
            <p:nvPicPr>
              <p:cNvPr id="10" name="Picture 8" descr="Realidad virtual - Iconos gratis de usuario">
                <a:extLst>
                  <a:ext uri="{FF2B5EF4-FFF2-40B4-BE49-F238E27FC236}">
                    <a16:creationId xmlns="" xmlns:a16="http://schemas.microsoft.com/office/drawing/2014/main" id="{D864222F-31C8-CBF7-CD28-B9C012C184D9}"/>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5301117" y="4895089"/>
                <a:ext cx="489641" cy="489641"/>
              </a:xfrm>
              <a:prstGeom prst="rect">
                <a:avLst/>
              </a:prstGeom>
              <a:noFill/>
              <a:extLst>
                <a:ext uri="{909E8E84-426E-40DD-AFC4-6F175D3DCCD1}">
                  <a14:hiddenFill xmlns:a14="http://schemas.microsoft.com/office/drawing/2010/main">
                    <a:solidFill>
                      <a:srgbClr val="FFFFFF"/>
                    </a:solidFill>
                  </a14:hiddenFill>
                </a:ext>
              </a:extLst>
            </p:spPr>
          </p:pic>
          <p:pic>
            <p:nvPicPr>
              <p:cNvPr id="11" name="Picture 14" descr="CNCF Branding | Kubernetes">
                <a:extLst>
                  <a:ext uri="{FF2B5EF4-FFF2-40B4-BE49-F238E27FC236}">
                    <a16:creationId xmlns="" xmlns:a16="http://schemas.microsoft.com/office/drawing/2014/main" id="{0637B706-26AC-E006-8AA3-CBDA054F75E0}"/>
                  </a:ext>
                </a:extLst>
              </p:cNvPr>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7806327" y="4928288"/>
                <a:ext cx="470026" cy="455595"/>
              </a:xfrm>
              <a:prstGeom prst="rect">
                <a:avLst/>
              </a:prstGeom>
              <a:noFill/>
              <a:extLst>
                <a:ext uri="{909E8E84-426E-40DD-AFC4-6F175D3DCCD1}">
                  <a14:hiddenFill xmlns:a14="http://schemas.microsoft.com/office/drawing/2010/main">
                    <a:solidFill>
                      <a:srgbClr val="FFFFFF"/>
                    </a:solidFill>
                  </a14:hiddenFill>
                </a:ext>
              </a:extLst>
            </p:spPr>
          </p:pic>
          <p:pic>
            <p:nvPicPr>
              <p:cNvPr id="12" name="Picture 24" descr="Docker Icon in Material Design">
                <a:extLst>
                  <a:ext uri="{FF2B5EF4-FFF2-40B4-BE49-F238E27FC236}">
                    <a16:creationId xmlns="" xmlns:a16="http://schemas.microsoft.com/office/drawing/2014/main" id="{3232E29C-F083-4068-F599-FC49DA5ECFDE}"/>
                  </a:ext>
                </a:extLst>
              </p:cNvPr>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8434299" y="4766691"/>
                <a:ext cx="778787" cy="778787"/>
              </a:xfrm>
              <a:prstGeom prst="rect">
                <a:avLst/>
              </a:prstGeom>
              <a:noFill/>
              <a:extLst>
                <a:ext uri="{909E8E84-426E-40DD-AFC4-6F175D3DCCD1}">
                  <a14:hiddenFill xmlns:a14="http://schemas.microsoft.com/office/drawing/2010/main">
                    <a:solidFill>
                      <a:srgbClr val="FFFFFF"/>
                    </a:solidFill>
                  </a14:hiddenFill>
                </a:ext>
              </a:extLst>
            </p:spPr>
          </p:pic>
          <p:sp>
            <p:nvSpPr>
              <p:cNvPr id="13" name="矩形 136">
                <a:extLst>
                  <a:ext uri="{FF2B5EF4-FFF2-40B4-BE49-F238E27FC236}">
                    <a16:creationId xmlns="" xmlns:a16="http://schemas.microsoft.com/office/drawing/2014/main" id="{1C784E7A-991B-7E42-122E-E089A3E9E9C4}"/>
                  </a:ext>
                </a:extLst>
              </p:cNvPr>
              <p:cNvSpPr/>
              <p:nvPr/>
            </p:nvSpPr>
            <p:spPr>
              <a:xfrm>
                <a:off x="5165987" y="5456416"/>
                <a:ext cx="782514" cy="253857"/>
              </a:xfrm>
              <a:prstGeom prst="rect">
                <a:avLst/>
              </a:prstGeom>
            </p:spPr>
            <p:txBody>
              <a:bodyPr wrap="square" lIns="0" rIns="0">
                <a:noAutofit/>
              </a:bodyPr>
              <a:lstStyle/>
              <a:p>
                <a:pPr algn="ctr" defTabSz="914112" fontAlgn="ctr"/>
                <a:r>
                  <a:rPr lang="es-AR" sz="900" dirty="0">
                    <a:solidFill>
                      <a:srgbClr val="1D1D1A"/>
                    </a:solidFill>
                    <a:latin typeface="Roboto" panose="02000000000000000000" pitchFamily="2" charset="0"/>
                    <a:ea typeface="Roboto" panose="02000000000000000000" pitchFamily="2" charset="0"/>
                    <a:cs typeface="Arial" panose="020B0604020202020204" pitchFamily="34" charset="0"/>
                  </a:rPr>
                  <a:t>Realidad virtual</a:t>
                </a:r>
              </a:p>
            </p:txBody>
          </p:sp>
          <p:sp>
            <p:nvSpPr>
              <p:cNvPr id="14" name="矩形 136">
                <a:extLst>
                  <a:ext uri="{FF2B5EF4-FFF2-40B4-BE49-F238E27FC236}">
                    <a16:creationId xmlns="" xmlns:a16="http://schemas.microsoft.com/office/drawing/2014/main" id="{31954B05-FCF8-8CB3-7AE3-8D05DD27FA75}"/>
                  </a:ext>
                </a:extLst>
              </p:cNvPr>
              <p:cNvSpPr/>
              <p:nvPr/>
            </p:nvSpPr>
            <p:spPr>
              <a:xfrm>
                <a:off x="7865961" y="5467049"/>
                <a:ext cx="1216350" cy="253857"/>
              </a:xfrm>
              <a:prstGeom prst="rect">
                <a:avLst/>
              </a:prstGeom>
            </p:spPr>
            <p:txBody>
              <a:bodyPr wrap="square" lIns="0" rIns="0">
                <a:noAutofit/>
              </a:bodyPr>
              <a:lstStyle/>
              <a:p>
                <a:pPr algn="ctr" defTabSz="914112" fontAlgn="ctr"/>
                <a:r>
                  <a:rPr lang="es-AR" sz="900" dirty="0" err="1">
                    <a:solidFill>
                      <a:srgbClr val="1D1D1A"/>
                    </a:solidFill>
                    <a:latin typeface="Roboto" panose="02000000000000000000" pitchFamily="2" charset="0"/>
                    <a:ea typeface="Roboto" panose="02000000000000000000" pitchFamily="2" charset="0"/>
                    <a:cs typeface="Arial" panose="020B0604020202020204" pitchFamily="34" charset="0"/>
                  </a:rPr>
                  <a:t>Contenerización</a:t>
                </a:r>
                <a:endParaRPr lang="es-AR" sz="900" dirty="0">
                  <a:solidFill>
                    <a:srgbClr val="1D1D1A"/>
                  </a:solidFill>
                  <a:latin typeface="Roboto" panose="02000000000000000000" pitchFamily="2" charset="0"/>
                  <a:ea typeface="Roboto" panose="02000000000000000000" pitchFamily="2" charset="0"/>
                  <a:cs typeface="Arial" panose="020B0604020202020204" pitchFamily="34" charset="0"/>
                </a:endParaRPr>
              </a:p>
            </p:txBody>
          </p:sp>
          <p:pic>
            <p:nvPicPr>
              <p:cNvPr id="15" name="Picture 8" descr="Virtualization Icon In Vector Logotype Stock Illustration - Download Image  Now - Black Color, Cloud - Sky, Cut Out - iStock">
                <a:extLst>
                  <a:ext uri="{FF2B5EF4-FFF2-40B4-BE49-F238E27FC236}">
                    <a16:creationId xmlns="" xmlns:a16="http://schemas.microsoft.com/office/drawing/2014/main" id="{0764E831-E301-FC2B-D435-1CF5D49C658A}"/>
                  </a:ext>
                </a:extLst>
              </p:cNvPr>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6498401" y="4731859"/>
                <a:ext cx="873324" cy="873324"/>
              </a:xfrm>
              <a:prstGeom prst="rect">
                <a:avLst/>
              </a:prstGeom>
              <a:noFill/>
              <a:extLst>
                <a:ext uri="{909E8E84-426E-40DD-AFC4-6F175D3DCCD1}">
                  <a14:hiddenFill xmlns:a14="http://schemas.microsoft.com/office/drawing/2010/main">
                    <a:solidFill>
                      <a:srgbClr val="FFFFFF"/>
                    </a:solidFill>
                  </a14:hiddenFill>
                </a:ext>
              </a:extLst>
            </p:spPr>
          </p:pic>
          <p:sp>
            <p:nvSpPr>
              <p:cNvPr id="16" name="矩形 136">
                <a:extLst>
                  <a:ext uri="{FF2B5EF4-FFF2-40B4-BE49-F238E27FC236}">
                    <a16:creationId xmlns="" xmlns:a16="http://schemas.microsoft.com/office/drawing/2014/main" id="{16FE5D81-9FC1-522A-B6F4-411807626476}"/>
                  </a:ext>
                </a:extLst>
              </p:cNvPr>
              <p:cNvSpPr/>
              <p:nvPr/>
            </p:nvSpPr>
            <p:spPr>
              <a:xfrm>
                <a:off x="6313672" y="5459931"/>
                <a:ext cx="1216350" cy="253857"/>
              </a:xfrm>
              <a:prstGeom prst="rect">
                <a:avLst/>
              </a:prstGeom>
            </p:spPr>
            <p:txBody>
              <a:bodyPr wrap="square" lIns="0" rIns="0">
                <a:noAutofit/>
              </a:bodyPr>
              <a:lstStyle/>
              <a:p>
                <a:pPr algn="ctr" defTabSz="914112" fontAlgn="ctr"/>
                <a:r>
                  <a:rPr lang="es-AR" sz="900" dirty="0">
                    <a:solidFill>
                      <a:srgbClr val="1D1D1A"/>
                    </a:solidFill>
                    <a:latin typeface="Roboto" panose="02000000000000000000" pitchFamily="2" charset="0"/>
                    <a:ea typeface="Roboto" panose="02000000000000000000" pitchFamily="2" charset="0"/>
                    <a:cs typeface="Arial" panose="020B0604020202020204" pitchFamily="34" charset="0"/>
                  </a:rPr>
                  <a:t>Inteligencia Artificial</a:t>
                </a:r>
              </a:p>
            </p:txBody>
          </p:sp>
        </p:grpSp>
        <p:cxnSp>
          <p:nvCxnSpPr>
            <p:cNvPr id="20" name="直接连接符 49">
              <a:extLst>
                <a:ext uri="{FF2B5EF4-FFF2-40B4-BE49-F238E27FC236}">
                  <a16:creationId xmlns="" xmlns:a16="http://schemas.microsoft.com/office/drawing/2014/main" id="{23583FC7-1E41-AA68-F033-264944BDD455}"/>
                </a:ext>
              </a:extLst>
            </p:cNvPr>
            <p:cNvCxnSpPr>
              <a:cxnSpLocks/>
            </p:cNvCxnSpPr>
            <p:nvPr/>
          </p:nvCxnSpPr>
          <p:spPr>
            <a:xfrm>
              <a:off x="2782770" y="4112439"/>
              <a:ext cx="6736383" cy="0"/>
            </a:xfrm>
            <a:prstGeom prst="line">
              <a:avLst/>
            </a:prstGeom>
            <a:noFill/>
            <a:ln w="9525" cap="flat" cmpd="sng" algn="ctr">
              <a:solidFill>
                <a:srgbClr val="080808"/>
              </a:solidFill>
              <a:prstDash val="dash"/>
            </a:ln>
            <a:effectLst/>
          </p:spPr>
        </p:cxnSp>
      </p:grpSp>
      <p:sp>
        <p:nvSpPr>
          <p:cNvPr id="22" name="CuadroTexto 21">
            <a:extLst>
              <a:ext uri="{FF2B5EF4-FFF2-40B4-BE49-F238E27FC236}">
                <a16:creationId xmlns="" xmlns:a16="http://schemas.microsoft.com/office/drawing/2014/main" id="{32B26E82-26B9-CD07-F6C5-0EEAC883706A}"/>
              </a:ext>
            </a:extLst>
          </p:cNvPr>
          <p:cNvSpPr txBox="1"/>
          <p:nvPr/>
        </p:nvSpPr>
        <p:spPr>
          <a:xfrm>
            <a:off x="1209179" y="4412347"/>
            <a:ext cx="1401438" cy="523220"/>
          </a:xfrm>
          <a:prstGeom prst="rect">
            <a:avLst/>
          </a:prstGeom>
          <a:noFill/>
        </p:spPr>
        <p:txBody>
          <a:bodyPr wrap="square">
            <a:spAutoFit/>
          </a:bodyPr>
          <a:lstStyle/>
          <a:p>
            <a:r>
              <a:rPr lang="es-ES" sz="1400" b="1" dirty="0">
                <a:solidFill>
                  <a:prstClr val="black"/>
                </a:solidFill>
                <a:latin typeface="Roboto" panose="02000000000000000000" pitchFamily="2" charset="0"/>
                <a:ea typeface="Roboto" panose="02000000000000000000" pitchFamily="2" charset="0"/>
                <a:cs typeface="Arial" panose="020B0604020202020204" pitchFamily="34" charset="0"/>
              </a:rPr>
              <a:t>Software</a:t>
            </a:r>
            <a:br>
              <a:rPr lang="es-ES" sz="1400" b="1" dirty="0">
                <a:solidFill>
                  <a:prstClr val="black"/>
                </a:solidFill>
                <a:latin typeface="Roboto" panose="02000000000000000000" pitchFamily="2" charset="0"/>
                <a:ea typeface="Roboto" panose="02000000000000000000" pitchFamily="2" charset="0"/>
                <a:cs typeface="Arial" panose="020B0604020202020204" pitchFamily="34" charset="0"/>
              </a:rPr>
            </a:br>
            <a:r>
              <a:rPr lang="es-ES" sz="1400" b="1" dirty="0">
                <a:solidFill>
                  <a:prstClr val="black"/>
                </a:solidFill>
                <a:latin typeface="Roboto" panose="02000000000000000000" pitchFamily="2" charset="0"/>
                <a:ea typeface="Roboto" panose="02000000000000000000" pitchFamily="2" charset="0"/>
                <a:cs typeface="Arial" panose="020B0604020202020204" pitchFamily="34" charset="0"/>
              </a:rPr>
              <a:t>Aplicaciones</a:t>
            </a:r>
            <a:endParaRPr lang="es-AR" sz="1400" dirty="0"/>
          </a:p>
        </p:txBody>
      </p:sp>
      <p:cxnSp>
        <p:nvCxnSpPr>
          <p:cNvPr id="18" name="直接连接符 49">
            <a:extLst>
              <a:ext uri="{FF2B5EF4-FFF2-40B4-BE49-F238E27FC236}">
                <a16:creationId xmlns="" xmlns:a16="http://schemas.microsoft.com/office/drawing/2014/main" id="{76E002E7-BCF9-47CA-945D-F9A36E6ED887}"/>
              </a:ext>
            </a:extLst>
          </p:cNvPr>
          <p:cNvCxnSpPr>
            <a:cxnSpLocks/>
          </p:cNvCxnSpPr>
          <p:nvPr/>
        </p:nvCxnSpPr>
        <p:spPr>
          <a:xfrm>
            <a:off x="194363" y="490511"/>
            <a:ext cx="3054680" cy="0"/>
          </a:xfrm>
          <a:prstGeom prst="line">
            <a:avLst/>
          </a:prstGeom>
          <a:ln w="19050">
            <a:solidFill>
              <a:srgbClr val="575756"/>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0754841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304">
            <a:extLst>
              <a:ext uri="{FF2B5EF4-FFF2-40B4-BE49-F238E27FC236}">
                <a16:creationId xmlns="" xmlns:a16="http://schemas.microsoft.com/office/drawing/2014/main" id="{7013279A-F575-DE60-B1B4-CA0AC19A1AF4}"/>
              </a:ext>
            </a:extLst>
          </p:cNvPr>
          <p:cNvSpPr/>
          <p:nvPr/>
        </p:nvSpPr>
        <p:spPr>
          <a:xfrm>
            <a:off x="541042" y="811383"/>
            <a:ext cx="11231858" cy="5751352"/>
          </a:xfrm>
          <a:prstGeom prst="rect">
            <a:avLst/>
          </a:prstGeom>
          <a:noFill/>
        </p:spPr>
        <p:txBody>
          <a:bodyPr wrap="square" lIns="35992" rIns="35992">
            <a:noAutofit/>
          </a:bodyPr>
          <a:lstStyle/>
          <a:p>
            <a:pPr algn="l">
              <a:spcBef>
                <a:spcPts val="600"/>
              </a:spcBef>
            </a:pPr>
            <a:r>
              <a:rPr lang="es-ES" sz="1200" b="1" dirty="0">
                <a:solidFill>
                  <a:prstClr val="black"/>
                </a:solidFill>
                <a:latin typeface="Roboto" panose="02000000000000000000" pitchFamily="2" charset="0"/>
                <a:ea typeface="Roboto" panose="02000000000000000000" pitchFamily="2" charset="0"/>
                <a:cs typeface="Arial" panose="020B0604020202020204" pitchFamily="34" charset="0"/>
              </a:rPr>
              <a:t>Datos:</a:t>
            </a:r>
            <a:br>
              <a:rPr lang="es-ES" sz="1200" b="1" dirty="0">
                <a:solidFill>
                  <a:prstClr val="black"/>
                </a:solidFill>
                <a:latin typeface="Roboto" panose="02000000000000000000" pitchFamily="2" charset="0"/>
                <a:ea typeface="Roboto" panose="02000000000000000000" pitchFamily="2" charset="0"/>
                <a:cs typeface="Arial" panose="020B0604020202020204" pitchFamily="34" charset="0"/>
              </a:rPr>
            </a:br>
            <a:r>
              <a:rPr lang="es-ES" sz="1100" dirty="0">
                <a:solidFill>
                  <a:srgbClr val="374151"/>
                </a:solidFill>
                <a:latin typeface="Roboto Thin" panose="02000000000000000000" pitchFamily="2" charset="0"/>
                <a:ea typeface="Roboto Thin" panose="02000000000000000000" pitchFamily="2" charset="0"/>
              </a:rPr>
              <a:t>La capa de Datos se refiere a la capa de un sistema o aplicación donde se almacenan, gestionan y manipulan los datos. Esta capa se encarga de administrar la persistencia de los datos, su estructura, integridad y acceso eficiente.</a:t>
            </a:r>
          </a:p>
          <a:p>
            <a:pPr algn="l">
              <a:spcBef>
                <a:spcPts val="600"/>
              </a:spcBef>
            </a:pPr>
            <a:r>
              <a:rPr lang="es-ES" sz="1100" b="1" dirty="0">
                <a:solidFill>
                  <a:prstClr val="black"/>
                </a:solidFill>
                <a:latin typeface="Roboto Thin" panose="02000000000000000000" pitchFamily="2" charset="0"/>
                <a:ea typeface="Roboto Thin" panose="02000000000000000000" pitchFamily="2" charset="0"/>
                <a:cs typeface="Arial" panose="020B0604020202020204" pitchFamily="34" charset="0"/>
              </a:rPr>
              <a:t>Bases de datos: </a:t>
            </a:r>
            <a:br>
              <a:rPr lang="es-ES" sz="1100" b="1" dirty="0">
                <a:solidFill>
                  <a:prstClr val="black"/>
                </a:solidFill>
                <a:latin typeface="Roboto Thin" panose="02000000000000000000" pitchFamily="2" charset="0"/>
                <a:ea typeface="Roboto Thin" panose="02000000000000000000" pitchFamily="2" charset="0"/>
                <a:cs typeface="Arial" panose="020B0604020202020204" pitchFamily="34" charset="0"/>
              </a:rPr>
            </a:br>
            <a:r>
              <a:rPr lang="es-ES" sz="1100" dirty="0">
                <a:solidFill>
                  <a:srgbClr val="374151"/>
                </a:solidFill>
                <a:latin typeface="Roboto Thin" panose="02000000000000000000" pitchFamily="2" charset="0"/>
                <a:ea typeface="Roboto Thin" panose="02000000000000000000" pitchFamily="2" charset="0"/>
              </a:rPr>
              <a:t>Son sistemas diseñados para almacenar grandes volúmenes de datos estructurados y permiten realizar operaciones como búsqueda, inserción, actualización y eliminación de datos. Algunos ejemplos de bases de datos populares son MySQL, Oracle, SQL Server, MongoDB, entre otros.</a:t>
            </a:r>
          </a:p>
          <a:p>
            <a:pPr algn="l">
              <a:spcBef>
                <a:spcPts val="600"/>
              </a:spcBef>
            </a:pPr>
            <a:r>
              <a:rPr lang="es-ES" sz="1100" b="1" dirty="0">
                <a:solidFill>
                  <a:prstClr val="black"/>
                </a:solidFill>
                <a:latin typeface="Roboto Thin" panose="02000000000000000000" pitchFamily="2" charset="0"/>
                <a:ea typeface="Roboto Thin" panose="02000000000000000000" pitchFamily="2" charset="0"/>
                <a:cs typeface="Arial" panose="020B0604020202020204" pitchFamily="34" charset="0"/>
              </a:rPr>
              <a:t>Sistemas de gestión de bases de datos (SGBD).</a:t>
            </a:r>
            <a:br>
              <a:rPr lang="es-ES" sz="1100" b="1" dirty="0">
                <a:solidFill>
                  <a:prstClr val="black"/>
                </a:solidFill>
                <a:latin typeface="Roboto Thin" panose="02000000000000000000" pitchFamily="2" charset="0"/>
                <a:ea typeface="Roboto Thin" panose="02000000000000000000" pitchFamily="2" charset="0"/>
                <a:cs typeface="Arial" panose="020B0604020202020204" pitchFamily="34" charset="0"/>
              </a:rPr>
            </a:br>
            <a:r>
              <a:rPr lang="es-ES" sz="1100" dirty="0">
                <a:solidFill>
                  <a:srgbClr val="374151"/>
                </a:solidFill>
                <a:latin typeface="Roboto Thin" panose="02000000000000000000" pitchFamily="2" charset="0"/>
                <a:ea typeface="Roboto Thin" panose="02000000000000000000" pitchFamily="2" charset="0"/>
              </a:rPr>
              <a:t>Son programas que permiten administrar y controlar las bases de datos. Estos sistemas proporcionan herramientas y funcionalidades para definir la estructura de los datos, garantizar la integridad, implementar la seguridad y realizar consultas y análisis de datos.</a:t>
            </a:r>
          </a:p>
          <a:p>
            <a:pPr algn="l">
              <a:spcBef>
                <a:spcPts val="600"/>
              </a:spcBef>
            </a:pPr>
            <a:r>
              <a:rPr lang="es-ES" sz="1100" b="1" dirty="0">
                <a:solidFill>
                  <a:prstClr val="black"/>
                </a:solidFill>
                <a:latin typeface="Roboto Thin" panose="02000000000000000000" pitchFamily="2" charset="0"/>
                <a:ea typeface="Roboto Thin" panose="02000000000000000000" pitchFamily="2" charset="0"/>
                <a:cs typeface="Arial" panose="020B0604020202020204" pitchFamily="34" charset="0"/>
              </a:rPr>
              <a:t>Modelado y diseño de datos.</a:t>
            </a:r>
            <a:br>
              <a:rPr lang="es-ES" sz="1100" b="1" dirty="0">
                <a:solidFill>
                  <a:prstClr val="black"/>
                </a:solidFill>
                <a:latin typeface="Roboto Thin" panose="02000000000000000000" pitchFamily="2" charset="0"/>
                <a:ea typeface="Roboto Thin" panose="02000000000000000000" pitchFamily="2" charset="0"/>
                <a:cs typeface="Arial" panose="020B0604020202020204" pitchFamily="34" charset="0"/>
              </a:rPr>
            </a:br>
            <a:r>
              <a:rPr lang="es-ES" sz="1100" dirty="0">
                <a:solidFill>
                  <a:srgbClr val="374151"/>
                </a:solidFill>
                <a:latin typeface="Roboto Thin" panose="02000000000000000000" pitchFamily="2" charset="0"/>
                <a:ea typeface="Roboto Thin" panose="02000000000000000000" pitchFamily="2" charset="0"/>
              </a:rPr>
              <a:t>Implica la creación de estructuras y esquemas de datos adecuados para una aplicación o sistema. Esto puede incluir el diseño de tablas, relaciones entre entidades, definición de atributos y restricciones de integridad.</a:t>
            </a:r>
          </a:p>
          <a:p>
            <a:pPr algn="l"/>
            <a:endParaRPr lang="es-ES" sz="1100" b="1" dirty="0">
              <a:solidFill>
                <a:prstClr val="black"/>
              </a:solidFill>
              <a:latin typeface="Roboto Thin" panose="02000000000000000000" pitchFamily="2" charset="0"/>
              <a:ea typeface="Roboto Thin" panose="02000000000000000000" pitchFamily="2" charset="0"/>
              <a:cs typeface="Arial" panose="020B0604020202020204" pitchFamily="34" charset="0"/>
            </a:endParaRPr>
          </a:p>
          <a:p>
            <a:pPr algn="l"/>
            <a:endParaRPr lang="es-ES" sz="1200" b="1" dirty="0">
              <a:solidFill>
                <a:prstClr val="black"/>
              </a:solidFill>
              <a:latin typeface="Roboto" panose="02000000000000000000" pitchFamily="2" charset="0"/>
              <a:ea typeface="Roboto" panose="02000000000000000000" pitchFamily="2" charset="0"/>
              <a:cs typeface="Arial" panose="020B0604020202020204" pitchFamily="34" charset="0"/>
            </a:endParaRPr>
          </a:p>
          <a:p>
            <a:pPr algn="l"/>
            <a:r>
              <a:rPr lang="es-ES" sz="1200" b="1" dirty="0">
                <a:solidFill>
                  <a:prstClr val="black"/>
                </a:solidFill>
                <a:latin typeface="Roboto" panose="02000000000000000000" pitchFamily="2" charset="0"/>
                <a:ea typeface="Roboto" panose="02000000000000000000" pitchFamily="2" charset="0"/>
                <a:cs typeface="Arial" panose="020B0604020202020204" pitchFamily="34" charset="0"/>
              </a:rPr>
              <a:t>Usuarios</a:t>
            </a:r>
            <a:r>
              <a:rPr lang="es-ES" sz="1100" b="1" dirty="0">
                <a:solidFill>
                  <a:prstClr val="black"/>
                </a:solidFill>
                <a:latin typeface="Roboto Thin" panose="02000000000000000000" pitchFamily="2" charset="0"/>
                <a:ea typeface="Roboto Thin" panose="02000000000000000000" pitchFamily="2" charset="0"/>
                <a:cs typeface="Arial" panose="020B0604020202020204" pitchFamily="34" charset="0"/>
              </a:rPr>
              <a:t/>
            </a:r>
            <a:br>
              <a:rPr lang="es-ES" sz="1100" b="1" dirty="0">
                <a:solidFill>
                  <a:prstClr val="black"/>
                </a:solidFill>
                <a:latin typeface="Roboto Thin" panose="02000000000000000000" pitchFamily="2" charset="0"/>
                <a:ea typeface="Roboto Thin" panose="02000000000000000000" pitchFamily="2" charset="0"/>
                <a:cs typeface="Arial" panose="020B0604020202020204" pitchFamily="34" charset="0"/>
              </a:rPr>
            </a:br>
            <a:r>
              <a:rPr lang="es-ES" sz="1100" dirty="0">
                <a:solidFill>
                  <a:srgbClr val="374151"/>
                </a:solidFill>
                <a:latin typeface="Roboto Thin" panose="02000000000000000000" pitchFamily="2" charset="0"/>
                <a:ea typeface="Roboto Thin" panose="02000000000000000000" pitchFamily="2" charset="0"/>
              </a:rPr>
              <a:t>La capa de Usuarios se refiere a la interfaz o punto de interacción entre los usuarios finales y el sistema o aplicación. Esta capa se encarga de presentar la información y funcionalidades de manera accesible y fácil de usar para los usuarios. Algunos de los componentes o elementos asociados a esta capa son:</a:t>
            </a:r>
          </a:p>
          <a:p>
            <a:pPr algn="l">
              <a:spcBef>
                <a:spcPts val="600"/>
              </a:spcBef>
            </a:pPr>
            <a:r>
              <a:rPr lang="es-ES" sz="1100" b="1" dirty="0">
                <a:solidFill>
                  <a:prstClr val="black"/>
                </a:solidFill>
                <a:latin typeface="Roboto Thin" panose="02000000000000000000" pitchFamily="2" charset="0"/>
                <a:ea typeface="Roboto Thin" panose="02000000000000000000" pitchFamily="2" charset="0"/>
                <a:cs typeface="Arial" panose="020B0604020202020204" pitchFamily="34" charset="0"/>
              </a:rPr>
              <a:t>Interfaz de usuario (UI).</a:t>
            </a:r>
            <a:br>
              <a:rPr lang="es-ES" sz="1100" b="1" dirty="0">
                <a:solidFill>
                  <a:prstClr val="black"/>
                </a:solidFill>
                <a:latin typeface="Roboto Thin" panose="02000000000000000000" pitchFamily="2" charset="0"/>
                <a:ea typeface="Roboto Thin" panose="02000000000000000000" pitchFamily="2" charset="0"/>
                <a:cs typeface="Arial" panose="020B0604020202020204" pitchFamily="34" charset="0"/>
              </a:rPr>
            </a:br>
            <a:r>
              <a:rPr lang="es-ES" sz="1100" dirty="0">
                <a:solidFill>
                  <a:srgbClr val="374151"/>
                </a:solidFill>
                <a:latin typeface="Roboto Thin" panose="02000000000000000000" pitchFamily="2" charset="0"/>
                <a:ea typeface="Roboto Thin" panose="02000000000000000000" pitchFamily="2" charset="0"/>
              </a:rPr>
              <a:t>Es la parte visible y tangible con la que los usuarios interactúan. Puede incluir elementos gráficos, botones, menús, formularios, etc., que permiten a los usuarios interactuar con el sistema de manera intuitiva.</a:t>
            </a:r>
          </a:p>
          <a:p>
            <a:pPr algn="l">
              <a:spcBef>
                <a:spcPts val="600"/>
              </a:spcBef>
            </a:pPr>
            <a:r>
              <a:rPr lang="es-ES" sz="1100" b="1" dirty="0">
                <a:solidFill>
                  <a:prstClr val="black"/>
                </a:solidFill>
                <a:latin typeface="Roboto Thin" panose="02000000000000000000" pitchFamily="2" charset="0"/>
                <a:ea typeface="Roboto Thin" panose="02000000000000000000" pitchFamily="2" charset="0"/>
                <a:cs typeface="Arial" panose="020B0604020202020204" pitchFamily="34" charset="0"/>
              </a:rPr>
              <a:t>Experiencia de usuario (UX).</a:t>
            </a:r>
          </a:p>
          <a:p>
            <a:pPr algn="l"/>
            <a:r>
              <a:rPr lang="es-ES" sz="1100" dirty="0">
                <a:solidFill>
                  <a:srgbClr val="374151"/>
                </a:solidFill>
                <a:latin typeface="Roboto Thin" panose="02000000000000000000" pitchFamily="2" charset="0"/>
                <a:ea typeface="Roboto Thin" panose="02000000000000000000" pitchFamily="2" charset="0"/>
              </a:rPr>
              <a:t>Se refiere a la forma en que los usuarios perciben y experimentan la interfaz y la interacción con el sistema. La UX se enfoca en aspectos como la usabilidad, la accesibilidad, el diseño visual, la respuesta del sistema, entre otros, para proporcionar una experiencia positiva al usuario.</a:t>
            </a:r>
          </a:p>
          <a:p>
            <a:pPr algn="l">
              <a:spcBef>
                <a:spcPts val="600"/>
              </a:spcBef>
            </a:pPr>
            <a:r>
              <a:rPr lang="es-ES" sz="1100" b="1" dirty="0">
                <a:solidFill>
                  <a:prstClr val="black"/>
                </a:solidFill>
                <a:latin typeface="Roboto Thin" panose="02000000000000000000" pitchFamily="2" charset="0"/>
                <a:ea typeface="Roboto Thin" panose="02000000000000000000" pitchFamily="2" charset="0"/>
                <a:cs typeface="Arial" panose="020B0604020202020204" pitchFamily="34" charset="0"/>
              </a:rPr>
              <a:t>Personalización.</a:t>
            </a:r>
            <a:br>
              <a:rPr lang="es-ES" sz="1100" b="1" dirty="0">
                <a:solidFill>
                  <a:prstClr val="black"/>
                </a:solidFill>
                <a:latin typeface="Roboto Thin" panose="02000000000000000000" pitchFamily="2" charset="0"/>
                <a:ea typeface="Roboto Thin" panose="02000000000000000000" pitchFamily="2" charset="0"/>
                <a:cs typeface="Arial" panose="020B0604020202020204" pitchFamily="34" charset="0"/>
              </a:rPr>
            </a:br>
            <a:r>
              <a:rPr lang="es-ES" sz="1100" dirty="0">
                <a:solidFill>
                  <a:srgbClr val="374151"/>
                </a:solidFill>
                <a:latin typeface="Roboto Thin" panose="02000000000000000000" pitchFamily="2" charset="0"/>
                <a:ea typeface="Roboto Thin" panose="02000000000000000000" pitchFamily="2" charset="0"/>
              </a:rPr>
              <a:t>Algunas aplicaciones permiten a los usuarios personalizar la interfaz y las configuraciones según sus preferencias individuales, como temas, atajos de teclado, idioma, etc.</a:t>
            </a:r>
          </a:p>
          <a:p>
            <a:pPr algn="l">
              <a:spcBef>
                <a:spcPts val="600"/>
              </a:spcBef>
            </a:pPr>
            <a:r>
              <a:rPr lang="es-ES" sz="1100" b="1" dirty="0">
                <a:solidFill>
                  <a:prstClr val="black"/>
                </a:solidFill>
                <a:latin typeface="Roboto Thin" panose="02000000000000000000" pitchFamily="2" charset="0"/>
                <a:ea typeface="Roboto Thin" panose="02000000000000000000" pitchFamily="2" charset="0"/>
                <a:cs typeface="Arial" panose="020B0604020202020204" pitchFamily="34" charset="0"/>
              </a:rPr>
              <a:t>Seguridad y autenticación.</a:t>
            </a:r>
            <a:br>
              <a:rPr lang="es-ES" sz="1100" b="1" dirty="0">
                <a:solidFill>
                  <a:prstClr val="black"/>
                </a:solidFill>
                <a:latin typeface="Roboto Thin" panose="02000000000000000000" pitchFamily="2" charset="0"/>
                <a:ea typeface="Roboto Thin" panose="02000000000000000000" pitchFamily="2" charset="0"/>
                <a:cs typeface="Arial" panose="020B0604020202020204" pitchFamily="34" charset="0"/>
              </a:rPr>
            </a:br>
            <a:r>
              <a:rPr lang="es-ES" sz="1100" dirty="0">
                <a:solidFill>
                  <a:srgbClr val="374151"/>
                </a:solidFill>
                <a:latin typeface="Roboto Thin" panose="02000000000000000000" pitchFamily="2" charset="0"/>
                <a:ea typeface="Roboto Thin" panose="02000000000000000000" pitchFamily="2" charset="0"/>
              </a:rPr>
              <a:t>Esta capa también se ocupa de garantizar la seguridad de los usuarios, incluyendo mecanismos de autenticación, protección de datos personales, control de acceso, entre otros.</a:t>
            </a:r>
          </a:p>
          <a:p>
            <a:pPr marL="171416" indent="-171416" defTabSz="914217" fontAlgn="ctr">
              <a:spcBef>
                <a:spcPct val="0"/>
              </a:spcBef>
              <a:spcAft>
                <a:spcPct val="0"/>
              </a:spcAft>
              <a:buFont typeface="Wingdings" panose="05000000000000000000" pitchFamily="2" charset="2"/>
              <a:buChar char="Ø"/>
            </a:pPr>
            <a:endParaRPr lang="es-AR" altLang="zh-CN" sz="1100" dirty="0">
              <a:solidFill>
                <a:srgbClr val="374151"/>
              </a:solidFill>
              <a:latin typeface="Roboto Thin" panose="02000000000000000000" pitchFamily="2" charset="0"/>
              <a:ea typeface="Roboto Thin" panose="02000000000000000000" pitchFamily="2" charset="0"/>
            </a:endParaRPr>
          </a:p>
        </p:txBody>
      </p:sp>
      <p:sp>
        <p:nvSpPr>
          <p:cNvPr id="19" name="CuadroTexto 18">
            <a:extLst>
              <a:ext uri="{FF2B5EF4-FFF2-40B4-BE49-F238E27FC236}">
                <a16:creationId xmlns="" xmlns:a16="http://schemas.microsoft.com/office/drawing/2014/main" id="{67057A78-EB53-9806-EA73-5923D26C02EB}"/>
              </a:ext>
            </a:extLst>
          </p:cNvPr>
          <p:cNvSpPr txBox="1"/>
          <p:nvPr/>
        </p:nvSpPr>
        <p:spPr>
          <a:xfrm>
            <a:off x="97241" y="151957"/>
            <a:ext cx="3444767" cy="338554"/>
          </a:xfrm>
          <a:prstGeom prst="rect">
            <a:avLst/>
          </a:prstGeom>
          <a:noFill/>
        </p:spPr>
        <p:txBody>
          <a:bodyPr wrap="square">
            <a:spAutoFit/>
          </a:bodyPr>
          <a:lstStyle/>
          <a:p>
            <a:pPr defTabSz="914217" fontAlgn="ctr">
              <a:spcBef>
                <a:spcPct val="0"/>
              </a:spcBef>
              <a:spcAft>
                <a:spcPct val="0"/>
              </a:spcAft>
            </a:pPr>
            <a:r>
              <a:rPr lang="es-AR" sz="1600" dirty="0">
                <a:solidFill>
                  <a:srgbClr val="C00000"/>
                </a:solidFill>
                <a:latin typeface="Roboto Medium" panose="02000000000000000000" pitchFamily="2" charset="0"/>
                <a:ea typeface="Roboto Medium" panose="02000000000000000000" pitchFamily="2" charset="0"/>
                <a:cs typeface="Arial" panose="020B0604020202020204" pitchFamily="34" charset="0"/>
              </a:rPr>
              <a:t>Capa de datos y usuarios.</a:t>
            </a:r>
            <a:endParaRPr lang="es-AR" altLang="zh-CN" sz="1600" dirty="0">
              <a:solidFill>
                <a:srgbClr val="C00000"/>
              </a:solidFill>
              <a:latin typeface="Roboto Medium" panose="02000000000000000000" pitchFamily="2" charset="0"/>
              <a:ea typeface="Roboto Medium" panose="02000000000000000000" pitchFamily="2" charset="0"/>
              <a:cs typeface="Arial" panose="020B0604020202020204" pitchFamily="34" charset="0"/>
            </a:endParaRPr>
          </a:p>
        </p:txBody>
      </p:sp>
      <p:cxnSp>
        <p:nvCxnSpPr>
          <p:cNvPr id="4" name="直接连接符 49">
            <a:extLst>
              <a:ext uri="{FF2B5EF4-FFF2-40B4-BE49-F238E27FC236}">
                <a16:creationId xmlns="" xmlns:a16="http://schemas.microsoft.com/office/drawing/2014/main" id="{DC2B5DA2-57D1-14C6-D7E3-DA5BB695A342}"/>
              </a:ext>
            </a:extLst>
          </p:cNvPr>
          <p:cNvCxnSpPr>
            <a:cxnSpLocks/>
          </p:cNvCxnSpPr>
          <p:nvPr/>
        </p:nvCxnSpPr>
        <p:spPr>
          <a:xfrm>
            <a:off x="221468" y="490511"/>
            <a:ext cx="2324508" cy="0"/>
          </a:xfrm>
          <a:prstGeom prst="line">
            <a:avLst/>
          </a:prstGeom>
          <a:ln w="19050">
            <a:solidFill>
              <a:srgbClr val="575756"/>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1365963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矩形 305">
            <a:extLst>
              <a:ext uri="{FF2B5EF4-FFF2-40B4-BE49-F238E27FC236}">
                <a16:creationId xmlns="" xmlns:a16="http://schemas.microsoft.com/office/drawing/2014/main" id="{CF11E55D-0AE2-1807-A8D4-09EAD2313BF4}"/>
              </a:ext>
            </a:extLst>
          </p:cNvPr>
          <p:cNvSpPr/>
          <p:nvPr/>
        </p:nvSpPr>
        <p:spPr>
          <a:xfrm>
            <a:off x="378313" y="833987"/>
            <a:ext cx="11818450" cy="5548625"/>
          </a:xfrm>
          <a:prstGeom prst="rect">
            <a:avLst/>
          </a:prstGeom>
          <a:noFill/>
        </p:spPr>
        <p:txBody>
          <a:bodyPr wrap="square" lIns="35992" rIns="35992">
            <a:noAutofit/>
          </a:bodyPr>
          <a:lstStyle/>
          <a:p>
            <a:pPr defTabSz="914217" fontAlgn="ctr">
              <a:spcBef>
                <a:spcPct val="0"/>
              </a:spcBef>
              <a:spcAft>
                <a:spcPct val="0"/>
              </a:spcAft>
            </a:pPr>
            <a:r>
              <a:rPr lang="es-AR" sz="1200" b="1" dirty="0">
                <a:solidFill>
                  <a:prstClr val="black"/>
                </a:solidFill>
                <a:latin typeface="Roboto" panose="02000000000000000000" pitchFamily="2" charset="0"/>
                <a:ea typeface="Roboto" panose="02000000000000000000" pitchFamily="2" charset="0"/>
                <a:cs typeface="Arial" panose="020B0604020202020204" pitchFamily="34" charset="0"/>
              </a:rPr>
              <a:t>Seguridad física.</a:t>
            </a:r>
            <a:r>
              <a:rPr lang="es-AR" sz="1100" dirty="0">
                <a:solidFill>
                  <a:prstClr val="black"/>
                </a:solidFill>
                <a:latin typeface="Roboto Thin" panose="02000000000000000000" pitchFamily="2" charset="0"/>
                <a:ea typeface="Roboto Thin" panose="02000000000000000000" pitchFamily="2" charset="0"/>
                <a:cs typeface="Arial" panose="020B0604020202020204" pitchFamily="34" charset="0"/>
              </a:rPr>
              <a:t>:</a:t>
            </a:r>
          </a:p>
          <a:p>
            <a:pPr marL="180975" defTabSz="914217" fontAlgn="ctr">
              <a:spcBef>
                <a:spcPct val="0"/>
              </a:spcBef>
              <a:spcAft>
                <a:spcPct val="0"/>
              </a:spcAft>
            </a:pPr>
            <a:r>
              <a:rPr lang="es-AR" sz="1100" dirty="0">
                <a:solidFill>
                  <a:prstClr val="black"/>
                </a:solidFill>
                <a:latin typeface="Roboto Thin" panose="02000000000000000000" pitchFamily="2" charset="0"/>
                <a:ea typeface="Roboto Thin" panose="02000000000000000000" pitchFamily="2" charset="0"/>
                <a:cs typeface="Arial" panose="020B0604020202020204" pitchFamily="34" charset="0"/>
              </a:rPr>
              <a:t>Control de </a:t>
            </a:r>
            <a:r>
              <a:rPr lang="es-AR" sz="1100" dirty="0">
                <a:solidFill>
                  <a:srgbClr val="374151"/>
                </a:solidFill>
                <a:latin typeface="Roboto Thin" panose="02000000000000000000" pitchFamily="2" charset="0"/>
                <a:ea typeface="Roboto Thin" panose="02000000000000000000" pitchFamily="2" charset="0"/>
              </a:rPr>
              <a:t>Acceso Restringido (Código de acceso, Biometría y otros), Cámaras de Seguridad, Guardia privada y otros.</a:t>
            </a:r>
          </a:p>
          <a:p>
            <a:pPr marL="180975" indent="-180975" defTabSz="914217" fontAlgn="ctr">
              <a:spcBef>
                <a:spcPts val="1200"/>
              </a:spcBef>
            </a:pPr>
            <a:r>
              <a:rPr lang="es-AR" sz="1200" b="1" dirty="0">
                <a:solidFill>
                  <a:prstClr val="black"/>
                </a:solidFill>
                <a:latin typeface="Roboto" panose="02000000000000000000" pitchFamily="2" charset="0"/>
                <a:ea typeface="Roboto" panose="02000000000000000000" pitchFamily="2" charset="0"/>
                <a:cs typeface="Arial" panose="020B0604020202020204" pitchFamily="34" charset="0"/>
              </a:rPr>
              <a:t>Seguridad de Capa de Red</a:t>
            </a:r>
            <a:r>
              <a:rPr lang="es-AR" sz="1100" b="1" dirty="0">
                <a:solidFill>
                  <a:prstClr val="black"/>
                </a:solidFill>
                <a:latin typeface="Roboto Thin" panose="02000000000000000000" pitchFamily="2" charset="0"/>
                <a:ea typeface="Roboto Thin" panose="02000000000000000000" pitchFamily="2" charset="0"/>
                <a:cs typeface="Arial" panose="020B0604020202020204" pitchFamily="34" charset="0"/>
              </a:rPr>
              <a:t>.</a:t>
            </a:r>
          </a:p>
          <a:p>
            <a:pPr marL="180975" algn="l">
              <a:spcBef>
                <a:spcPts val="600"/>
              </a:spcBef>
            </a:pPr>
            <a:r>
              <a:rPr lang="es-ES" sz="1100" b="1" dirty="0">
                <a:solidFill>
                  <a:srgbClr val="374151"/>
                </a:solidFill>
                <a:latin typeface="Roboto Thin" panose="02000000000000000000" pitchFamily="2" charset="0"/>
                <a:ea typeface="Roboto Thin" panose="02000000000000000000" pitchFamily="2" charset="0"/>
              </a:rPr>
              <a:t>Firewalls:</a:t>
            </a:r>
          </a:p>
          <a:p>
            <a:pPr marL="180975" lvl="1" algn="l"/>
            <a:r>
              <a:rPr lang="es-ES" sz="1100" dirty="0">
                <a:solidFill>
                  <a:srgbClr val="374151"/>
                </a:solidFill>
                <a:latin typeface="Roboto Thin" panose="02000000000000000000" pitchFamily="2" charset="0"/>
                <a:ea typeface="Roboto Thin" panose="02000000000000000000" pitchFamily="2" charset="0"/>
              </a:rPr>
              <a:t>Los firewalls se utilizan para controlar el tráfico de red y filtrar paquetes en función de reglas predefinidas. Pueden ser implementados en forma de hardware o software y actúan como una barrera entre redes confiables y no confiables, examinando y bloqueando el tráfico no autorizado.</a:t>
            </a:r>
          </a:p>
          <a:p>
            <a:pPr marL="180975" algn="l">
              <a:spcBef>
                <a:spcPts val="1200"/>
              </a:spcBef>
            </a:pPr>
            <a:r>
              <a:rPr lang="es-ES" sz="1100" b="1" dirty="0">
                <a:solidFill>
                  <a:srgbClr val="374151"/>
                </a:solidFill>
                <a:latin typeface="Roboto Thin" panose="02000000000000000000" pitchFamily="2" charset="0"/>
                <a:ea typeface="Roboto Thin" panose="02000000000000000000" pitchFamily="2" charset="0"/>
              </a:rPr>
              <a:t>Redes privadas virtuales (VPN):</a:t>
            </a:r>
          </a:p>
          <a:p>
            <a:pPr marL="180975" lvl="1" algn="l"/>
            <a:r>
              <a:rPr lang="es-ES" sz="1100" dirty="0">
                <a:solidFill>
                  <a:srgbClr val="374151"/>
                </a:solidFill>
                <a:latin typeface="Roboto Thin" panose="02000000000000000000" pitchFamily="2" charset="0"/>
                <a:ea typeface="Roboto Thin" panose="02000000000000000000" pitchFamily="2" charset="0"/>
              </a:rPr>
              <a:t>Las VPN permiten establecer conexiones seguras y encriptadas sobre redes públicas, como Internet. Utilizan protocolos de tunelización y cifrado para proteger la confidencialidad e integridad de los datos transmitidos a través de la red.</a:t>
            </a:r>
          </a:p>
          <a:p>
            <a:pPr marL="180975" algn="l">
              <a:spcBef>
                <a:spcPts val="600"/>
              </a:spcBef>
            </a:pPr>
            <a:r>
              <a:rPr lang="es-ES" sz="1100" b="1" dirty="0">
                <a:solidFill>
                  <a:srgbClr val="374151"/>
                </a:solidFill>
                <a:latin typeface="Roboto Thin" panose="02000000000000000000" pitchFamily="2" charset="0"/>
                <a:ea typeface="Roboto Thin" panose="02000000000000000000" pitchFamily="2" charset="0"/>
              </a:rPr>
              <a:t>Seguridad de protocolos</a:t>
            </a:r>
            <a:r>
              <a:rPr lang="es-ES" b="0" i="0" dirty="0">
                <a:solidFill>
                  <a:srgbClr val="374151"/>
                </a:solidFill>
                <a:effectLst/>
                <a:latin typeface="Söhne"/>
              </a:rPr>
              <a:t>:</a:t>
            </a:r>
          </a:p>
          <a:p>
            <a:pPr marL="180975" lvl="1" algn="l"/>
            <a:r>
              <a:rPr lang="es-ES" sz="1100" dirty="0">
                <a:solidFill>
                  <a:srgbClr val="374151"/>
                </a:solidFill>
                <a:latin typeface="Roboto Thin" panose="02000000000000000000" pitchFamily="2" charset="0"/>
                <a:ea typeface="Roboto Thin" panose="02000000000000000000" pitchFamily="2" charset="0"/>
              </a:rPr>
              <a:t>Los protocolos de red, como IP (Internet </a:t>
            </a:r>
            <a:r>
              <a:rPr lang="es-ES" sz="1100" dirty="0" err="1">
                <a:solidFill>
                  <a:srgbClr val="374151"/>
                </a:solidFill>
                <a:latin typeface="Roboto Thin" panose="02000000000000000000" pitchFamily="2" charset="0"/>
                <a:ea typeface="Roboto Thin" panose="02000000000000000000" pitchFamily="2" charset="0"/>
              </a:rPr>
              <a:t>Protocol</a:t>
            </a:r>
            <a:r>
              <a:rPr lang="es-ES" sz="1100" dirty="0">
                <a:solidFill>
                  <a:srgbClr val="374151"/>
                </a:solidFill>
                <a:latin typeface="Roboto Thin" panose="02000000000000000000" pitchFamily="2" charset="0"/>
                <a:ea typeface="Roboto Thin" panose="02000000000000000000" pitchFamily="2" charset="0"/>
              </a:rPr>
              <a:t>), TCP (</a:t>
            </a:r>
            <a:r>
              <a:rPr lang="es-ES" sz="1100" dirty="0" err="1">
                <a:solidFill>
                  <a:srgbClr val="374151"/>
                </a:solidFill>
                <a:latin typeface="Roboto Thin" panose="02000000000000000000" pitchFamily="2" charset="0"/>
                <a:ea typeface="Roboto Thin" panose="02000000000000000000" pitchFamily="2" charset="0"/>
              </a:rPr>
              <a:t>Transmission</a:t>
            </a:r>
            <a:r>
              <a:rPr lang="es-ES" sz="1100" dirty="0">
                <a:solidFill>
                  <a:srgbClr val="374151"/>
                </a:solidFill>
                <a:latin typeface="Roboto Thin" panose="02000000000000000000" pitchFamily="2" charset="0"/>
                <a:ea typeface="Roboto Thin" panose="02000000000000000000" pitchFamily="2" charset="0"/>
              </a:rPr>
              <a:t> Control </a:t>
            </a:r>
            <a:r>
              <a:rPr lang="es-ES" sz="1100" dirty="0" err="1">
                <a:solidFill>
                  <a:srgbClr val="374151"/>
                </a:solidFill>
                <a:latin typeface="Roboto Thin" panose="02000000000000000000" pitchFamily="2" charset="0"/>
                <a:ea typeface="Roboto Thin" panose="02000000000000000000" pitchFamily="2" charset="0"/>
              </a:rPr>
              <a:t>Protocol</a:t>
            </a:r>
            <a:r>
              <a:rPr lang="es-ES" sz="1100" dirty="0">
                <a:solidFill>
                  <a:srgbClr val="374151"/>
                </a:solidFill>
                <a:latin typeface="Roboto Thin" panose="02000000000000000000" pitchFamily="2" charset="0"/>
                <a:ea typeface="Roboto Thin" panose="02000000000000000000" pitchFamily="2" charset="0"/>
              </a:rPr>
              <a:t>) y UDP (</a:t>
            </a:r>
            <a:r>
              <a:rPr lang="es-ES" sz="1100" dirty="0" err="1">
                <a:solidFill>
                  <a:srgbClr val="374151"/>
                </a:solidFill>
                <a:latin typeface="Roboto Thin" panose="02000000000000000000" pitchFamily="2" charset="0"/>
                <a:ea typeface="Roboto Thin" panose="02000000000000000000" pitchFamily="2" charset="0"/>
              </a:rPr>
              <a:t>User</a:t>
            </a:r>
            <a:r>
              <a:rPr lang="es-ES" sz="1100" dirty="0">
                <a:solidFill>
                  <a:srgbClr val="374151"/>
                </a:solidFill>
                <a:latin typeface="Roboto Thin" panose="02000000000000000000" pitchFamily="2" charset="0"/>
                <a:ea typeface="Roboto Thin" panose="02000000000000000000" pitchFamily="2" charset="0"/>
              </a:rPr>
              <a:t> </a:t>
            </a:r>
            <a:r>
              <a:rPr lang="es-ES" sz="1100" dirty="0" err="1">
                <a:solidFill>
                  <a:srgbClr val="374151"/>
                </a:solidFill>
                <a:latin typeface="Roboto Thin" panose="02000000000000000000" pitchFamily="2" charset="0"/>
                <a:ea typeface="Roboto Thin" panose="02000000000000000000" pitchFamily="2" charset="0"/>
              </a:rPr>
              <a:t>Datagram</a:t>
            </a:r>
            <a:r>
              <a:rPr lang="es-ES" sz="1100" dirty="0">
                <a:solidFill>
                  <a:srgbClr val="374151"/>
                </a:solidFill>
                <a:latin typeface="Roboto Thin" panose="02000000000000000000" pitchFamily="2" charset="0"/>
                <a:ea typeface="Roboto Thin" panose="02000000000000000000" pitchFamily="2" charset="0"/>
              </a:rPr>
              <a:t> </a:t>
            </a:r>
            <a:r>
              <a:rPr lang="es-ES" sz="1100" dirty="0" err="1">
                <a:solidFill>
                  <a:srgbClr val="374151"/>
                </a:solidFill>
                <a:latin typeface="Roboto Thin" panose="02000000000000000000" pitchFamily="2" charset="0"/>
                <a:ea typeface="Roboto Thin" panose="02000000000000000000" pitchFamily="2" charset="0"/>
              </a:rPr>
              <a:t>Protocol</a:t>
            </a:r>
            <a:r>
              <a:rPr lang="es-ES" sz="1100" dirty="0">
                <a:solidFill>
                  <a:srgbClr val="374151"/>
                </a:solidFill>
                <a:latin typeface="Roboto Thin" panose="02000000000000000000" pitchFamily="2" charset="0"/>
                <a:ea typeface="Roboto Thin" panose="02000000000000000000" pitchFamily="2" charset="0"/>
              </a:rPr>
              <a:t>), pueden presentar vulnerabilidades. Implementar medidas de seguridad en los protocolos utilizados, como IPsec (IP Security) para cifrar y autenticar el tráfico IP, puede proteger la comunicación en la capa de red.</a:t>
            </a:r>
          </a:p>
          <a:p>
            <a:pPr marL="180975" algn="l">
              <a:spcBef>
                <a:spcPts val="1200"/>
              </a:spcBef>
            </a:pPr>
            <a:r>
              <a:rPr lang="es-ES" sz="1100" b="1" dirty="0">
                <a:solidFill>
                  <a:srgbClr val="374151"/>
                </a:solidFill>
                <a:latin typeface="Roboto Thin" panose="02000000000000000000" pitchFamily="2" charset="0"/>
                <a:ea typeface="Roboto Thin" panose="02000000000000000000" pitchFamily="2" charset="0"/>
              </a:rPr>
              <a:t>VLAN (Virtual LAN) y segmentación de red:</a:t>
            </a:r>
          </a:p>
          <a:p>
            <a:pPr marL="180975" lvl="1" algn="l"/>
            <a:r>
              <a:rPr lang="es-ES" sz="1100" dirty="0">
                <a:solidFill>
                  <a:srgbClr val="374151"/>
                </a:solidFill>
                <a:latin typeface="Roboto Thin" panose="02000000000000000000" pitchFamily="2" charset="0"/>
                <a:ea typeface="Roboto Thin" panose="02000000000000000000" pitchFamily="2" charset="0"/>
              </a:rPr>
              <a:t>La segmentación de red y la configuración de VLAN pueden ayudar a mejorar la seguridad al separar físicamente o lógicamente los dispositivos en grupos y restringir el acceso entre ellos.</a:t>
            </a:r>
          </a:p>
          <a:p>
            <a:pPr marL="180975" lvl="1" algn="l"/>
            <a:r>
              <a:rPr lang="es-ES" sz="1100" dirty="0">
                <a:solidFill>
                  <a:srgbClr val="374151"/>
                </a:solidFill>
                <a:latin typeface="Roboto Thin" panose="02000000000000000000" pitchFamily="2" charset="0"/>
                <a:ea typeface="Roboto Thin" panose="02000000000000000000" pitchFamily="2" charset="0"/>
              </a:rPr>
              <a:t>Esto ayuda a limitar la propagación de amenazas en la red y proporciona un control más granular sobre el tráfico de red.</a:t>
            </a:r>
          </a:p>
          <a:p>
            <a:pPr marL="180975" algn="l">
              <a:spcBef>
                <a:spcPts val="1200"/>
              </a:spcBef>
            </a:pPr>
            <a:r>
              <a:rPr lang="es-ES" sz="1100" b="1" dirty="0">
                <a:solidFill>
                  <a:srgbClr val="374151"/>
                </a:solidFill>
                <a:latin typeface="Roboto Thin" panose="02000000000000000000" pitchFamily="2" charset="0"/>
                <a:ea typeface="Roboto Thin" panose="02000000000000000000" pitchFamily="2" charset="0"/>
              </a:rPr>
              <a:t>Prevención de ataques de denegación de servicio (DoS):</a:t>
            </a:r>
          </a:p>
          <a:p>
            <a:pPr marL="180975" lvl="1" algn="l"/>
            <a:r>
              <a:rPr lang="es-ES" sz="1100" dirty="0">
                <a:solidFill>
                  <a:srgbClr val="374151"/>
                </a:solidFill>
                <a:latin typeface="Roboto Thin" panose="02000000000000000000" pitchFamily="2" charset="0"/>
                <a:ea typeface="Roboto Thin" panose="02000000000000000000" pitchFamily="2" charset="0"/>
              </a:rPr>
              <a:t>Los ataques de DoS buscan abrumar los recursos de red o sistemas, impidiendo el acceso legítimo a los </a:t>
            </a:r>
            <a:r>
              <a:rPr lang="es-ES" sz="1100" dirty="0" err="1">
                <a:solidFill>
                  <a:srgbClr val="374151"/>
                </a:solidFill>
                <a:latin typeface="Roboto Thin" panose="02000000000000000000" pitchFamily="2" charset="0"/>
                <a:ea typeface="Roboto Thin" panose="02000000000000000000" pitchFamily="2" charset="0"/>
              </a:rPr>
              <a:t>servicios.La</a:t>
            </a:r>
            <a:r>
              <a:rPr lang="es-ES" sz="1100" dirty="0">
                <a:solidFill>
                  <a:srgbClr val="374151"/>
                </a:solidFill>
                <a:latin typeface="Roboto Thin" panose="02000000000000000000" pitchFamily="2" charset="0"/>
                <a:ea typeface="Roboto Thin" panose="02000000000000000000" pitchFamily="2" charset="0"/>
              </a:rPr>
              <a:t> implementación de soluciones de prevención de DoS, como filtros de tráfico, equilibrio de carga y sistemas de detección de anomalías, puede ayudar a mitigar estos ataques.</a:t>
            </a:r>
          </a:p>
          <a:p>
            <a:pPr marL="180975" algn="l">
              <a:spcBef>
                <a:spcPts val="1200"/>
              </a:spcBef>
            </a:pPr>
            <a:r>
              <a:rPr lang="es-ES" sz="1100" b="1" dirty="0">
                <a:solidFill>
                  <a:srgbClr val="374151"/>
                </a:solidFill>
                <a:latin typeface="Roboto Thin" panose="02000000000000000000" pitchFamily="2" charset="0"/>
                <a:ea typeface="Roboto Thin" panose="02000000000000000000" pitchFamily="2" charset="0"/>
              </a:rPr>
              <a:t>Sistemas de detección y prevención de intrusos (IDS/IPS):</a:t>
            </a:r>
          </a:p>
          <a:p>
            <a:pPr marL="180975" lvl="1" algn="l"/>
            <a:r>
              <a:rPr lang="es-ES" sz="1100" dirty="0">
                <a:solidFill>
                  <a:srgbClr val="374151"/>
                </a:solidFill>
                <a:latin typeface="Roboto Thin" panose="02000000000000000000" pitchFamily="2" charset="0"/>
                <a:ea typeface="Roboto Thin" panose="02000000000000000000" pitchFamily="2" charset="0"/>
              </a:rPr>
              <a:t>Los IDS monitorean el tráfico de red en busca de actividades sospechosas o maliciosas y generan alertas en tiempo real. Los IPS van un paso más allá y pueden bloquear o tomar medidas correctivas automáticamente para detener los ataques.</a:t>
            </a:r>
          </a:p>
          <a:p>
            <a:pPr marL="180975" algn="l">
              <a:spcBef>
                <a:spcPts val="1200"/>
              </a:spcBef>
            </a:pPr>
            <a:r>
              <a:rPr lang="es-ES" sz="1100" b="1" dirty="0">
                <a:solidFill>
                  <a:srgbClr val="374151"/>
                </a:solidFill>
                <a:latin typeface="Roboto Thin" panose="02000000000000000000" pitchFamily="2" charset="0"/>
                <a:ea typeface="Roboto Thin" panose="02000000000000000000" pitchFamily="2" charset="0"/>
              </a:rPr>
              <a:t>Monitoreo y registro de eventos:</a:t>
            </a:r>
          </a:p>
          <a:p>
            <a:pPr marL="180975" lvl="1" algn="l"/>
            <a:r>
              <a:rPr lang="es-ES" sz="1100" dirty="0">
                <a:solidFill>
                  <a:srgbClr val="374151"/>
                </a:solidFill>
                <a:latin typeface="Roboto Thin" panose="02000000000000000000" pitchFamily="2" charset="0"/>
                <a:ea typeface="Roboto Thin" panose="02000000000000000000" pitchFamily="2" charset="0"/>
              </a:rPr>
              <a:t>El monitoreo y registro de eventos en la red permiten identificar actividades anómalas, rastrear incidentes de seguridad y llevar a cabo análisis forenses en caso de intrusiones.</a:t>
            </a:r>
          </a:p>
          <a:p>
            <a:pPr marL="180975" lvl="1" algn="l"/>
            <a:r>
              <a:rPr lang="es-ES" sz="1100" dirty="0">
                <a:solidFill>
                  <a:srgbClr val="374151"/>
                </a:solidFill>
                <a:latin typeface="Roboto Thin" panose="02000000000000000000" pitchFamily="2" charset="0"/>
                <a:ea typeface="Roboto Thin" panose="02000000000000000000" pitchFamily="2" charset="0"/>
              </a:rPr>
              <a:t>Herramientas como los sistemas de gestión de eventos e información de seguridad (SIEM) pueden ayudar a centralizar y analizar los registros.</a:t>
            </a:r>
            <a:endParaRPr lang="es-AR" sz="1100" b="1" dirty="0">
              <a:solidFill>
                <a:srgbClr val="374151"/>
              </a:solidFill>
              <a:latin typeface="Roboto Thin" panose="02000000000000000000" pitchFamily="2" charset="0"/>
              <a:ea typeface="Roboto Thin" panose="02000000000000000000" pitchFamily="2" charset="0"/>
            </a:endParaRPr>
          </a:p>
        </p:txBody>
      </p:sp>
      <p:sp>
        <p:nvSpPr>
          <p:cNvPr id="5" name="CuadroTexto 4">
            <a:extLst>
              <a:ext uri="{FF2B5EF4-FFF2-40B4-BE49-F238E27FC236}">
                <a16:creationId xmlns="" xmlns:a16="http://schemas.microsoft.com/office/drawing/2014/main" id="{566F31E3-3225-5B9F-95D5-5ECF2F3487E4}"/>
              </a:ext>
            </a:extLst>
          </p:cNvPr>
          <p:cNvSpPr txBox="1"/>
          <p:nvPr/>
        </p:nvSpPr>
        <p:spPr>
          <a:xfrm>
            <a:off x="52070" y="172938"/>
            <a:ext cx="3434080" cy="338554"/>
          </a:xfrm>
          <a:prstGeom prst="rect">
            <a:avLst/>
          </a:prstGeom>
          <a:noFill/>
        </p:spPr>
        <p:txBody>
          <a:bodyPr wrap="square">
            <a:spAutoFit/>
          </a:bodyPr>
          <a:lstStyle/>
          <a:p>
            <a:pPr defTabSz="914217" fontAlgn="ctr">
              <a:spcBef>
                <a:spcPct val="0"/>
              </a:spcBef>
              <a:spcAft>
                <a:spcPct val="0"/>
              </a:spcAft>
            </a:pPr>
            <a:r>
              <a:rPr lang="es-AR" sz="1600" dirty="0">
                <a:solidFill>
                  <a:srgbClr val="C00000"/>
                </a:solidFill>
                <a:latin typeface="Roboto" panose="02000000000000000000" pitchFamily="2" charset="0"/>
                <a:ea typeface="Roboto" panose="02000000000000000000" pitchFamily="2" charset="0"/>
                <a:cs typeface="Arial" panose="020B0604020202020204" pitchFamily="34" charset="0"/>
              </a:rPr>
              <a:t>Capa de Seguridad y Cumplimiento:</a:t>
            </a:r>
            <a:endParaRPr lang="es-AR" altLang="zh-CN" sz="1600" dirty="0">
              <a:solidFill>
                <a:srgbClr val="C00000"/>
              </a:solidFill>
              <a:latin typeface="Roboto" panose="02000000000000000000" pitchFamily="2" charset="0"/>
              <a:ea typeface="Roboto" panose="02000000000000000000" pitchFamily="2" charset="0"/>
              <a:cs typeface="Arial" panose="020B0604020202020204" pitchFamily="34" charset="0"/>
            </a:endParaRPr>
          </a:p>
        </p:txBody>
      </p:sp>
      <p:cxnSp>
        <p:nvCxnSpPr>
          <p:cNvPr id="4" name="直接连接符 49">
            <a:extLst>
              <a:ext uri="{FF2B5EF4-FFF2-40B4-BE49-F238E27FC236}">
                <a16:creationId xmlns="" xmlns:a16="http://schemas.microsoft.com/office/drawing/2014/main" id="{5C017BAF-1C75-9B23-2DF4-054CED29134D}"/>
              </a:ext>
            </a:extLst>
          </p:cNvPr>
          <p:cNvCxnSpPr>
            <a:cxnSpLocks/>
          </p:cNvCxnSpPr>
          <p:nvPr/>
        </p:nvCxnSpPr>
        <p:spPr>
          <a:xfrm>
            <a:off x="149751" y="511492"/>
            <a:ext cx="3336399" cy="0"/>
          </a:xfrm>
          <a:prstGeom prst="line">
            <a:avLst/>
          </a:prstGeom>
          <a:ln w="19050">
            <a:solidFill>
              <a:srgbClr val="575756"/>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68474787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1_Title Slid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Chart page">
  <a:themeElements>
    <a:clrScheme name="updated">
      <a:dk1>
        <a:srgbClr val="1D1D1A"/>
      </a:dk1>
      <a:lt1>
        <a:srgbClr val="1D1D1A"/>
      </a:lt1>
      <a:dk2>
        <a:srgbClr val="FFFFFF"/>
      </a:dk2>
      <a:lt2>
        <a:srgbClr val="FFFFFF"/>
      </a:lt2>
      <a:accent1>
        <a:srgbClr val="C7000A"/>
      </a:accent1>
      <a:accent2>
        <a:srgbClr val="C8102E"/>
      </a:accent2>
      <a:accent3>
        <a:srgbClr val="EA594F"/>
      </a:accent3>
      <a:accent4>
        <a:srgbClr val="F8B53C"/>
      </a:accent4>
      <a:accent5>
        <a:srgbClr val="231815"/>
      </a:accent5>
      <a:accent6>
        <a:srgbClr val="595757"/>
      </a:accent6>
      <a:hlink>
        <a:srgbClr val="898989"/>
      </a:hlink>
      <a:folHlink>
        <a:srgbClr val="B5B5B5"/>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rgbClr val="C7000B"/>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square" lIns="0" tIns="0" rIns="0" bIns="0" rtlCol="0">
        <a:spAutoFit/>
      </a:bodyPr>
      <a:lstStyle>
        <a:defPPr algn="l">
          <a:defRPr sz="1800" dirty="0" smtClean="0">
            <a:solidFill>
              <a:schemeClr val="accent2"/>
            </a:solidFill>
            <a:latin typeface="Microsoft YaHei" panose="020B0503020204020204" pitchFamily="34" charset="-122"/>
            <a:ea typeface="Microsoft YaHei" panose="020B0503020204020204" pitchFamily="34" charset="-122"/>
          </a:defRPr>
        </a:defPPr>
      </a:lstStyle>
    </a:txDef>
  </a:objectDefaults>
  <a:extraClrSchemeLst/>
  <a:extLst>
    <a:ext uri="{05A4C25C-085E-4340-85A3-A5531E510DB2}">
      <thm15:themeFamily xmlns=""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4_Chart page">
  <a:themeElements>
    <a:clrScheme name="Custom 29">
      <a:dk1>
        <a:srgbClr val="1D1D1A"/>
      </a:dk1>
      <a:lt1>
        <a:srgbClr val="666666"/>
      </a:lt1>
      <a:dk2>
        <a:srgbClr val="FFFFFF"/>
      </a:dk2>
      <a:lt2>
        <a:srgbClr val="EBEBEB"/>
      </a:lt2>
      <a:accent1>
        <a:srgbClr val="C7000A"/>
      </a:accent1>
      <a:accent2>
        <a:srgbClr val="E9002F"/>
      </a:accent2>
      <a:accent3>
        <a:srgbClr val="F4A100"/>
      </a:accent3>
      <a:accent4>
        <a:srgbClr val="FFFF00"/>
      </a:accent4>
      <a:accent5>
        <a:srgbClr val="232323"/>
      </a:accent5>
      <a:accent6>
        <a:srgbClr val="666666"/>
      </a:accent6>
      <a:hlink>
        <a:srgbClr val="919191"/>
      </a:hlink>
      <a:folHlink>
        <a:srgbClr val="C4C4C4"/>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gradFill flip="none" rotWithShape="1">
          <a:gsLst>
            <a:gs pos="0">
              <a:schemeClr val="tx1">
                <a:alpha val="12000"/>
              </a:schemeClr>
            </a:gs>
            <a:gs pos="100000">
              <a:schemeClr val="bg1">
                <a:alpha val="0"/>
              </a:schemeClr>
            </a:gs>
          </a:gsLst>
          <a:lin ang="5400000" scaled="0"/>
          <a:tileRect/>
        </a:gradFill>
        <a:ln w="3175" cap="flat" cmpd="sng" algn="ctr">
          <a:gradFill>
            <a:gsLst>
              <a:gs pos="31000">
                <a:schemeClr val="tx1">
                  <a:alpha val="50000"/>
                </a:schemeClr>
              </a:gs>
              <a:gs pos="81000">
                <a:schemeClr val="bg1">
                  <a:alpha val="25000"/>
                </a:schemeClr>
              </a:gs>
              <a:gs pos="100000">
                <a:schemeClr val="tx1">
                  <a:alpha val="0"/>
                </a:schemeClr>
              </a:gs>
            </a:gsLst>
            <a:lin ang="5400000" scaled="0"/>
          </a:gradFill>
          <a:prstDash val="solid"/>
        </a:ln>
        <a:effectLst/>
      </a:spPr>
      <a:bodyPr wrap="square" anchor="ctr">
        <a:noAutofit/>
      </a:bodyPr>
      <a:lstStyle>
        <a:defPPr algn="ctr">
          <a:lnSpc>
            <a:spcPct val="130000"/>
          </a:lnSpc>
          <a:spcBef>
            <a:spcPts val="700"/>
          </a:spcBef>
          <a:defRPr sz="3200">
            <a:solidFill>
              <a:prstClr val="white"/>
            </a:solidFill>
            <a:latin typeface="方正兰亭黑简体" panose="02000000000000000000" pitchFamily="2" charset="-122"/>
            <a:ea typeface="方正兰亭黑简体" panose="02000000000000000000" pitchFamily="2" charset="-122"/>
          </a:defRPr>
        </a:defPPr>
      </a:lstStyle>
    </a:spDef>
    <a:txDef>
      <a:spPr>
        <a:noFill/>
      </a:spPr>
      <a:bodyPr wrap="square" rtlCol="0">
        <a:spAutoFit/>
      </a:bodyPr>
      <a:lstStyle>
        <a:defPPr algn="l">
          <a:lnSpc>
            <a:spcPts val="3440"/>
          </a:lnSpc>
          <a:defRPr sz="3200" dirty="0" smtClean="0">
            <a:latin typeface="Microsoft YaHei" panose="020B0503020204020204" pitchFamily="34" charset="-122"/>
            <a:ea typeface="Microsoft YaHei" panose="020B0503020204020204" pitchFamily="34" charset="-122"/>
          </a:defRPr>
        </a:defPPr>
      </a:lstStyle>
    </a:txDef>
  </a:objectDefaults>
  <a:extraClrSchemeLst/>
  <a:extLst>
    <a:ext uri="{05A4C25C-085E-4340-85A3-A5531E510DB2}">
      <thm15:themeFamily xmlns=""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End page">
  <a:themeElements>
    <a:clrScheme name="2210">
      <a:dk1>
        <a:srgbClr val="1D1D1A"/>
      </a:dk1>
      <a:lt1>
        <a:srgbClr val="1D1D1A"/>
      </a:lt1>
      <a:dk2>
        <a:srgbClr val="FFFFFF"/>
      </a:dk2>
      <a:lt2>
        <a:srgbClr val="FFFFFF"/>
      </a:lt2>
      <a:accent1>
        <a:srgbClr val="C7000A"/>
      </a:accent1>
      <a:accent2>
        <a:srgbClr val="E9002F"/>
      </a:accent2>
      <a:accent3>
        <a:srgbClr val="F4A100"/>
      </a:accent3>
      <a:accent4>
        <a:srgbClr val="FFFF00"/>
      </a:accent4>
      <a:accent5>
        <a:srgbClr val="232323"/>
      </a:accent5>
      <a:accent6>
        <a:srgbClr val="666666"/>
      </a:accent6>
      <a:hlink>
        <a:srgbClr val="919191"/>
      </a:hlink>
      <a:folHlink>
        <a:srgbClr val="C4C4C4"/>
      </a:folHlink>
    </a:clrScheme>
    <a:fontScheme name="Arial">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rgbClr val="EA002F"/>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square" rtlCol="0">
        <a:spAutoFit/>
      </a:bodyPr>
      <a:lstStyle>
        <a:defPPr algn="l">
          <a:defRPr sz="1800" dirty="0"/>
        </a:defPPr>
      </a:lstStyle>
    </a:txDef>
  </a:objectDefaults>
  <a:extraClrSchemeLst/>
  <a:extLst>
    <a:ext uri="{05A4C25C-085E-4340-85A3-A5531E510DB2}">
      <thm15:themeFamily xmlns=""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章节页">
  <a:themeElements>
    <a:clrScheme name="HuaWei colour 3">
      <a:dk1>
        <a:srgbClr val="1D1D1A"/>
      </a:dk1>
      <a:lt1>
        <a:srgbClr val="666666"/>
      </a:lt1>
      <a:dk2>
        <a:srgbClr val="FFFFFF"/>
      </a:dk2>
      <a:lt2>
        <a:srgbClr val="DDDDDD"/>
      </a:lt2>
      <a:accent1>
        <a:srgbClr val="E9002F"/>
      </a:accent1>
      <a:accent2>
        <a:srgbClr val="7F0000"/>
      </a:accent2>
      <a:accent3>
        <a:srgbClr val="ED6D00"/>
      </a:accent3>
      <a:accent4>
        <a:srgbClr val="FCC800"/>
      </a:accent4>
      <a:accent5>
        <a:srgbClr val="61B230"/>
      </a:accent5>
      <a:accent6>
        <a:srgbClr val="30B5C5"/>
      </a:accent6>
      <a:hlink>
        <a:srgbClr val="C7000B"/>
      </a:hlink>
      <a:folHlink>
        <a:srgbClr val="666666"/>
      </a:folHlink>
    </a:clrScheme>
    <a:fontScheme name="自定义 1">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noFill/>
        <a:ln>
          <a:noFill/>
        </a:ln>
      </a:spPr>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square" lIns="0" tIns="0" rIns="0" bIns="0" rtlCol="0">
        <a:spAutoFit/>
      </a:bodyPr>
      <a:lstStyle>
        <a:defPPr algn="l">
          <a:defRPr kumimoji="1" dirty="0" smtClean="0">
            <a:solidFill>
              <a:srgbClr val="000000"/>
            </a:solidFill>
            <a:latin typeface="Microsoft YaHei" panose="020B0503020204020204" pitchFamily="34" charset="-122"/>
            <a:ea typeface="Microsoft YaHei" panose="020B0503020204020204" pitchFamily="34" charset="-122"/>
          </a:defRPr>
        </a:defPPr>
      </a:lstStyle>
    </a:txDef>
  </a:objectDefaults>
  <a:extraClrSchemeLst/>
  <a:extLst>
    <a:ext uri="{05A4C25C-085E-4340-85A3-A5531E510DB2}">
      <thm15:themeFamily xmlns="" xmlns:thm15="http://schemas.microsoft.com/office/thememl/2012/main" name="PPT模板_白色_16_9" id="{7CD4B91F-273A-4322-964F-6BD7E403B39E}" vid="{7466A2A5-F21C-401E-B6D0-CA69BF331BD4}"/>
    </a:ext>
  </a:extLst>
</a:theme>
</file>

<file path=ppt/theme/theme6.xml><?xml version="1.0" encoding="utf-8"?>
<a:theme xmlns:a="http://schemas.openxmlformats.org/drawingml/2006/main" name="5_Chart page">
  <a:themeElements>
    <a:clrScheme name="Custom 29">
      <a:dk1>
        <a:srgbClr val="1D1D1A"/>
      </a:dk1>
      <a:lt1>
        <a:srgbClr val="666666"/>
      </a:lt1>
      <a:dk2>
        <a:srgbClr val="FFFFFF"/>
      </a:dk2>
      <a:lt2>
        <a:srgbClr val="EBEBEB"/>
      </a:lt2>
      <a:accent1>
        <a:srgbClr val="C7000A"/>
      </a:accent1>
      <a:accent2>
        <a:srgbClr val="E9002F"/>
      </a:accent2>
      <a:accent3>
        <a:srgbClr val="F4A100"/>
      </a:accent3>
      <a:accent4>
        <a:srgbClr val="FFFF00"/>
      </a:accent4>
      <a:accent5>
        <a:srgbClr val="232323"/>
      </a:accent5>
      <a:accent6>
        <a:srgbClr val="666666"/>
      </a:accent6>
      <a:hlink>
        <a:srgbClr val="919191"/>
      </a:hlink>
      <a:folHlink>
        <a:srgbClr val="C4C4C4"/>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rgbClr val="EA002F"/>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square" rtlCol="0">
        <a:spAutoFit/>
      </a:bodyPr>
      <a:lstStyle>
        <a:defPPr algn="l">
          <a:lnSpc>
            <a:spcPts val="3440"/>
          </a:lnSpc>
          <a:defRPr sz="3200" dirty="0" smtClean="0">
            <a:latin typeface="Microsoft YaHei" panose="020B0503020204020204" pitchFamily="34" charset="-122"/>
            <a:ea typeface="Microsoft YaHei" panose="020B0503020204020204" pitchFamily="34" charset="-122"/>
          </a:defRPr>
        </a:defPPr>
      </a:lstStyle>
    </a:txDef>
  </a:objectDefaults>
  <a:extraClrSchemeLst/>
  <a:extLst>
    <a:ext uri="{05A4C25C-085E-4340-85A3-A5531E510DB2}">
      <thm15:themeFamily xmlns="" xmlns:thm15="http://schemas.microsoft.com/office/thememl/2012/main" name="Office Theme" id="{62F939B6-93AF-4DB8-9C6B-D6C7DFDC589F}" vid="{4A3C46E8-61CC-4603-A589-7422A47A8E4A}"/>
    </a:ext>
  </a:extLst>
</a:theme>
</file>

<file path=ppt/theme/theme7.xml><?xml version="1.0" encoding="utf-8"?>
<a:theme xmlns:a="http://schemas.openxmlformats.org/drawingml/2006/main" name="6_Chart page">
  <a:themeElements>
    <a:clrScheme name="Custom 29">
      <a:dk1>
        <a:srgbClr val="1D1D1A"/>
      </a:dk1>
      <a:lt1>
        <a:srgbClr val="666666"/>
      </a:lt1>
      <a:dk2>
        <a:srgbClr val="FFFFFF"/>
      </a:dk2>
      <a:lt2>
        <a:srgbClr val="EBEBEB"/>
      </a:lt2>
      <a:accent1>
        <a:srgbClr val="C7000A"/>
      </a:accent1>
      <a:accent2>
        <a:srgbClr val="E9002F"/>
      </a:accent2>
      <a:accent3>
        <a:srgbClr val="F4A100"/>
      </a:accent3>
      <a:accent4>
        <a:srgbClr val="FFFF00"/>
      </a:accent4>
      <a:accent5>
        <a:srgbClr val="232323"/>
      </a:accent5>
      <a:accent6>
        <a:srgbClr val="666666"/>
      </a:accent6>
      <a:hlink>
        <a:srgbClr val="919191"/>
      </a:hlink>
      <a:folHlink>
        <a:srgbClr val="C4C4C4"/>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gradFill flip="none" rotWithShape="1">
          <a:gsLst>
            <a:gs pos="0">
              <a:schemeClr val="tx1">
                <a:alpha val="12000"/>
              </a:schemeClr>
            </a:gs>
            <a:gs pos="100000">
              <a:schemeClr val="bg1">
                <a:alpha val="0"/>
              </a:schemeClr>
            </a:gs>
          </a:gsLst>
          <a:lin ang="5400000" scaled="0"/>
          <a:tileRect/>
        </a:gradFill>
        <a:ln w="3175" cap="flat" cmpd="sng" algn="ctr">
          <a:gradFill>
            <a:gsLst>
              <a:gs pos="31000">
                <a:schemeClr val="tx1">
                  <a:alpha val="50000"/>
                </a:schemeClr>
              </a:gs>
              <a:gs pos="81000">
                <a:schemeClr val="bg1">
                  <a:alpha val="25000"/>
                </a:schemeClr>
              </a:gs>
              <a:gs pos="100000">
                <a:schemeClr val="tx1">
                  <a:alpha val="0"/>
                </a:schemeClr>
              </a:gs>
            </a:gsLst>
            <a:lin ang="5400000" scaled="0"/>
          </a:gradFill>
          <a:prstDash val="solid"/>
        </a:ln>
        <a:effectLst/>
      </a:spPr>
      <a:bodyPr wrap="square" anchor="ctr">
        <a:noAutofit/>
      </a:bodyPr>
      <a:lstStyle>
        <a:defPPr algn="ctr">
          <a:lnSpc>
            <a:spcPct val="130000"/>
          </a:lnSpc>
          <a:spcBef>
            <a:spcPts val="700"/>
          </a:spcBef>
          <a:defRPr sz="3200">
            <a:solidFill>
              <a:prstClr val="white"/>
            </a:solidFill>
            <a:latin typeface="方正兰亭黑简体" panose="02000000000000000000" pitchFamily="2" charset="-122"/>
            <a:ea typeface="方正兰亭黑简体" panose="02000000000000000000" pitchFamily="2" charset="-122"/>
          </a:defRPr>
        </a:defPPr>
      </a:lstStyle>
    </a:spDef>
    <a:txDef>
      <a:spPr>
        <a:noFill/>
      </a:spPr>
      <a:bodyPr wrap="square" rtlCol="0">
        <a:spAutoFit/>
      </a:bodyPr>
      <a:lstStyle>
        <a:defPPr algn="l">
          <a:lnSpc>
            <a:spcPts val="3440"/>
          </a:lnSpc>
          <a:defRPr sz="3200" dirty="0" smtClean="0">
            <a:latin typeface="Microsoft YaHei" panose="020B0503020204020204" pitchFamily="34" charset="-122"/>
            <a:ea typeface="Microsoft YaHei" panose="020B0503020204020204" pitchFamily="34" charset="-122"/>
          </a:defRPr>
        </a:defPPr>
      </a:lstStyle>
    </a:txDef>
  </a:objectDefaults>
  <a:extraClrSchemeLst/>
  <a:extLst>
    <a:ext uri="{05A4C25C-085E-4340-85A3-A5531E510DB2}">
      <thm15:themeFamily xmlns="" xmlns:thm15="http://schemas.microsoft.com/office/thememl/2012/main" name="Office Theme" id="{62F939B6-93AF-4DB8-9C6B-D6C7DFDC589F}" vid="{4A3C46E8-61CC-4603-A589-7422A47A8E4A}"/>
    </a:ext>
  </a:extLst>
</a:theme>
</file>

<file path=ppt/theme/theme8.xml><?xml version="1.0" encoding="utf-8"?>
<a:theme xmlns:a="http://schemas.openxmlformats.org/drawingml/2006/main" name="7_Chart page">
  <a:themeElements>
    <a:clrScheme name="Custom 29">
      <a:dk1>
        <a:srgbClr val="1D1D1A"/>
      </a:dk1>
      <a:lt1>
        <a:srgbClr val="666666"/>
      </a:lt1>
      <a:dk2>
        <a:srgbClr val="FFFFFF"/>
      </a:dk2>
      <a:lt2>
        <a:srgbClr val="EBEBEB"/>
      </a:lt2>
      <a:accent1>
        <a:srgbClr val="C7000A"/>
      </a:accent1>
      <a:accent2>
        <a:srgbClr val="E9002F"/>
      </a:accent2>
      <a:accent3>
        <a:srgbClr val="F4A100"/>
      </a:accent3>
      <a:accent4>
        <a:srgbClr val="FFFF00"/>
      </a:accent4>
      <a:accent5>
        <a:srgbClr val="232323"/>
      </a:accent5>
      <a:accent6>
        <a:srgbClr val="666666"/>
      </a:accent6>
      <a:hlink>
        <a:srgbClr val="919191"/>
      </a:hlink>
      <a:folHlink>
        <a:srgbClr val="C4C4C4"/>
      </a:folHlink>
    </a:clrScheme>
    <a:fontScheme name="Office">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gradFill flip="none" rotWithShape="1">
          <a:gsLst>
            <a:gs pos="0">
              <a:schemeClr val="tx1">
                <a:alpha val="12000"/>
              </a:schemeClr>
            </a:gs>
            <a:gs pos="100000">
              <a:schemeClr val="bg1">
                <a:alpha val="0"/>
              </a:schemeClr>
            </a:gs>
          </a:gsLst>
          <a:lin ang="5400000" scaled="0"/>
          <a:tileRect/>
        </a:gradFill>
        <a:ln w="3175" cap="flat" cmpd="sng" algn="ctr">
          <a:gradFill>
            <a:gsLst>
              <a:gs pos="31000">
                <a:schemeClr val="tx1">
                  <a:alpha val="50000"/>
                </a:schemeClr>
              </a:gs>
              <a:gs pos="81000">
                <a:schemeClr val="bg1">
                  <a:alpha val="25000"/>
                </a:schemeClr>
              </a:gs>
              <a:gs pos="100000">
                <a:schemeClr val="tx1">
                  <a:alpha val="0"/>
                </a:schemeClr>
              </a:gs>
            </a:gsLst>
            <a:lin ang="5400000" scaled="0"/>
          </a:gradFill>
          <a:prstDash val="solid"/>
        </a:ln>
        <a:effectLst/>
      </a:spPr>
      <a:bodyPr wrap="square" anchor="ctr">
        <a:noAutofit/>
      </a:bodyPr>
      <a:lstStyle>
        <a:defPPr algn="ctr">
          <a:lnSpc>
            <a:spcPct val="130000"/>
          </a:lnSpc>
          <a:spcBef>
            <a:spcPts val="700"/>
          </a:spcBef>
          <a:defRPr sz="3200">
            <a:solidFill>
              <a:prstClr val="white"/>
            </a:solidFill>
            <a:latin typeface="Arial" pitchFamily="2" charset="-122"/>
            <a:ea typeface="方正兰亭黑简体" panose="02000000000000000000" pitchFamily="2" charset="-122"/>
          </a:defRPr>
        </a:defPPr>
      </a:lstStyle>
    </a:spDef>
    <a:txDef>
      <a:spPr>
        <a:noFill/>
      </a:spPr>
      <a:bodyPr wrap="square" rtlCol="0">
        <a:spAutoFit/>
      </a:bodyPr>
      <a:lstStyle>
        <a:defPPr algn="l">
          <a:lnSpc>
            <a:spcPts val="3440"/>
          </a:lnSpc>
          <a:defRPr sz="3200" dirty="0" smtClean="0">
            <a:latin typeface="Arial" pitchFamily="34" charset="-122"/>
            <a:ea typeface="Microsoft YaHei" panose="020B0503020204020204" pitchFamily="34" charset="-122"/>
          </a:defRPr>
        </a:defPPr>
      </a:lstStyle>
    </a:txDef>
  </a:objectDefaults>
  <a:extraClrSchemeLst/>
  <a:extLst>
    <a:ext uri="{05A4C25C-085E-4340-85A3-A5531E510DB2}">
      <thm15:themeFamily xmlns="" xmlns:thm15="http://schemas.microsoft.com/office/thememl/2012/main" name="Office Theme" id="{62F939B6-93AF-4DB8-9C6B-D6C7DFDC589F}" vid="{4A3C46E8-61CC-4603-A589-7422A47A8E4A}"/>
    </a:ext>
  </a:extLst>
</a:theme>
</file>

<file path=ppt/theme/theme9.xml><?xml version="1.0" encoding="utf-8"?>
<a:theme xmlns:a="http://schemas.openxmlformats.org/drawingml/2006/main" name="8_Chart page">
  <a:themeElements>
    <a:clrScheme name="Custom 29">
      <a:dk1>
        <a:srgbClr val="1D1D1A"/>
      </a:dk1>
      <a:lt1>
        <a:srgbClr val="666666"/>
      </a:lt1>
      <a:dk2>
        <a:srgbClr val="FFFFFF"/>
      </a:dk2>
      <a:lt2>
        <a:srgbClr val="EBEBEB"/>
      </a:lt2>
      <a:accent1>
        <a:srgbClr val="C7000A"/>
      </a:accent1>
      <a:accent2>
        <a:srgbClr val="E9002F"/>
      </a:accent2>
      <a:accent3>
        <a:srgbClr val="F4A100"/>
      </a:accent3>
      <a:accent4>
        <a:srgbClr val="FFFF00"/>
      </a:accent4>
      <a:accent5>
        <a:srgbClr val="232323"/>
      </a:accent5>
      <a:accent6>
        <a:srgbClr val="666666"/>
      </a:accent6>
      <a:hlink>
        <a:srgbClr val="919191"/>
      </a:hlink>
      <a:folHlink>
        <a:srgbClr val="C4C4C4"/>
      </a:folHlink>
    </a:clrScheme>
    <a:fontScheme name="Office">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gradFill flip="none" rotWithShape="1">
          <a:gsLst>
            <a:gs pos="0">
              <a:schemeClr val="tx1">
                <a:alpha val="12000"/>
              </a:schemeClr>
            </a:gs>
            <a:gs pos="100000">
              <a:schemeClr val="bg1">
                <a:alpha val="0"/>
              </a:schemeClr>
            </a:gs>
          </a:gsLst>
          <a:lin ang="5400000" scaled="0"/>
          <a:tileRect/>
        </a:gradFill>
        <a:ln w="3175" cap="flat" cmpd="sng" algn="ctr">
          <a:gradFill>
            <a:gsLst>
              <a:gs pos="31000">
                <a:schemeClr val="tx1">
                  <a:alpha val="50000"/>
                </a:schemeClr>
              </a:gs>
              <a:gs pos="81000">
                <a:schemeClr val="bg1">
                  <a:alpha val="25000"/>
                </a:schemeClr>
              </a:gs>
              <a:gs pos="100000">
                <a:schemeClr val="tx1">
                  <a:alpha val="0"/>
                </a:schemeClr>
              </a:gs>
            </a:gsLst>
            <a:lin ang="5400000" scaled="0"/>
          </a:gradFill>
          <a:prstDash val="solid"/>
        </a:ln>
        <a:effectLst/>
      </a:spPr>
      <a:bodyPr wrap="square" anchor="ctr">
        <a:noAutofit/>
      </a:bodyPr>
      <a:lstStyle>
        <a:defPPr algn="ctr">
          <a:lnSpc>
            <a:spcPct val="130000"/>
          </a:lnSpc>
          <a:spcBef>
            <a:spcPts val="700"/>
          </a:spcBef>
          <a:defRPr sz="3200">
            <a:solidFill>
              <a:prstClr val="white"/>
            </a:solidFill>
            <a:latin typeface="Arial" pitchFamily="2" charset="-122"/>
            <a:ea typeface="方正兰亭黑简体" panose="02000000000000000000" pitchFamily="2" charset="-122"/>
          </a:defRPr>
        </a:defPPr>
      </a:lstStyle>
    </a:spDef>
    <a:txDef>
      <a:spPr>
        <a:noFill/>
      </a:spPr>
      <a:bodyPr wrap="square" rtlCol="0">
        <a:spAutoFit/>
      </a:bodyPr>
      <a:lstStyle>
        <a:defPPr algn="l">
          <a:lnSpc>
            <a:spcPts val="3440"/>
          </a:lnSpc>
          <a:defRPr sz="3200" dirty="0" smtClean="0">
            <a:latin typeface="Arial" pitchFamily="34" charset="-122"/>
            <a:ea typeface="Microsoft YaHei" panose="020B0503020204020204" pitchFamily="34" charset="-122"/>
          </a:defRPr>
        </a:defPPr>
      </a:lstStyle>
    </a:txDef>
  </a:objectDefaults>
  <a:extraClrSchemeLst/>
  <a:extLst>
    <a:ext uri="{05A4C25C-085E-4340-85A3-A5531E510DB2}">
      <thm15:themeFamily xmlns="" xmlns:thm15="http://schemas.microsoft.com/office/thememl/2012/main" name="Office Theme" id="{62F939B6-93AF-4DB8-9C6B-D6C7DFDC589F}" vid="{4A3C46E8-61CC-4603-A589-7422A47A8E4A}"/>
    </a:ext>
  </a:extLst>
</a:theme>
</file>

<file path=ppt/theme/theme10.xml><?xml version="1.0" encoding="utf-8"?>
<a:theme xmlns:a="http://schemas.openxmlformats.org/drawingml/2006/main" name="13_Chart page">
  <a:themeElements>
    <a:clrScheme name="Custom 29">
      <a:dk1>
        <a:srgbClr val="1D1D1A"/>
      </a:dk1>
      <a:lt1>
        <a:srgbClr val="666666"/>
      </a:lt1>
      <a:dk2>
        <a:srgbClr val="FFFFFF"/>
      </a:dk2>
      <a:lt2>
        <a:srgbClr val="EBEBEB"/>
      </a:lt2>
      <a:accent1>
        <a:srgbClr val="C7000A"/>
      </a:accent1>
      <a:accent2>
        <a:srgbClr val="E9002F"/>
      </a:accent2>
      <a:accent3>
        <a:srgbClr val="F4A100"/>
      </a:accent3>
      <a:accent4>
        <a:srgbClr val="FFFF00"/>
      </a:accent4>
      <a:accent5>
        <a:srgbClr val="232323"/>
      </a:accent5>
      <a:accent6>
        <a:srgbClr val="666666"/>
      </a:accent6>
      <a:hlink>
        <a:srgbClr val="919191"/>
      </a:hlink>
      <a:folHlink>
        <a:srgbClr val="C4C4C4"/>
      </a:folHlink>
    </a:clrScheme>
    <a:fontScheme name="Office">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gradFill flip="none" rotWithShape="1">
          <a:gsLst>
            <a:gs pos="0">
              <a:schemeClr val="tx1">
                <a:alpha val="12000"/>
              </a:schemeClr>
            </a:gs>
            <a:gs pos="100000">
              <a:schemeClr val="bg1">
                <a:alpha val="0"/>
              </a:schemeClr>
            </a:gs>
          </a:gsLst>
          <a:lin ang="5400000" scaled="0"/>
          <a:tileRect/>
        </a:gradFill>
        <a:ln w="3175" cap="flat" cmpd="sng" algn="ctr">
          <a:gradFill>
            <a:gsLst>
              <a:gs pos="31000">
                <a:schemeClr val="tx1">
                  <a:alpha val="50000"/>
                </a:schemeClr>
              </a:gs>
              <a:gs pos="81000">
                <a:schemeClr val="bg1">
                  <a:alpha val="25000"/>
                </a:schemeClr>
              </a:gs>
              <a:gs pos="100000">
                <a:schemeClr val="tx1">
                  <a:alpha val="0"/>
                </a:schemeClr>
              </a:gs>
            </a:gsLst>
            <a:lin ang="5400000" scaled="0"/>
          </a:gradFill>
          <a:prstDash val="solid"/>
        </a:ln>
        <a:effectLst/>
      </a:spPr>
      <a:bodyPr wrap="square" anchor="ctr">
        <a:noAutofit/>
      </a:bodyPr>
      <a:lstStyle>
        <a:defPPr algn="ctr">
          <a:lnSpc>
            <a:spcPct val="130000"/>
          </a:lnSpc>
          <a:spcBef>
            <a:spcPts val="700"/>
          </a:spcBef>
          <a:defRPr sz="3200">
            <a:solidFill>
              <a:prstClr val="white"/>
            </a:solidFill>
            <a:latin typeface="Arial" pitchFamily="2" charset="-122"/>
            <a:ea typeface="方正兰亭黑简体" panose="02000000000000000000" pitchFamily="2" charset="-122"/>
          </a:defRPr>
        </a:defPPr>
      </a:lstStyle>
    </a:spDef>
    <a:txDef>
      <a:spPr>
        <a:noFill/>
      </a:spPr>
      <a:bodyPr wrap="square" rtlCol="0">
        <a:spAutoFit/>
      </a:bodyPr>
      <a:lstStyle>
        <a:defPPr algn="l">
          <a:lnSpc>
            <a:spcPts val="3440"/>
          </a:lnSpc>
          <a:defRPr sz="3200" dirty="0" smtClean="0">
            <a:latin typeface="Arial" pitchFamily="34" charset="-122"/>
            <a:ea typeface="Microsoft YaHei" panose="020B0503020204020204" pitchFamily="34" charset="-122"/>
          </a:defRPr>
        </a:defPPr>
      </a:lstStyle>
    </a:txDef>
  </a:objectDefaults>
  <a:extraClrSchemeLst/>
  <a:extLst>
    <a:ext uri="{05A4C25C-085E-4340-85A3-A5531E510DB2}">
      <thm15:themeFamily xmlns="" xmlns:thm15="http://schemas.microsoft.com/office/thememl/2012/main" name="Office Theme" id="{62F939B6-93AF-4DB8-9C6B-D6C7DFDC589F}" vid="{4A3C46E8-61CC-4603-A589-7422A47A8E4A}"/>
    </a:ext>
  </a:extLst>
</a:theme>
</file>

<file path=ppt/theme/theme11.xml><?xml version="1.0" encoding="utf-8"?>
<a:theme xmlns:a="http://schemas.openxmlformats.org/drawingml/2006/main" name="14_Chart page">
  <a:themeElements>
    <a:clrScheme name="Custom 29">
      <a:dk1>
        <a:srgbClr val="1D1D1A"/>
      </a:dk1>
      <a:lt1>
        <a:srgbClr val="666666"/>
      </a:lt1>
      <a:dk2>
        <a:srgbClr val="FFFFFF"/>
      </a:dk2>
      <a:lt2>
        <a:srgbClr val="EBEBEB"/>
      </a:lt2>
      <a:accent1>
        <a:srgbClr val="C7000A"/>
      </a:accent1>
      <a:accent2>
        <a:srgbClr val="E9002F"/>
      </a:accent2>
      <a:accent3>
        <a:srgbClr val="F4A100"/>
      </a:accent3>
      <a:accent4>
        <a:srgbClr val="FFFF00"/>
      </a:accent4>
      <a:accent5>
        <a:srgbClr val="232323"/>
      </a:accent5>
      <a:accent6>
        <a:srgbClr val="666666"/>
      </a:accent6>
      <a:hlink>
        <a:srgbClr val="919191"/>
      </a:hlink>
      <a:folHlink>
        <a:srgbClr val="C4C4C4"/>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gradFill flip="none" rotWithShape="1">
          <a:gsLst>
            <a:gs pos="0">
              <a:schemeClr val="tx1">
                <a:alpha val="12000"/>
              </a:schemeClr>
            </a:gs>
            <a:gs pos="100000">
              <a:schemeClr val="bg1">
                <a:alpha val="0"/>
              </a:schemeClr>
            </a:gs>
          </a:gsLst>
          <a:lin ang="5400000" scaled="0"/>
          <a:tileRect/>
        </a:gradFill>
        <a:ln w="3175" cap="flat" cmpd="sng" algn="ctr">
          <a:gradFill>
            <a:gsLst>
              <a:gs pos="31000">
                <a:schemeClr val="tx1">
                  <a:alpha val="50000"/>
                </a:schemeClr>
              </a:gs>
              <a:gs pos="81000">
                <a:schemeClr val="bg1">
                  <a:alpha val="25000"/>
                </a:schemeClr>
              </a:gs>
              <a:gs pos="100000">
                <a:schemeClr val="tx1">
                  <a:alpha val="0"/>
                </a:schemeClr>
              </a:gs>
            </a:gsLst>
            <a:lin ang="5400000" scaled="0"/>
          </a:gradFill>
          <a:prstDash val="solid"/>
        </a:ln>
        <a:effectLst/>
      </a:spPr>
      <a:bodyPr wrap="square" anchor="ctr">
        <a:noAutofit/>
      </a:bodyPr>
      <a:lstStyle>
        <a:defPPr algn="ctr">
          <a:lnSpc>
            <a:spcPct val="130000"/>
          </a:lnSpc>
          <a:spcBef>
            <a:spcPts val="700"/>
          </a:spcBef>
          <a:defRPr sz="3200">
            <a:solidFill>
              <a:prstClr val="white"/>
            </a:solidFill>
            <a:latin typeface="方正兰亭黑简体" panose="02000000000000000000" pitchFamily="2" charset="-122"/>
            <a:ea typeface="方正兰亭黑简体" panose="02000000000000000000" pitchFamily="2" charset="-122"/>
          </a:defRPr>
        </a:defPPr>
      </a:lstStyle>
    </a:spDef>
    <a:txDef>
      <a:spPr>
        <a:noFill/>
      </a:spPr>
      <a:bodyPr wrap="square" rtlCol="0">
        <a:spAutoFit/>
      </a:bodyPr>
      <a:lstStyle>
        <a:defPPr algn="l">
          <a:lnSpc>
            <a:spcPts val="3440"/>
          </a:lnSpc>
          <a:defRPr sz="3200" dirty="0" smtClean="0">
            <a:latin typeface="Microsoft YaHei" panose="020B0503020204020204" pitchFamily="34" charset="-122"/>
            <a:ea typeface="Microsoft YaHei" panose="020B0503020204020204" pitchFamily="34" charset="-122"/>
          </a:defRPr>
        </a:defPPr>
      </a:lstStyle>
    </a:txDef>
  </a:objectDefaults>
  <a:extraClrSchemeLst/>
  <a:extLst>
    <a:ext uri="{05A4C25C-085E-4340-85A3-A5531E510DB2}">
      <thm15:themeFamily xmlns="" xmlns:thm15="http://schemas.microsoft.com/office/thememl/2012/main" name="Office Theme" id="{62F939B6-93AF-4DB8-9C6B-D6C7DFDC589F}" vid="{4A3C46E8-61CC-4603-A589-7422A47A8E4A}"/>
    </a:ext>
  </a:extLst>
</a:theme>
</file>

<file path=ppt/theme/theme12.xml><?xml version="1.0" encoding="utf-8"?>
<a:theme xmlns:a="http://schemas.openxmlformats.org/drawingml/2006/main" name="21_Chart page">
  <a:themeElements>
    <a:clrScheme name="Custom 29">
      <a:dk1>
        <a:srgbClr val="1D1D1A"/>
      </a:dk1>
      <a:lt1>
        <a:srgbClr val="666666"/>
      </a:lt1>
      <a:dk2>
        <a:srgbClr val="FFFFFF"/>
      </a:dk2>
      <a:lt2>
        <a:srgbClr val="EBEBEB"/>
      </a:lt2>
      <a:accent1>
        <a:srgbClr val="C7000A"/>
      </a:accent1>
      <a:accent2>
        <a:srgbClr val="E9002F"/>
      </a:accent2>
      <a:accent3>
        <a:srgbClr val="F4A100"/>
      </a:accent3>
      <a:accent4>
        <a:srgbClr val="FFFF00"/>
      </a:accent4>
      <a:accent5>
        <a:srgbClr val="232323"/>
      </a:accent5>
      <a:accent6>
        <a:srgbClr val="666666"/>
      </a:accent6>
      <a:hlink>
        <a:srgbClr val="919191"/>
      </a:hlink>
      <a:folHlink>
        <a:srgbClr val="C4C4C4"/>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gradFill flip="none" rotWithShape="1">
          <a:gsLst>
            <a:gs pos="0">
              <a:schemeClr val="tx1">
                <a:alpha val="12000"/>
              </a:schemeClr>
            </a:gs>
            <a:gs pos="100000">
              <a:schemeClr val="bg1">
                <a:alpha val="0"/>
              </a:schemeClr>
            </a:gs>
          </a:gsLst>
          <a:lin ang="5400000" scaled="0"/>
          <a:tileRect/>
        </a:gradFill>
        <a:ln w="3175" cap="flat" cmpd="sng" algn="ctr">
          <a:gradFill>
            <a:gsLst>
              <a:gs pos="31000">
                <a:schemeClr val="tx1">
                  <a:alpha val="50000"/>
                </a:schemeClr>
              </a:gs>
              <a:gs pos="81000">
                <a:schemeClr val="bg1">
                  <a:alpha val="25000"/>
                </a:schemeClr>
              </a:gs>
              <a:gs pos="100000">
                <a:schemeClr val="tx1">
                  <a:alpha val="0"/>
                </a:schemeClr>
              </a:gs>
            </a:gsLst>
            <a:lin ang="5400000" scaled="0"/>
          </a:gradFill>
          <a:prstDash val="solid"/>
        </a:ln>
        <a:effectLst/>
      </a:spPr>
      <a:bodyPr wrap="square" anchor="ctr">
        <a:noAutofit/>
      </a:bodyPr>
      <a:lstStyle>
        <a:defPPr algn="ctr">
          <a:lnSpc>
            <a:spcPct val="130000"/>
          </a:lnSpc>
          <a:spcBef>
            <a:spcPts val="700"/>
          </a:spcBef>
          <a:defRPr sz="3200">
            <a:solidFill>
              <a:prstClr val="white"/>
            </a:solidFill>
            <a:latin typeface="方正兰亭黑简体" panose="02000000000000000000" pitchFamily="2" charset="-122"/>
            <a:ea typeface="方正兰亭黑简体" panose="02000000000000000000" pitchFamily="2" charset="-122"/>
          </a:defRPr>
        </a:defPPr>
      </a:lstStyle>
    </a:spDef>
    <a:txDef>
      <a:spPr>
        <a:noFill/>
      </a:spPr>
      <a:bodyPr wrap="square" rtlCol="0">
        <a:spAutoFit/>
      </a:bodyPr>
      <a:lstStyle>
        <a:defPPr algn="l">
          <a:lnSpc>
            <a:spcPts val="3440"/>
          </a:lnSpc>
          <a:defRPr sz="3200" dirty="0" smtClean="0">
            <a:latin typeface="Microsoft YaHei" panose="020B0503020204020204" pitchFamily="34" charset="-122"/>
            <a:ea typeface="Microsoft YaHei" panose="020B0503020204020204" pitchFamily="34" charset="-122"/>
          </a:defRPr>
        </a:defPPr>
      </a:lstStyle>
    </a:txDef>
  </a:objectDefaults>
  <a:extraClrSchemeLst/>
  <a:extLst>
    <a:ext uri="{05A4C25C-085E-4340-85A3-A5531E510DB2}">
      <thm15:themeFamily xmlns="" xmlns:thm15="http://schemas.microsoft.com/office/thememl/2012/main" name="Office Theme" id="{62F939B6-93AF-4DB8-9C6B-D6C7DFDC589F}" vid="{4A3C46E8-61CC-4603-A589-7422A47A8E4A}"/>
    </a:ext>
  </a:extLst>
</a:theme>
</file>

<file path=ppt/theme/theme13.xml><?xml version="1.0" encoding="utf-8"?>
<a:theme xmlns:a="http://schemas.openxmlformats.org/drawingml/2006/main" name="22_Chart page">
  <a:themeElements>
    <a:clrScheme name="Custom 29">
      <a:dk1>
        <a:srgbClr val="1D1D1A"/>
      </a:dk1>
      <a:lt1>
        <a:srgbClr val="666666"/>
      </a:lt1>
      <a:dk2>
        <a:srgbClr val="FFFFFF"/>
      </a:dk2>
      <a:lt2>
        <a:srgbClr val="EBEBEB"/>
      </a:lt2>
      <a:accent1>
        <a:srgbClr val="C7000A"/>
      </a:accent1>
      <a:accent2>
        <a:srgbClr val="E9002F"/>
      </a:accent2>
      <a:accent3>
        <a:srgbClr val="F4A100"/>
      </a:accent3>
      <a:accent4>
        <a:srgbClr val="FFFF00"/>
      </a:accent4>
      <a:accent5>
        <a:srgbClr val="232323"/>
      </a:accent5>
      <a:accent6>
        <a:srgbClr val="666666"/>
      </a:accent6>
      <a:hlink>
        <a:srgbClr val="919191"/>
      </a:hlink>
      <a:folHlink>
        <a:srgbClr val="C4C4C4"/>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gradFill flip="none" rotWithShape="1">
          <a:gsLst>
            <a:gs pos="0">
              <a:schemeClr val="tx1">
                <a:alpha val="12000"/>
              </a:schemeClr>
            </a:gs>
            <a:gs pos="100000">
              <a:schemeClr val="bg1">
                <a:alpha val="0"/>
              </a:schemeClr>
            </a:gs>
          </a:gsLst>
          <a:lin ang="5400000" scaled="0"/>
          <a:tileRect/>
        </a:gradFill>
        <a:ln w="3175" cap="flat" cmpd="sng" algn="ctr">
          <a:gradFill>
            <a:gsLst>
              <a:gs pos="31000">
                <a:schemeClr val="tx1">
                  <a:alpha val="50000"/>
                </a:schemeClr>
              </a:gs>
              <a:gs pos="81000">
                <a:schemeClr val="bg1">
                  <a:alpha val="25000"/>
                </a:schemeClr>
              </a:gs>
              <a:gs pos="100000">
                <a:schemeClr val="tx1">
                  <a:alpha val="0"/>
                </a:schemeClr>
              </a:gs>
            </a:gsLst>
            <a:lin ang="5400000" scaled="0"/>
          </a:gradFill>
          <a:prstDash val="solid"/>
        </a:ln>
        <a:effectLst/>
      </a:spPr>
      <a:bodyPr wrap="square" anchor="ctr">
        <a:noAutofit/>
      </a:bodyPr>
      <a:lstStyle>
        <a:defPPr algn="ctr">
          <a:lnSpc>
            <a:spcPct val="130000"/>
          </a:lnSpc>
          <a:spcBef>
            <a:spcPts val="700"/>
          </a:spcBef>
          <a:defRPr sz="3200">
            <a:solidFill>
              <a:prstClr val="white"/>
            </a:solidFill>
            <a:latin typeface="方正兰亭黑简体" panose="02000000000000000000" pitchFamily="2" charset="-122"/>
            <a:ea typeface="方正兰亭黑简体" panose="02000000000000000000" pitchFamily="2" charset="-122"/>
          </a:defRPr>
        </a:defPPr>
      </a:lstStyle>
    </a:spDef>
    <a:txDef>
      <a:spPr>
        <a:noFill/>
      </a:spPr>
      <a:bodyPr wrap="square" rtlCol="0">
        <a:spAutoFit/>
      </a:bodyPr>
      <a:lstStyle>
        <a:defPPr algn="l">
          <a:lnSpc>
            <a:spcPts val="3440"/>
          </a:lnSpc>
          <a:defRPr sz="3200" dirty="0" smtClean="0">
            <a:latin typeface="Microsoft YaHei" panose="020B0503020204020204" pitchFamily="34" charset="-122"/>
            <a:ea typeface="Microsoft YaHei" panose="020B0503020204020204" pitchFamily="34" charset="-122"/>
          </a:defRPr>
        </a:defPPr>
      </a:lstStyle>
    </a:txDef>
  </a:objectDefaults>
  <a:extraClrSchemeLst/>
  <a:extLst>
    <a:ext uri="{05A4C25C-085E-4340-85A3-A5531E510DB2}">
      <thm15:themeFamily xmlns="" xmlns:thm15="http://schemas.microsoft.com/office/thememl/2012/main" name="Office Theme" id="{62F939B6-93AF-4DB8-9C6B-D6C7DFDC589F}" vid="{4A3C46E8-61CC-4603-A589-7422A47A8E4A}"/>
    </a:ext>
  </a:extLst>
</a:theme>
</file>

<file path=ppt/theme/theme14.xml><?xml version="1.0" encoding="utf-8"?>
<a:theme xmlns:a="http://schemas.openxmlformats.org/drawingml/2006/main" name="23_Chart page">
  <a:themeElements>
    <a:clrScheme name="Custom 29">
      <a:dk1>
        <a:srgbClr val="1D1D1A"/>
      </a:dk1>
      <a:lt1>
        <a:srgbClr val="666666"/>
      </a:lt1>
      <a:dk2>
        <a:srgbClr val="FFFFFF"/>
      </a:dk2>
      <a:lt2>
        <a:srgbClr val="EBEBEB"/>
      </a:lt2>
      <a:accent1>
        <a:srgbClr val="C7000A"/>
      </a:accent1>
      <a:accent2>
        <a:srgbClr val="E9002F"/>
      </a:accent2>
      <a:accent3>
        <a:srgbClr val="F4A100"/>
      </a:accent3>
      <a:accent4>
        <a:srgbClr val="FFFF00"/>
      </a:accent4>
      <a:accent5>
        <a:srgbClr val="232323"/>
      </a:accent5>
      <a:accent6>
        <a:srgbClr val="666666"/>
      </a:accent6>
      <a:hlink>
        <a:srgbClr val="919191"/>
      </a:hlink>
      <a:folHlink>
        <a:srgbClr val="C4C4C4"/>
      </a:folHlink>
    </a:clrScheme>
    <a:fontScheme name="Office">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gradFill flip="none" rotWithShape="1">
          <a:gsLst>
            <a:gs pos="0">
              <a:schemeClr val="tx1">
                <a:alpha val="12000"/>
              </a:schemeClr>
            </a:gs>
            <a:gs pos="100000">
              <a:schemeClr val="bg1">
                <a:alpha val="0"/>
              </a:schemeClr>
            </a:gs>
          </a:gsLst>
          <a:lin ang="5400000" scaled="0"/>
          <a:tileRect/>
        </a:gradFill>
        <a:ln w="3175" cap="flat" cmpd="sng" algn="ctr">
          <a:gradFill>
            <a:gsLst>
              <a:gs pos="31000">
                <a:schemeClr val="tx1">
                  <a:alpha val="50000"/>
                </a:schemeClr>
              </a:gs>
              <a:gs pos="81000">
                <a:schemeClr val="bg1">
                  <a:alpha val="25000"/>
                </a:schemeClr>
              </a:gs>
              <a:gs pos="100000">
                <a:schemeClr val="tx1">
                  <a:alpha val="0"/>
                </a:schemeClr>
              </a:gs>
            </a:gsLst>
            <a:lin ang="5400000" scaled="0"/>
          </a:gradFill>
          <a:prstDash val="solid"/>
        </a:ln>
        <a:effectLst/>
      </a:spPr>
      <a:bodyPr wrap="square" anchor="ctr">
        <a:noAutofit/>
      </a:bodyPr>
      <a:lstStyle>
        <a:defPPr algn="ctr">
          <a:lnSpc>
            <a:spcPct val="130000"/>
          </a:lnSpc>
          <a:spcBef>
            <a:spcPts val="700"/>
          </a:spcBef>
          <a:defRPr sz="3200">
            <a:solidFill>
              <a:prstClr val="white"/>
            </a:solidFill>
            <a:latin typeface="Arial" pitchFamily="2" charset="-122"/>
            <a:ea typeface="方正兰亭黑简体" panose="02000000000000000000" pitchFamily="2" charset="-122"/>
          </a:defRPr>
        </a:defPPr>
      </a:lstStyle>
    </a:spDef>
    <a:txDef>
      <a:spPr>
        <a:noFill/>
      </a:spPr>
      <a:bodyPr wrap="square" rtlCol="0">
        <a:spAutoFit/>
      </a:bodyPr>
      <a:lstStyle>
        <a:defPPr algn="l">
          <a:lnSpc>
            <a:spcPts val="3440"/>
          </a:lnSpc>
          <a:defRPr sz="3200" dirty="0" smtClean="0">
            <a:latin typeface="Arial" pitchFamily="34" charset="-122"/>
            <a:ea typeface="Microsoft YaHei" panose="020B0503020204020204" pitchFamily="34" charset="-122"/>
          </a:defRPr>
        </a:defPPr>
      </a:lstStyle>
    </a:txDef>
  </a:objectDefaults>
  <a:extraClrSchemeLst/>
  <a:extLst>
    <a:ext uri="{05A4C25C-085E-4340-85A3-A5531E510DB2}">
      <thm15:themeFamily xmlns="" xmlns:thm15="http://schemas.microsoft.com/office/thememl/2012/main" name="Office Theme" id="{62F939B6-93AF-4DB8-9C6B-D6C7DFDC589F}" vid="{4A3C46E8-61CC-4603-A589-7422A47A8E4A}"/>
    </a:ext>
  </a:extLst>
</a:theme>
</file>

<file path=ppt/theme/theme15.xml><?xml version="1.0" encoding="utf-8"?>
<a:theme xmlns:a="http://schemas.openxmlformats.org/drawingml/2006/main" name="24_Chart page">
  <a:themeElements>
    <a:clrScheme name="Custom 29">
      <a:dk1>
        <a:srgbClr val="1D1D1A"/>
      </a:dk1>
      <a:lt1>
        <a:srgbClr val="666666"/>
      </a:lt1>
      <a:dk2>
        <a:srgbClr val="FFFFFF"/>
      </a:dk2>
      <a:lt2>
        <a:srgbClr val="EBEBEB"/>
      </a:lt2>
      <a:accent1>
        <a:srgbClr val="C7000A"/>
      </a:accent1>
      <a:accent2>
        <a:srgbClr val="E9002F"/>
      </a:accent2>
      <a:accent3>
        <a:srgbClr val="F4A100"/>
      </a:accent3>
      <a:accent4>
        <a:srgbClr val="FFFF00"/>
      </a:accent4>
      <a:accent5>
        <a:srgbClr val="232323"/>
      </a:accent5>
      <a:accent6>
        <a:srgbClr val="666666"/>
      </a:accent6>
      <a:hlink>
        <a:srgbClr val="919191"/>
      </a:hlink>
      <a:folHlink>
        <a:srgbClr val="C4C4C4"/>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gradFill flip="none" rotWithShape="1">
          <a:gsLst>
            <a:gs pos="0">
              <a:schemeClr val="tx1">
                <a:alpha val="12000"/>
              </a:schemeClr>
            </a:gs>
            <a:gs pos="100000">
              <a:schemeClr val="bg1">
                <a:alpha val="0"/>
              </a:schemeClr>
            </a:gs>
          </a:gsLst>
          <a:lin ang="5400000" scaled="0"/>
          <a:tileRect/>
        </a:gradFill>
        <a:ln w="3175" cap="flat" cmpd="sng" algn="ctr">
          <a:gradFill>
            <a:gsLst>
              <a:gs pos="31000">
                <a:schemeClr val="tx1">
                  <a:alpha val="50000"/>
                </a:schemeClr>
              </a:gs>
              <a:gs pos="81000">
                <a:schemeClr val="bg1">
                  <a:alpha val="25000"/>
                </a:schemeClr>
              </a:gs>
              <a:gs pos="100000">
                <a:schemeClr val="tx1">
                  <a:alpha val="0"/>
                </a:schemeClr>
              </a:gs>
            </a:gsLst>
            <a:lin ang="5400000" scaled="0"/>
          </a:gradFill>
          <a:prstDash val="solid"/>
        </a:ln>
        <a:effectLst/>
      </a:spPr>
      <a:bodyPr wrap="square" anchor="ctr">
        <a:noAutofit/>
      </a:bodyPr>
      <a:lstStyle>
        <a:defPPr algn="ctr">
          <a:lnSpc>
            <a:spcPct val="130000"/>
          </a:lnSpc>
          <a:spcBef>
            <a:spcPts val="700"/>
          </a:spcBef>
          <a:defRPr sz="3200">
            <a:solidFill>
              <a:prstClr val="white"/>
            </a:solidFill>
            <a:latin typeface="方正兰亭黑简体" panose="02000000000000000000" pitchFamily="2" charset="-122"/>
            <a:ea typeface="方正兰亭黑简体" panose="02000000000000000000" pitchFamily="2" charset="-122"/>
          </a:defRPr>
        </a:defPPr>
      </a:lstStyle>
    </a:spDef>
    <a:txDef>
      <a:spPr>
        <a:noFill/>
      </a:spPr>
      <a:bodyPr wrap="square" rtlCol="0">
        <a:spAutoFit/>
      </a:bodyPr>
      <a:lstStyle>
        <a:defPPr algn="l">
          <a:lnSpc>
            <a:spcPts val="3440"/>
          </a:lnSpc>
          <a:defRPr sz="3200" dirty="0" smtClean="0">
            <a:latin typeface="Microsoft YaHei" panose="020B0503020204020204" pitchFamily="34" charset="-122"/>
            <a:ea typeface="Microsoft YaHei" panose="020B0503020204020204" pitchFamily="34" charset="-122"/>
          </a:defRPr>
        </a:defPPr>
      </a:lstStyle>
    </a:txDef>
  </a:objectDefaults>
  <a:extraClrSchemeLst/>
  <a:extLst>
    <a:ext uri="{05A4C25C-085E-4340-85A3-A5531E510DB2}">
      <thm15:themeFamily xmlns="" xmlns:thm15="http://schemas.microsoft.com/office/thememl/2012/main" name="Office Theme" id="{62F939B6-93AF-4DB8-9C6B-D6C7DFDC589F}" vid="{4A3C46E8-61CC-4603-A589-7422A47A8E4A}"/>
    </a:ext>
  </a:extLst>
</a:theme>
</file>

<file path=ppt/theme/theme16.xml><?xml version="1.0" encoding="utf-8"?>
<a:theme xmlns:a="http://schemas.openxmlformats.org/drawingml/2006/main" name="25_Chart page">
  <a:themeElements>
    <a:clrScheme name="Custom 29">
      <a:dk1>
        <a:srgbClr val="1D1D1A"/>
      </a:dk1>
      <a:lt1>
        <a:srgbClr val="666666"/>
      </a:lt1>
      <a:dk2>
        <a:srgbClr val="FFFFFF"/>
      </a:dk2>
      <a:lt2>
        <a:srgbClr val="EBEBEB"/>
      </a:lt2>
      <a:accent1>
        <a:srgbClr val="C7000A"/>
      </a:accent1>
      <a:accent2>
        <a:srgbClr val="E9002F"/>
      </a:accent2>
      <a:accent3>
        <a:srgbClr val="F4A100"/>
      </a:accent3>
      <a:accent4>
        <a:srgbClr val="FFFF00"/>
      </a:accent4>
      <a:accent5>
        <a:srgbClr val="232323"/>
      </a:accent5>
      <a:accent6>
        <a:srgbClr val="666666"/>
      </a:accent6>
      <a:hlink>
        <a:srgbClr val="919191"/>
      </a:hlink>
      <a:folHlink>
        <a:srgbClr val="C4C4C4"/>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gradFill flip="none" rotWithShape="1">
          <a:gsLst>
            <a:gs pos="0">
              <a:schemeClr val="tx1">
                <a:alpha val="12000"/>
              </a:schemeClr>
            </a:gs>
            <a:gs pos="100000">
              <a:schemeClr val="bg1">
                <a:alpha val="0"/>
              </a:schemeClr>
            </a:gs>
          </a:gsLst>
          <a:lin ang="5400000" scaled="0"/>
          <a:tileRect/>
        </a:gradFill>
        <a:ln w="3175" cap="flat" cmpd="sng" algn="ctr">
          <a:gradFill>
            <a:gsLst>
              <a:gs pos="31000">
                <a:schemeClr val="tx1">
                  <a:alpha val="50000"/>
                </a:schemeClr>
              </a:gs>
              <a:gs pos="81000">
                <a:schemeClr val="bg1">
                  <a:alpha val="25000"/>
                </a:schemeClr>
              </a:gs>
              <a:gs pos="100000">
                <a:schemeClr val="tx1">
                  <a:alpha val="0"/>
                </a:schemeClr>
              </a:gs>
            </a:gsLst>
            <a:lin ang="5400000" scaled="0"/>
          </a:gradFill>
          <a:prstDash val="solid"/>
        </a:ln>
        <a:effectLst/>
      </a:spPr>
      <a:bodyPr wrap="square" anchor="ctr">
        <a:noAutofit/>
      </a:bodyPr>
      <a:lstStyle>
        <a:defPPr algn="ctr">
          <a:lnSpc>
            <a:spcPct val="130000"/>
          </a:lnSpc>
          <a:spcBef>
            <a:spcPts val="700"/>
          </a:spcBef>
          <a:defRPr sz="3200">
            <a:solidFill>
              <a:prstClr val="white"/>
            </a:solidFill>
            <a:latin typeface="方正兰亭黑简体" panose="02000000000000000000" pitchFamily="2" charset="-122"/>
            <a:ea typeface="方正兰亭黑简体" panose="02000000000000000000" pitchFamily="2" charset="-122"/>
          </a:defRPr>
        </a:defPPr>
      </a:lstStyle>
    </a:spDef>
    <a:txDef>
      <a:spPr>
        <a:noFill/>
      </a:spPr>
      <a:bodyPr wrap="square" rtlCol="0">
        <a:spAutoFit/>
      </a:bodyPr>
      <a:lstStyle>
        <a:defPPr algn="l">
          <a:lnSpc>
            <a:spcPts val="3440"/>
          </a:lnSpc>
          <a:defRPr sz="3200" dirty="0" smtClean="0">
            <a:latin typeface="Microsoft YaHei" panose="020B0503020204020204" pitchFamily="34" charset="-122"/>
            <a:ea typeface="Microsoft YaHei" panose="020B0503020204020204" pitchFamily="34" charset="-122"/>
          </a:defRPr>
        </a:defPPr>
      </a:lstStyle>
    </a:txDef>
  </a:objectDefaults>
  <a:extraClrSchemeLst/>
  <a:extLst>
    <a:ext uri="{05A4C25C-085E-4340-85A3-A5531E510DB2}">
      <thm15:themeFamily xmlns="" xmlns:thm15="http://schemas.microsoft.com/office/thememl/2012/main" name="Office Theme" id="{62F939B6-93AF-4DB8-9C6B-D6C7DFDC589F}" vid="{4A3C46E8-61CC-4603-A589-7422A47A8E4A}"/>
    </a:ext>
  </a:extLst>
</a:theme>
</file>

<file path=ppt/theme/theme17.xml><?xml version="1.0" encoding="utf-8"?>
<a:theme xmlns:a="http://schemas.openxmlformats.org/drawingml/2006/main" name="3_章节页">
  <a:themeElements>
    <a:clrScheme name="HuaWei colour 3">
      <a:dk1>
        <a:srgbClr val="1D1D1A"/>
      </a:dk1>
      <a:lt1>
        <a:srgbClr val="666666"/>
      </a:lt1>
      <a:dk2>
        <a:srgbClr val="FFFFFF"/>
      </a:dk2>
      <a:lt2>
        <a:srgbClr val="DDDDDD"/>
      </a:lt2>
      <a:accent1>
        <a:srgbClr val="E9002F"/>
      </a:accent1>
      <a:accent2>
        <a:srgbClr val="7F0000"/>
      </a:accent2>
      <a:accent3>
        <a:srgbClr val="ED6D00"/>
      </a:accent3>
      <a:accent4>
        <a:srgbClr val="FCC800"/>
      </a:accent4>
      <a:accent5>
        <a:srgbClr val="61B230"/>
      </a:accent5>
      <a:accent6>
        <a:srgbClr val="30B5C5"/>
      </a:accent6>
      <a:hlink>
        <a:srgbClr val="C7000B"/>
      </a:hlink>
      <a:folHlink>
        <a:srgbClr val="666666"/>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noFill/>
        <a:ln>
          <a:noFill/>
        </a:ln>
      </a:spPr>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square" lIns="0" tIns="0" rIns="0" bIns="0" rtlCol="0">
        <a:spAutoFit/>
      </a:bodyPr>
      <a:lstStyle>
        <a:defPPr algn="l">
          <a:defRPr kumimoji="1" dirty="0" smtClean="0">
            <a:solidFill>
              <a:srgbClr val="000000"/>
            </a:solidFill>
            <a:latin typeface="Microsoft YaHei" panose="020B0503020204020204" pitchFamily="34" charset="-122"/>
            <a:ea typeface="Microsoft YaHei" panose="020B0503020204020204" pitchFamily="34" charset="-122"/>
          </a:defRPr>
        </a:defPPr>
      </a:lstStyle>
    </a:txDef>
  </a:objectDefaults>
  <a:extraClrSchemeLst/>
  <a:extLst>
    <a:ext uri="{05A4C25C-085E-4340-85A3-A5531E510DB2}">
      <thm15:themeFamily xmlns="" xmlns:thm15="http://schemas.microsoft.com/office/thememl/2012/main" name="PPT 模板" id="{9BBB633E-5E45-41C7-B61B-A7FDDADD335C}" vid="{FC34AD67-7538-4717-9A73-50191031DBF3}"/>
    </a:ext>
  </a:extLst>
</a:theme>
</file>

<file path=ppt/theme/theme18.xml><?xml version="1.0" encoding="utf-8"?>
<a:theme xmlns:a="http://schemas.openxmlformats.org/drawingml/2006/main" name="6_章节页">
  <a:themeElements>
    <a:clrScheme name="HuaWei colour 3">
      <a:dk1>
        <a:srgbClr val="1D1D1A"/>
      </a:dk1>
      <a:lt1>
        <a:srgbClr val="666666"/>
      </a:lt1>
      <a:dk2>
        <a:srgbClr val="FFFFFF"/>
      </a:dk2>
      <a:lt2>
        <a:srgbClr val="DDDDDD"/>
      </a:lt2>
      <a:accent1>
        <a:srgbClr val="E9002F"/>
      </a:accent1>
      <a:accent2>
        <a:srgbClr val="7F0000"/>
      </a:accent2>
      <a:accent3>
        <a:srgbClr val="ED6D00"/>
      </a:accent3>
      <a:accent4>
        <a:srgbClr val="FCC800"/>
      </a:accent4>
      <a:accent5>
        <a:srgbClr val="61B230"/>
      </a:accent5>
      <a:accent6>
        <a:srgbClr val="30B5C5"/>
      </a:accent6>
      <a:hlink>
        <a:srgbClr val="C7000B"/>
      </a:hlink>
      <a:folHlink>
        <a:srgbClr val="666666"/>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noFill/>
        <a:ln>
          <a:noFill/>
        </a:ln>
      </a:spPr>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square" lIns="0" tIns="0" rIns="0" bIns="0" rtlCol="0">
        <a:spAutoFit/>
      </a:bodyPr>
      <a:lstStyle>
        <a:defPPr algn="l">
          <a:defRPr kumimoji="1" dirty="0" smtClean="0">
            <a:solidFill>
              <a:srgbClr val="000000"/>
            </a:solidFill>
            <a:latin typeface="Microsoft YaHei" panose="020B0503020204020204" pitchFamily="34" charset="-122"/>
            <a:ea typeface="Microsoft YaHei" panose="020B0503020204020204" pitchFamily="34" charset="-122"/>
          </a:defRPr>
        </a:defPPr>
      </a:lstStyle>
    </a:txDef>
  </a:objectDefaults>
  <a:extraClrSchemeLst/>
  <a:extLst>
    <a:ext uri="{05A4C25C-085E-4340-85A3-A5531E510DB2}">
      <thm15:themeFamily xmlns="" xmlns:thm15="http://schemas.microsoft.com/office/thememl/2012/main" name="演示文稿1" id="{358AC06C-4CE3-4A3F-B594-9738C68624A0}" vid="{9E3EAF68-ABE1-42CC-9EED-BC9EE9E8453C}"/>
    </a:ext>
  </a:extLst>
</a:theme>
</file>

<file path=ppt/theme/theme19.xml><?xml version="1.0" encoding="utf-8"?>
<a:theme xmlns:a="http://schemas.openxmlformats.org/drawingml/2006/main" name="28_Chart page">
  <a:themeElements>
    <a:clrScheme name="Custom 29">
      <a:dk1>
        <a:srgbClr val="1D1D1A"/>
      </a:dk1>
      <a:lt1>
        <a:srgbClr val="666666"/>
      </a:lt1>
      <a:dk2>
        <a:srgbClr val="FFFFFF"/>
      </a:dk2>
      <a:lt2>
        <a:srgbClr val="EBEBEB"/>
      </a:lt2>
      <a:accent1>
        <a:srgbClr val="C7000A"/>
      </a:accent1>
      <a:accent2>
        <a:srgbClr val="E9002F"/>
      </a:accent2>
      <a:accent3>
        <a:srgbClr val="F4A100"/>
      </a:accent3>
      <a:accent4>
        <a:srgbClr val="FFFF00"/>
      </a:accent4>
      <a:accent5>
        <a:srgbClr val="232323"/>
      </a:accent5>
      <a:accent6>
        <a:srgbClr val="666666"/>
      </a:accent6>
      <a:hlink>
        <a:srgbClr val="919191"/>
      </a:hlink>
      <a:folHlink>
        <a:srgbClr val="C4C4C4"/>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gradFill flip="none" rotWithShape="1">
          <a:gsLst>
            <a:gs pos="0">
              <a:schemeClr val="tx1">
                <a:alpha val="12000"/>
              </a:schemeClr>
            </a:gs>
            <a:gs pos="100000">
              <a:schemeClr val="bg1">
                <a:alpha val="0"/>
              </a:schemeClr>
            </a:gs>
          </a:gsLst>
          <a:lin ang="5400000" scaled="0"/>
          <a:tileRect/>
        </a:gradFill>
        <a:ln w="3175" cap="flat" cmpd="sng" algn="ctr">
          <a:gradFill>
            <a:gsLst>
              <a:gs pos="31000">
                <a:schemeClr val="tx1">
                  <a:alpha val="50000"/>
                </a:schemeClr>
              </a:gs>
              <a:gs pos="81000">
                <a:schemeClr val="bg1">
                  <a:alpha val="25000"/>
                </a:schemeClr>
              </a:gs>
              <a:gs pos="100000">
                <a:schemeClr val="tx1">
                  <a:alpha val="0"/>
                </a:schemeClr>
              </a:gs>
            </a:gsLst>
            <a:lin ang="5400000" scaled="0"/>
          </a:gradFill>
          <a:prstDash val="solid"/>
        </a:ln>
      </a:spPr>
      <a:bodyPr wrap="square" anchor="ctr">
        <a:noAutofit/>
      </a:bodyPr>
      <a:lstStyle>
        <a:defPPr algn="ctr">
          <a:lnSpc>
            <a:spcPct val="130000"/>
          </a:lnSpc>
          <a:spcBef>
            <a:spcPts val="700"/>
          </a:spcBef>
          <a:defRPr sz="3200">
            <a:solidFill>
              <a:prstClr val="white"/>
            </a:solidFill>
            <a:latin typeface="方正兰亭黑简体" panose="02000000000000000000" pitchFamily="2" charset="-122"/>
            <a:ea typeface="方正兰亭黑简体" panose="02000000000000000000" pitchFamily="2" charset="-122"/>
          </a:defRPr>
        </a:defPPr>
      </a:lstStyle>
    </a:spDef>
    <a:txDef>
      <a:spPr>
        <a:noFill/>
      </a:spPr>
      <a:bodyPr wrap="square" rtlCol="0">
        <a:spAutoFit/>
      </a:bodyPr>
      <a:lstStyle>
        <a:defPPr algn="l">
          <a:lnSpc>
            <a:spcPts val="3440"/>
          </a:lnSpc>
          <a:defRPr sz="3200" dirty="0" smtClean="0">
            <a:latin typeface="微软雅黑" panose="020B0503020204020204" pitchFamily="34" charset="-122"/>
            <a:ea typeface="微软雅黑" panose="020B0503020204020204" pitchFamily="34" charset="-122"/>
          </a:defRPr>
        </a:defPPr>
      </a:lstStyle>
    </a:txDef>
  </a:objectDefaults>
  <a:extraClrSchemeLst/>
  <a:extLst>
    <a:ext uri="{05A4C25C-085E-4340-85A3-A5531E510DB2}">
      <thm15:themeFamily xmlns="" xmlns:thm15="http://schemas.microsoft.com/office/thememl/2012/main" name="Office Theme" id="{62F939B6-93AF-4DB8-9C6B-D6C7DFDC589F}" vid="{4A3C46E8-61CC-4603-A589-7422A47A8E4A}"/>
    </a:ext>
  </a:extLst>
</a:theme>
</file>

<file path=ppt/theme/theme20.xml><?xml version="1.0" encoding="utf-8"?>
<a:theme xmlns:a="http://schemas.openxmlformats.org/drawingml/2006/main" name="4_章节页">
  <a:themeElements>
    <a:clrScheme name="HuaWei colour 3">
      <a:dk1>
        <a:srgbClr val="1D1D1A"/>
      </a:dk1>
      <a:lt1>
        <a:srgbClr val="666666"/>
      </a:lt1>
      <a:dk2>
        <a:srgbClr val="FFFFFF"/>
      </a:dk2>
      <a:lt2>
        <a:srgbClr val="DDDDDD"/>
      </a:lt2>
      <a:accent1>
        <a:srgbClr val="E9002F"/>
      </a:accent1>
      <a:accent2>
        <a:srgbClr val="7F0000"/>
      </a:accent2>
      <a:accent3>
        <a:srgbClr val="ED6D00"/>
      </a:accent3>
      <a:accent4>
        <a:srgbClr val="FCC800"/>
      </a:accent4>
      <a:accent5>
        <a:srgbClr val="61B230"/>
      </a:accent5>
      <a:accent6>
        <a:srgbClr val="30B5C5"/>
      </a:accent6>
      <a:hlink>
        <a:srgbClr val="C7000B"/>
      </a:hlink>
      <a:folHlink>
        <a:srgbClr val="666666"/>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noFill/>
        <a:ln>
          <a:noFill/>
        </a:ln>
      </a:spPr>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square" lIns="0" tIns="0" rIns="0" bIns="0" rtlCol="0">
        <a:spAutoFit/>
      </a:bodyPr>
      <a:lstStyle>
        <a:defPPr algn="l">
          <a:defRPr kumimoji="1" dirty="0" smtClean="0">
            <a:solidFill>
              <a:srgbClr val="000000"/>
            </a:solidFill>
            <a:latin typeface="Microsoft YaHei" panose="020B0503020204020204" pitchFamily="34" charset="-122"/>
            <a:ea typeface="Microsoft YaHei" panose="020B0503020204020204" pitchFamily="34" charset="-122"/>
          </a:defRPr>
        </a:defPPr>
      </a:lstStyle>
    </a:txDef>
  </a:objectDefaults>
  <a:extraClrSchemeLst/>
  <a:extLst>
    <a:ext uri="{05A4C25C-085E-4340-85A3-A5531E510DB2}">
      <thm15:themeFamily xmlns="" xmlns:thm15="http://schemas.microsoft.com/office/thememl/2012/main" name="PPT 模板" id="{9BBB633E-5E45-41C7-B61B-A7FDDADD335C}" vid="{FC34AD67-7538-4717-9A73-50191031DBF3}"/>
    </a:ext>
  </a:extLst>
</a:theme>
</file>

<file path=ppt/theme/theme21.xml><?xml version="1.0" encoding="utf-8"?>
<a:theme xmlns:a="http://schemas.openxmlformats.org/drawingml/2006/main" name="7_章节页">
  <a:themeElements>
    <a:clrScheme name="HuaWei colour 3">
      <a:dk1>
        <a:srgbClr val="1D1D1A"/>
      </a:dk1>
      <a:lt1>
        <a:srgbClr val="666666"/>
      </a:lt1>
      <a:dk2>
        <a:srgbClr val="FFFFFF"/>
      </a:dk2>
      <a:lt2>
        <a:srgbClr val="DDDDDD"/>
      </a:lt2>
      <a:accent1>
        <a:srgbClr val="E9002F"/>
      </a:accent1>
      <a:accent2>
        <a:srgbClr val="7F0000"/>
      </a:accent2>
      <a:accent3>
        <a:srgbClr val="ED6D00"/>
      </a:accent3>
      <a:accent4>
        <a:srgbClr val="FCC800"/>
      </a:accent4>
      <a:accent5>
        <a:srgbClr val="61B230"/>
      </a:accent5>
      <a:accent6>
        <a:srgbClr val="30B5C5"/>
      </a:accent6>
      <a:hlink>
        <a:srgbClr val="C7000B"/>
      </a:hlink>
      <a:folHlink>
        <a:srgbClr val="666666"/>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noFill/>
        <a:ln>
          <a:noFill/>
        </a:ln>
      </a:spPr>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square" lIns="0" tIns="0" rIns="0" bIns="0" rtlCol="0">
        <a:spAutoFit/>
      </a:bodyPr>
      <a:lstStyle>
        <a:defPPr algn="l">
          <a:defRPr kumimoji="1" dirty="0" smtClean="0">
            <a:solidFill>
              <a:srgbClr val="000000"/>
            </a:solidFill>
            <a:latin typeface="Microsoft YaHei" panose="020B0503020204020204" pitchFamily="34" charset="-122"/>
            <a:ea typeface="Microsoft YaHei" panose="020B0503020204020204" pitchFamily="34" charset="-122"/>
          </a:defRPr>
        </a:defPPr>
      </a:lstStyle>
    </a:txDef>
  </a:objectDefaults>
  <a:extraClrSchemeLst/>
  <a:extLst>
    <a:ext uri="{05A4C25C-085E-4340-85A3-A5531E510DB2}">
      <thm15:themeFamily xmlns="" xmlns:thm15="http://schemas.microsoft.com/office/thememl/2012/main" name="PPT 模板" id="{9BBB633E-5E45-41C7-B61B-A7FDDADD335C}" vid="{FC34AD67-7538-4717-9A73-50191031DBF3}"/>
    </a:ext>
  </a:extLst>
</a:theme>
</file>

<file path=ppt/theme/theme22.xml><?xml version="1.0" encoding="utf-8"?>
<a:theme xmlns:a="http://schemas.openxmlformats.org/drawingml/2006/main" name="3_内容Copytext ">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自定义 2">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 xmlns:thm15="http://schemas.microsoft.com/office/thememl/2012/main" name="Office Theme" id="{62F939B6-93AF-4DB8-9C6B-D6C7DFDC589F}" vid="{4A3C46E8-61CC-4603-A589-7422A47A8E4A}"/>
    </a:ext>
  </a:extLst>
</a:theme>
</file>

<file path=ppt/theme/theme2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123086</TotalTime>
  <Words>933</Words>
  <Application>Microsoft Office PowerPoint</Application>
  <PresentationFormat>Personalizado</PresentationFormat>
  <Paragraphs>155</Paragraphs>
  <Slides>7</Slides>
  <Notes>7</Notes>
  <HiddenSlides>0</HiddenSlides>
  <MMClips>0</MMClips>
  <ScaleCrop>false</ScaleCrop>
  <HeadingPairs>
    <vt:vector size="4" baseType="variant">
      <vt:variant>
        <vt:lpstr>Tema</vt:lpstr>
      </vt:variant>
      <vt:variant>
        <vt:i4>22</vt:i4>
      </vt:variant>
      <vt:variant>
        <vt:lpstr>Títulos de diapositiva</vt:lpstr>
      </vt:variant>
      <vt:variant>
        <vt:i4>7</vt:i4>
      </vt:variant>
    </vt:vector>
  </HeadingPairs>
  <TitlesOfParts>
    <vt:vector size="29" baseType="lpstr">
      <vt:lpstr>1_Title Slide</vt:lpstr>
      <vt:lpstr>Chart page</vt:lpstr>
      <vt:lpstr>4_Chart page</vt:lpstr>
      <vt:lpstr>End page</vt:lpstr>
      <vt:lpstr>章节页</vt:lpstr>
      <vt:lpstr>5_Chart page</vt:lpstr>
      <vt:lpstr>6_Chart page</vt:lpstr>
      <vt:lpstr>7_Chart page</vt:lpstr>
      <vt:lpstr>8_Chart page</vt:lpstr>
      <vt:lpstr>13_Chart page</vt:lpstr>
      <vt:lpstr>14_Chart page</vt:lpstr>
      <vt:lpstr>21_Chart page</vt:lpstr>
      <vt:lpstr>22_Chart page</vt:lpstr>
      <vt:lpstr>23_Chart page</vt:lpstr>
      <vt:lpstr>24_Chart page</vt:lpstr>
      <vt:lpstr>25_Chart page</vt:lpstr>
      <vt:lpstr>3_章节页</vt:lpstr>
      <vt:lpstr>6_章节页</vt:lpstr>
      <vt:lpstr>28_Chart page</vt:lpstr>
      <vt:lpstr>4_章节页</vt:lpstr>
      <vt:lpstr>7_章节页</vt:lpstr>
      <vt:lpstr>3_内容Copytext </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Microsoft Office User</dc:creator>
  <cp:lastModifiedBy>Juampi</cp:lastModifiedBy>
  <cp:revision>1351</cp:revision>
  <dcterms:created xsi:type="dcterms:W3CDTF">2018-06-21T13:34:14Z</dcterms:created>
  <dcterms:modified xsi:type="dcterms:W3CDTF">2023-09-16T01:17:26Z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_2015_ms_pID_725343">
    <vt:lpwstr>(3)ypgsI+ikLU6nuBk8Dy9Gfv2ZYz4ghZ1Y64BuNoo3wezqxfoBmBgJTTf6cTCXVzBoprdXmDk4
H5IbEgRDyER/r2EuJzyRdPr1xATnIsBtoKXx0pvaCr1aaWkthgzg8MScAkdbaUTn3E4uFSFy
BbQRmxVr6gwQgihQNkkKTwf2plbwWAifvihaeMStzz7Du1jFfLp9O/bv0njQgYEkVve7bAsc
U4cWlILEv1jbz3xLVH</vt:lpwstr>
  </property>
  <property fmtid="{D5CDD505-2E9C-101B-9397-08002B2CF9AE}" pid="3" name="_2015_ms_pID_7253431">
    <vt:lpwstr>fKiS15xe4P+d1aTWNhXbHUP8Q0Jd+S5p5GzDF4+5dZQLeJhxyJjMlm
Rg9klcYxoVxESH8hi8irdltohoVY3TEo87+ILCaz1Y5056bsSP9d65xu9MtRcvSIDzm7ObG5
HkUQ7nlf2dIkSkT8ptYEobk7f8xHHE1fKYLuLGlEd9y8kyjFhPQV8fgZOcwDtqnaO4AMG1yA
EB8nePMIomDlaPOAm+T9YK9dhAorqJVkgSGD</vt:lpwstr>
  </property>
  <property fmtid="{D5CDD505-2E9C-101B-9397-08002B2CF9AE}" pid="4" name="_2015_ms_pID_7253432">
    <vt:lpwstr>Gg==</vt:lpwstr>
  </property>
  <property fmtid="{D5CDD505-2E9C-101B-9397-08002B2CF9AE}" pid="5" name="_readonly">
    <vt:lpwstr/>
  </property>
  <property fmtid="{D5CDD505-2E9C-101B-9397-08002B2CF9AE}" pid="6" name="_change">
    <vt:lpwstr/>
  </property>
  <property fmtid="{D5CDD505-2E9C-101B-9397-08002B2CF9AE}" pid="7" name="_full-control">
    <vt:lpwstr/>
  </property>
  <property fmtid="{D5CDD505-2E9C-101B-9397-08002B2CF9AE}" pid="8" name="sflag">
    <vt:lpwstr>1678373657</vt:lpwstr>
  </property>
  <property fmtid="{D5CDD505-2E9C-101B-9397-08002B2CF9AE}" pid="9" name="MSIP_Label_228ef38c-4357-49c8-b2ae-c9cdaf411188_Enabled">
    <vt:lpwstr>true</vt:lpwstr>
  </property>
  <property fmtid="{D5CDD505-2E9C-101B-9397-08002B2CF9AE}" pid="10" name="MSIP_Label_228ef38c-4357-49c8-b2ae-c9cdaf411188_SetDate">
    <vt:lpwstr>2023-08-18T20:24:53Z</vt:lpwstr>
  </property>
  <property fmtid="{D5CDD505-2E9C-101B-9397-08002B2CF9AE}" pid="11" name="MSIP_Label_228ef38c-4357-49c8-b2ae-c9cdaf411188_Method">
    <vt:lpwstr>Privileged</vt:lpwstr>
  </property>
  <property fmtid="{D5CDD505-2E9C-101B-9397-08002B2CF9AE}" pid="12" name="MSIP_Label_228ef38c-4357-49c8-b2ae-c9cdaf411188_Name">
    <vt:lpwstr>Personal</vt:lpwstr>
  </property>
  <property fmtid="{D5CDD505-2E9C-101B-9397-08002B2CF9AE}" pid="13" name="MSIP_Label_228ef38c-4357-49c8-b2ae-c9cdaf411188_SiteId">
    <vt:lpwstr>038018c3-616c-4b46-ad9b-aa9007f701b5</vt:lpwstr>
  </property>
  <property fmtid="{D5CDD505-2E9C-101B-9397-08002B2CF9AE}" pid="14" name="MSIP_Label_228ef38c-4357-49c8-b2ae-c9cdaf411188_ActionId">
    <vt:lpwstr>a3a67417-e5d7-417e-a621-c2386363e39c</vt:lpwstr>
  </property>
  <property fmtid="{D5CDD505-2E9C-101B-9397-08002B2CF9AE}" pid="15" name="MSIP_Label_228ef38c-4357-49c8-b2ae-c9cdaf411188_ContentBits">
    <vt:lpwstr>1</vt:lpwstr>
  </property>
  <property fmtid="{D5CDD505-2E9C-101B-9397-08002B2CF9AE}" pid="16" name="ClassificationContentMarkingHeaderLocations">
    <vt:lpwstr>1_Title Slide:3\Chart page:3\4_Chart page:5\End page:3\章节页:46\5_Chart page:5\6_Chart page:5\7_Chart page:5\8_Chart page:5\13_Chart page:5\14_Chart page:5\21_Chart page:5\22_Chart page:5\23_Chart page:5\24_Chart page:5\25_Chart page:5\3_章节页:5\6_章节页:5\28_Ch</vt:lpwstr>
  </property>
  <property fmtid="{D5CDD505-2E9C-101B-9397-08002B2CF9AE}" pid="17" name="ClassificationContentMarkingHeaderText">
    <vt:lpwstr>Documento: Personal</vt:lpwstr>
  </property>
</Properties>
</file>