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5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6.xml" ContentType="application/vnd.openxmlformats-officedocument.theme+xml"/>
  <Override PartName="/ppt/slideLayouts/slideLayout45.xml" ContentType="application/vnd.openxmlformats-officedocument.presentationml.slideLayout+xml"/>
  <Override PartName="/ppt/theme/theme7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8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9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10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13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14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15.xml" ContentType="application/vnd.openxmlformats-officedocument.theme+xml"/>
  <Override PartName="/ppt/slideLayouts/slideLayout83.xml" ContentType="application/vnd.openxmlformats-officedocument.presentationml.slideLayout+xml"/>
  <Override PartName="/ppt/theme/theme16.xml" ContentType="application/vnd.openxmlformats-officedocument.theme+xml"/>
  <Override PartName="/ppt/theme/theme17.xml" ContentType="application/vnd.openxmlformats-officedocument.theme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18.xml" ContentType="application/vnd.openxmlformats-officedocument.theme+xml"/>
  <Override PartName="/ppt/slideLayouts/slideLayout88.xml" ContentType="application/vnd.openxmlformats-officedocument.presentationml.slideLayout+xml"/>
  <Override PartName="/ppt/theme/theme19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20.xml" ContentType="application/vnd.openxmlformats-officedocument.theme+xml"/>
  <Override PartName="/ppt/theme/theme21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3" r:id="rId1"/>
    <p:sldMasterId id="2147483797" r:id="rId2"/>
    <p:sldMasterId id="2147483816" r:id="rId3"/>
    <p:sldMasterId id="2147483683" r:id="rId4"/>
    <p:sldMasterId id="2147483914" r:id="rId5"/>
    <p:sldMasterId id="2147483990" r:id="rId6"/>
    <p:sldMasterId id="2147483997" r:id="rId7"/>
    <p:sldMasterId id="2147484001" r:id="rId8"/>
    <p:sldMasterId id="2147484007" r:id="rId9"/>
    <p:sldMasterId id="2147484037" r:id="rId10"/>
    <p:sldMasterId id="2147484045" r:id="rId11"/>
    <p:sldMasterId id="2147484116" r:id="rId12"/>
    <p:sldMasterId id="2147484118" r:id="rId13"/>
    <p:sldMasterId id="2147484126" r:id="rId14"/>
    <p:sldMasterId id="2147484134" r:id="rId15"/>
    <p:sldMasterId id="2147484142" r:id="rId16"/>
    <p:sldMasterId id="2147484145" r:id="rId17"/>
    <p:sldMasterId id="2147484150" r:id="rId18"/>
    <p:sldMasterId id="2147484158" r:id="rId19"/>
    <p:sldMasterId id="2147484166" r:id="rId20"/>
    <p:sldMasterId id="2147484179" r:id="rId21"/>
    <p:sldMasterId id="2147484220" r:id="rId22"/>
  </p:sldMasterIdLst>
  <p:notesMasterIdLst>
    <p:notesMasterId r:id="rId27"/>
  </p:notesMasterIdLst>
  <p:handoutMasterIdLst>
    <p:handoutMasterId r:id="rId28"/>
  </p:handoutMasterIdLst>
  <p:sldIdLst>
    <p:sldId id="2707" r:id="rId23"/>
    <p:sldId id="2708" r:id="rId24"/>
    <p:sldId id="2721" r:id="rId25"/>
    <p:sldId id="2717" r:id="rId26"/>
  </p:sldIdLst>
  <p:sldSz cx="12196763" cy="6858000"/>
  <p:notesSz cx="7104063" cy="10234613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5" pos="3701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39" userDrawn="1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8D29E0-DB07-FFCA-441F-CA23DE98F047}" name="Bondio Andres German" initials="BAG" userId="S::abondio@gcgestion.com.ar::e077eb19-a58e-4f43-8d77-d46f2d270b9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uziyu(Ben,Cloud)" initials="W" lastIdx="0" clrIdx="0">
    <p:extLst>
      <p:ext uri="{19B8F6BF-5375-455C-9EA6-DF929625EA0E}">
        <p15:presenceInfo xmlns="" xmlns:p15="http://schemas.microsoft.com/office/powerpoint/2012/main" userId="S-1-5-21-147214757-305610072-1517763936-2825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000B"/>
    <a:srgbClr val="188BCA"/>
    <a:srgbClr val="0062AC"/>
    <a:srgbClr val="000000"/>
    <a:srgbClr val="E8EFF2"/>
    <a:srgbClr val="FAFAFA"/>
    <a:srgbClr val="151515"/>
    <a:srgbClr val="F0F0F0"/>
    <a:srgbClr val="FEFEF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55" autoAdjust="0"/>
    <p:restoredTop sz="86964" autoAdjust="0"/>
  </p:normalViewPr>
  <p:slideViewPr>
    <p:cSldViewPr snapToGrid="0" snapToObjects="1">
      <p:cViewPr>
        <p:scale>
          <a:sx n="104" d="100"/>
          <a:sy n="104" d="100"/>
        </p:scale>
        <p:origin x="-558" y="-18"/>
      </p:cViewPr>
      <p:guideLst>
        <p:guide orient="horz" pos="2159"/>
        <p:guide pos="3701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43" d="100"/>
          <a:sy n="43" d="100"/>
        </p:scale>
        <p:origin x="2840" y="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21" Type="http://schemas.openxmlformats.org/officeDocument/2006/relationships/slideMaster" Target="slideMasters/slideMaster2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Master" Target="slideMasters/slideMaster20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2.xml"/><Relationship Id="rId32" Type="http://schemas.openxmlformats.org/officeDocument/2006/relationships/theme" Target="theme/theme1.xml"/><Relationship Id="rId53" Type="http://schemas.microsoft.com/office/2018/10/relationships/authors" Target="author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1.xml"/><Relationship Id="rId28" Type="http://schemas.openxmlformats.org/officeDocument/2006/relationships/handoutMaster" Target="handoutMasters/handoutMaster1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viewProps" Target="viewProps.xml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Master" Target="slideMasters/slideMaster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ndio Andres German" userId="e077eb19-a58e-4f43-8d77-d46f2d270b92" providerId="ADAL" clId="{DCEC8177-3157-4CE7-B79B-18F06AE0CB05}"/>
    <pc:docChg chg="delSld modSld">
      <pc:chgData name="Bondio Andres German" userId="e077eb19-a58e-4f43-8d77-d46f2d270b92" providerId="ADAL" clId="{DCEC8177-3157-4CE7-B79B-18F06AE0CB05}" dt="2023-08-11T15:45:28.261" v="19" actId="6549"/>
      <pc:docMkLst>
        <pc:docMk/>
      </pc:docMkLst>
      <pc:sldChg chg="delCm modNotesTx">
        <pc:chgData name="Bondio Andres German" userId="e077eb19-a58e-4f43-8d77-d46f2d270b92" providerId="ADAL" clId="{DCEC8177-3157-4CE7-B79B-18F06AE0CB05}" dt="2023-08-11T15:44:36.878" v="8"/>
        <pc:sldMkLst>
          <pc:docMk/>
          <pc:sldMk cId="1033924672" sldId="2665"/>
        </pc:sldMkLst>
        <pc:extLst>
          <p:ext xmlns:p="http://schemas.openxmlformats.org/presentationml/2006/main" uri="{D6D511B9-2390-475A-947B-AFAB55BFBCF1}">
            <pc226:cmChg xmlns="" xmlns:pc226="http://schemas.microsoft.com/office/powerpoint/2022/06/main/command" chg="del">
              <pc226:chgData name="Bondio Andres German" userId="e077eb19-a58e-4f43-8d77-d46f2d270b92" providerId="ADAL" clId="{DCEC8177-3157-4CE7-B79B-18F06AE0CB05}" dt="2023-08-11T15:44:36.878" v="8"/>
              <pc2:cmMkLst xmlns:pc2="http://schemas.microsoft.com/office/powerpoint/2019/9/main/command">
                <pc:docMk/>
                <pc:sldMk cId="1033924672" sldId="2665"/>
                <pc2:cmMk id="{1A9B1410-D79E-48B9-90D7-19D60586EB66}"/>
              </pc2:cmMkLst>
            </pc226:cmChg>
          </p:ext>
        </pc:ext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2833311804" sldId="2667"/>
        </pc:sldMkLst>
      </pc:sldChg>
      <pc:sldChg chg="modNotesTx">
        <pc:chgData name="Bondio Andres German" userId="e077eb19-a58e-4f43-8d77-d46f2d270b92" providerId="ADAL" clId="{DCEC8177-3157-4CE7-B79B-18F06AE0CB05}" dt="2023-08-11T15:44:48.782" v="11" actId="6549"/>
        <pc:sldMkLst>
          <pc:docMk/>
          <pc:sldMk cId="3971083214" sldId="2670"/>
        </pc:sldMkLst>
      </pc:sldChg>
      <pc:sldChg chg="modNotesTx">
        <pc:chgData name="Bondio Andres German" userId="e077eb19-a58e-4f43-8d77-d46f2d270b92" providerId="ADAL" clId="{DCEC8177-3157-4CE7-B79B-18F06AE0CB05}" dt="2023-08-11T15:44:19.565" v="5" actId="6549"/>
        <pc:sldMkLst>
          <pc:docMk/>
          <pc:sldMk cId="1633464778" sldId="2672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2646942607" sldId="2673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671276649" sldId="2674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507548417" sldId="2675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2684747870" sldId="2676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849827473" sldId="2678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3847203470" sldId="2679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2793595032" sldId="2682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2013659638" sldId="2686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3740928447" sldId="2687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349814131" sldId="2688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4045632860" sldId="2690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3440677301" sldId="2702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1607791828" sldId="2703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127594965" sldId="2704"/>
        </pc:sldMkLst>
      </pc:sldChg>
      <pc:sldChg chg="modNotesTx">
        <pc:chgData name="Bondio Andres German" userId="e077eb19-a58e-4f43-8d77-d46f2d270b92" providerId="ADAL" clId="{DCEC8177-3157-4CE7-B79B-18F06AE0CB05}" dt="2023-08-11T15:44:59.614" v="14" actId="6549"/>
        <pc:sldMkLst>
          <pc:docMk/>
          <pc:sldMk cId="2632800895" sldId="2705"/>
        </pc:sldMkLst>
      </pc:sldChg>
      <pc:sldChg chg="modNotesTx">
        <pc:chgData name="Bondio Andres German" userId="e077eb19-a58e-4f43-8d77-d46f2d270b92" providerId="ADAL" clId="{DCEC8177-3157-4CE7-B79B-18F06AE0CB05}" dt="2023-08-11T15:45:09.816" v="15" actId="6549"/>
        <pc:sldMkLst>
          <pc:docMk/>
          <pc:sldMk cId="356073675" sldId="2706"/>
        </pc:sldMkLst>
      </pc:sldChg>
      <pc:sldChg chg="modNotesTx">
        <pc:chgData name="Bondio Andres German" userId="e077eb19-a58e-4f43-8d77-d46f2d270b92" providerId="ADAL" clId="{DCEC8177-3157-4CE7-B79B-18F06AE0CB05}" dt="2023-08-11T15:45:18" v="17" actId="6549"/>
        <pc:sldMkLst>
          <pc:docMk/>
          <pc:sldMk cId="4229300861" sldId="2708"/>
        </pc:sldMkLst>
      </pc:sldChg>
      <pc:sldChg chg="modNotesTx">
        <pc:chgData name="Bondio Andres German" userId="e077eb19-a58e-4f43-8d77-d46f2d270b92" providerId="ADAL" clId="{DCEC8177-3157-4CE7-B79B-18F06AE0CB05}" dt="2023-08-11T15:44:12.088" v="4" actId="6549"/>
        <pc:sldMkLst>
          <pc:docMk/>
          <pc:sldMk cId="3280477966" sldId="2713"/>
        </pc:sldMkLst>
      </pc:sldChg>
      <pc:sldChg chg="modNotesTx">
        <pc:chgData name="Bondio Andres German" userId="e077eb19-a58e-4f43-8d77-d46f2d270b92" providerId="ADAL" clId="{DCEC8177-3157-4CE7-B79B-18F06AE0CB05}" dt="2023-08-11T15:44:22.900" v="6" actId="6549"/>
        <pc:sldMkLst>
          <pc:docMk/>
          <pc:sldMk cId="2341827007" sldId="2715"/>
        </pc:sldMkLst>
      </pc:sldChg>
      <pc:sldChg chg="modNotesTx">
        <pc:chgData name="Bondio Andres German" userId="e077eb19-a58e-4f43-8d77-d46f2d270b92" providerId="ADAL" clId="{DCEC8177-3157-4CE7-B79B-18F06AE0CB05}" dt="2023-08-11T15:43:57.041" v="2" actId="6549"/>
        <pc:sldMkLst>
          <pc:docMk/>
          <pc:sldMk cId="356124332" sldId="2716"/>
        </pc:sldMkLst>
      </pc:sldChg>
      <pc:sldChg chg="modNotesTx">
        <pc:chgData name="Bondio Andres German" userId="e077eb19-a58e-4f43-8d77-d46f2d270b92" providerId="ADAL" clId="{DCEC8177-3157-4CE7-B79B-18F06AE0CB05}" dt="2023-08-11T15:45:28.261" v="19" actId="6549"/>
        <pc:sldMkLst>
          <pc:docMk/>
          <pc:sldMk cId="2207705098" sldId="2717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156818256" sldId="2719"/>
        </pc:sldMkLst>
      </pc:sldChg>
      <pc:sldChg chg="modNotesTx">
        <pc:chgData name="Bondio Andres German" userId="e077eb19-a58e-4f43-8d77-d46f2d270b92" providerId="ADAL" clId="{DCEC8177-3157-4CE7-B79B-18F06AE0CB05}" dt="2023-08-11T15:44:55.009" v="13" actId="6549"/>
        <pc:sldMkLst>
          <pc:docMk/>
          <pc:sldMk cId="4124839253" sldId="2720"/>
        </pc:sldMkLst>
      </pc:sldChg>
      <pc:sldChg chg="modNotesTx">
        <pc:chgData name="Bondio Andres German" userId="e077eb19-a58e-4f43-8d77-d46f2d270b92" providerId="ADAL" clId="{DCEC8177-3157-4CE7-B79B-18F06AE0CB05}" dt="2023-08-11T15:45:21.189" v="18" actId="6549"/>
        <pc:sldMkLst>
          <pc:docMk/>
          <pc:sldMk cId="2492242624" sldId="2721"/>
        </pc:sldMkLst>
      </pc:sldChg>
      <pc:sldChg chg="modNotesTx">
        <pc:chgData name="Bondio Andres German" userId="e077eb19-a58e-4f43-8d77-d46f2d270b92" providerId="ADAL" clId="{DCEC8177-3157-4CE7-B79B-18F06AE0CB05}" dt="2023-08-11T15:45:13.437" v="16" actId="6549"/>
        <pc:sldMkLst>
          <pc:docMk/>
          <pc:sldMk cId="2693795593" sldId="272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E8CF71B8-DF2A-2E41-BE66-2E18A767DA8A}" type="datetimeFigureOut">
              <a:rPr lang="en-US" smtClean="0">
                <a:latin typeface="Arial" panose="020B0604020202020204" pitchFamily="34" charset="0"/>
              </a:rPr>
              <a:t>9/15/2023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A35F0CC5-85BE-A64A-BD47-54C66F7E93E3}" type="slidenum">
              <a:rPr lang="en-US" smtClean="0">
                <a:latin typeface="Arial" panose="020B0604020202020204" pitchFamily="34" charset="0"/>
              </a:rPr>
              <a:t>‹Nº›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0DD60A27-BF12-6744-9E93-932A0E34D8BB}" type="datetimeFigureOut">
              <a:rPr lang="en-US" smtClean="0">
                <a:latin typeface="Arial" panose="020B0604020202020204" pitchFamily="34" charset="0"/>
              </a:rPr>
              <a:t>9/15/2023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‹Nº›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1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734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2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634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3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1343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4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104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0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版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" y="0"/>
            <a:ext cx="12194710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=""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18477" y="1476364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ctr">
              <a:defRPr sz="3200" b="0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30460" y="2320524"/>
            <a:ext cx="6535842" cy="643926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1675" y="6043569"/>
            <a:ext cx="1901836" cy="427660"/>
          </a:xfrm>
          <a:prstGeom prst="rect">
            <a:avLst/>
          </a:prstGeom>
        </p:spPr>
      </p:pic>
      <p:sp>
        <p:nvSpPr>
          <p:cNvPr id="11" name="Text Placeholder 14">
            <a:extLst>
              <a:ext uri="{FF2B5EF4-FFF2-40B4-BE49-F238E27FC236}">
                <a16:creationId xmlns=""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340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4396497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版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" y="0"/>
            <a:ext cx="1219471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1675" y="6043569"/>
            <a:ext cx="1901836" cy="42766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=""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单击此处添加封面标题</a:t>
            </a:r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=""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14">
            <a:extLst>
              <a:ext uri="{FF2B5EF4-FFF2-40B4-BE49-F238E27FC236}">
                <a16:creationId xmlns=""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340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3631775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限版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" y="0"/>
            <a:ext cx="12192000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1675" y="6043569"/>
            <a:ext cx="1901836" cy="427660"/>
          </a:xfrm>
          <a:prstGeom prst="rect">
            <a:avLst/>
          </a:prstGeom>
        </p:spPr>
      </p:pic>
      <p:sp>
        <p:nvSpPr>
          <p:cNvPr id="12" name="Text Placeholder 14">
            <a:extLst>
              <a:ext uri="{FF2B5EF4-FFF2-40B4-BE49-F238E27FC236}">
                <a16:creationId xmlns=""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340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单击此处添加封面标题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=""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503017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7804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75429476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3052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版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" y="0"/>
            <a:ext cx="12194710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1675" y="6043569"/>
            <a:ext cx="1901836" cy="42766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=""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18477" y="1630269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ctr">
              <a:defRPr sz="3200" b="0" i="0">
                <a:solidFill>
                  <a:schemeClr val="tx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3" name="Text Placeholder 5">
            <a:extLst>
              <a:ext uri="{FF2B5EF4-FFF2-40B4-BE49-F238E27FC236}">
                <a16:creationId xmlns=""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30460" y="2474429"/>
            <a:ext cx="6535842" cy="643926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18346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限版封底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" y="0"/>
            <a:ext cx="12192000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1675" y="6043569"/>
            <a:ext cx="1901836" cy="42766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=""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18477" y="1630269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ctr">
              <a:defRPr sz="3200" b="0" i="0">
                <a:solidFill>
                  <a:schemeClr val="tx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=""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30460" y="2474429"/>
            <a:ext cx="6535842" cy="643926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109599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6723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41014359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8976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630" y="468677"/>
            <a:ext cx="11377506" cy="10422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81" y="1599829"/>
            <a:ext cx="10977404" cy="452650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49334090"/>
      </p:ext>
    </p:extLst>
  </p:cSld>
  <p:clrMapOvr>
    <a:masterClrMapping/>
  </p:clrMapOvr>
  <p:transition spd="med" advClick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altLang="zh-CN" dirty="0"/>
              <a:t>Ari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718601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69424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349" y="289515"/>
            <a:ext cx="11660392" cy="89966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266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4001176"/>
      </p:ext>
    </p:extLst>
  </p:cSld>
  <p:clrMapOvr>
    <a:masterClrMapping/>
  </p:clrMapOvr>
  <p:transition advClick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036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478490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1467588" cy="4975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65954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26023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7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20" algn="ctr"/>
              </a:tabLst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2pPr>
            <a:lvl3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617360292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194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0530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2" indent="0" algn="ctr">
              <a:buNone/>
              <a:defRPr sz="2597"/>
            </a:lvl2pPr>
            <a:lvl3pPr marL="1187441" indent="0" algn="ctr">
              <a:buNone/>
              <a:defRPr sz="2338"/>
            </a:lvl3pPr>
            <a:lvl4pPr marL="1781165" indent="0" algn="ctr">
              <a:buNone/>
              <a:defRPr sz="2079"/>
            </a:lvl4pPr>
            <a:lvl5pPr marL="2374885" indent="0" algn="ctr">
              <a:buNone/>
              <a:defRPr sz="2079"/>
            </a:lvl5pPr>
            <a:lvl6pPr marL="2968606" indent="0" algn="ctr">
              <a:buNone/>
              <a:defRPr sz="2079"/>
            </a:lvl6pPr>
            <a:lvl7pPr marL="3562327" indent="0" algn="ctr">
              <a:buNone/>
              <a:defRPr sz="2079"/>
            </a:lvl7pPr>
            <a:lvl8pPr marL="4156050" indent="0" algn="ctr">
              <a:buNone/>
              <a:defRPr sz="2079"/>
            </a:lvl8pPr>
            <a:lvl9pPr marL="4749770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455155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36447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076421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8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6" y="451861"/>
            <a:ext cx="10740513" cy="444567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2399" b="1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48" indent="0" algn="ctr">
              <a:buNone/>
              <a:defRPr sz="2597"/>
            </a:lvl2pPr>
            <a:lvl3pPr marL="1187293" indent="0" algn="ctr">
              <a:buNone/>
              <a:defRPr sz="2337"/>
            </a:lvl3pPr>
            <a:lvl4pPr marL="1780942" indent="0" algn="ctr">
              <a:buNone/>
              <a:defRPr sz="2079"/>
            </a:lvl4pPr>
            <a:lvl5pPr marL="2374589" indent="0" algn="ctr">
              <a:buNone/>
              <a:defRPr sz="2079"/>
            </a:lvl5pPr>
            <a:lvl6pPr marL="2968235" indent="0" algn="ctr">
              <a:buNone/>
              <a:defRPr sz="2079"/>
            </a:lvl6pPr>
            <a:lvl7pPr marL="3561882" indent="0" algn="ctr">
              <a:buNone/>
              <a:defRPr sz="2079"/>
            </a:lvl7pPr>
            <a:lvl8pPr marL="4155531" indent="0" algn="ctr">
              <a:buNone/>
              <a:defRPr sz="2079"/>
            </a:lvl8pPr>
            <a:lvl9pPr marL="4749176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318779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6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ts val="3428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3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7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/>
              <a:t>单击此处添加标题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73020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277484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838528" y="365126"/>
            <a:ext cx="10519708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592046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7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20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2pPr>
            <a:lvl3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52740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5" y="1244339"/>
            <a:ext cx="11265816" cy="4958996"/>
          </a:xfrm>
          <a:prstGeom prst="rect">
            <a:avLst/>
          </a:prstGeom>
        </p:spPr>
        <p:txBody>
          <a:bodyPr lIns="0" tIns="0" rIns="0" bIns="0"/>
          <a:lstStyle>
            <a:lvl1pPr marL="179172" marR="0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639" algn="ctr"/>
              </a:tabLst>
              <a:defRPr sz="1797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630" marR="0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639" algn="ctr"/>
              </a:tabLst>
              <a:defRPr sz="1597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9184" marR="0" indent="0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639" algn="ctr"/>
              </a:tabLst>
              <a:defRPr sz="12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220" indent="-170955">
              <a:buFont typeface="Arial" panose="020B0604020202020204" pitchFamily="34" charset="0"/>
              <a:buChar char="•"/>
              <a:tabLst>
                <a:tab pos="1206971" algn="ctr"/>
              </a:tabLst>
              <a:defRPr sz="1296" baseline="0"/>
            </a:lvl4pPr>
            <a:lvl5pPr marL="525220" indent="-170955">
              <a:buFont typeface="Arial" panose="020B0604020202020204" pitchFamily="34" charset="0"/>
              <a:buChar char="•"/>
              <a:tabLst>
                <a:tab pos="1206971" algn="ctr"/>
              </a:tabLst>
              <a:defRPr sz="1296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2277" y="348791"/>
            <a:ext cx="11265817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97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4" name="Group 46"/>
          <p:cNvGrpSpPr>
            <a:grpSpLocks noChangeAspect="1"/>
          </p:cNvGrpSpPr>
          <p:nvPr userDrawn="1"/>
        </p:nvGrpSpPr>
        <p:grpSpPr>
          <a:xfrm>
            <a:off x="12295786" y="2625395"/>
            <a:ext cx="1963324" cy="4233515"/>
            <a:chOff x="5343883" y="-48857"/>
            <a:chExt cx="3263588" cy="7037279"/>
          </a:xfrm>
        </p:grpSpPr>
        <p:sp>
          <p:nvSpPr>
            <p:cNvPr id="7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8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381"/>
              <a:r>
                <a:rPr kumimoji="1" lang="zh-CN" altLang="en-US" sz="800">
                  <a:solidFill>
                    <a:srgbClr val="1B1B1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公司辅助色</a:t>
              </a:r>
              <a:endParaRPr kumimoji="1" lang="zh-CN" altLang="en-US" sz="800" dirty="0">
                <a:solidFill>
                  <a:srgbClr val="1B1B1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10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11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12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13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381"/>
              <a:r>
                <a:rPr kumimoji="1" lang="zh-CN" altLang="en-US" sz="800">
                  <a:solidFill>
                    <a:srgbClr val="1B1B1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公司色</a:t>
              </a:r>
              <a:endParaRPr kumimoji="1" lang="zh-CN" altLang="en-US" sz="800" dirty="0">
                <a:solidFill>
                  <a:srgbClr val="1B1B1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17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8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9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20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21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22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23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24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25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26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1B1B18"/>
                </a:solidFill>
                <a:latin typeface="Arial" panose="020B0604020202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28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34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1B1B18"/>
                </a:solidFill>
                <a:latin typeface="Arial" panose="020B0604020202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6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37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42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43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45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46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540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="" xmlns:p15="http://schemas.microsoft.com/office/powerpoint/2012/main">
        <p15:guide id="1" pos="3841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03">
          <p15:clr>
            <a:srgbClr val="FBAE40"/>
          </p15:clr>
        </p15:guide>
        <p15:guide id="4" pos="7380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5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5"/>
            <a:ext cx="10740640" cy="9934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48" indent="0" algn="ctr">
              <a:buNone/>
              <a:defRPr sz="2597"/>
            </a:lvl2pPr>
            <a:lvl3pPr marL="1187293" indent="0" algn="ctr">
              <a:buNone/>
              <a:defRPr sz="2337"/>
            </a:lvl3pPr>
            <a:lvl4pPr marL="1780942" indent="0" algn="ctr">
              <a:buNone/>
              <a:defRPr sz="2079"/>
            </a:lvl4pPr>
            <a:lvl5pPr marL="2374589" indent="0" algn="ctr">
              <a:buNone/>
              <a:defRPr sz="2079"/>
            </a:lvl5pPr>
            <a:lvl6pPr marL="2968235" indent="0" algn="ctr">
              <a:buNone/>
              <a:defRPr sz="2079"/>
            </a:lvl6pPr>
            <a:lvl7pPr marL="3561882" indent="0" algn="ctr">
              <a:buNone/>
              <a:defRPr sz="2079"/>
            </a:lvl7pPr>
            <a:lvl8pPr marL="4155531" indent="0" algn="ctr">
              <a:buNone/>
              <a:defRPr sz="2079"/>
            </a:lvl8pPr>
            <a:lvl9pPr marL="4749176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9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68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906" algn="ctr"/>
              </a:tabLst>
              <a:defRPr sz="1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627" indent="-171086">
              <a:buFont typeface="Arial" panose="020B0604020202020204" pitchFamily="34" charset="0"/>
              <a:buChar char="•"/>
              <a:tabLst>
                <a:tab pos="1207906" algn="ctr"/>
              </a:tabLst>
              <a:defRPr sz="1299" baseline="0"/>
            </a:lvl2pPr>
            <a:lvl3pPr marL="525627" indent="-171086">
              <a:buFont typeface="Arial" panose="020B0604020202020204" pitchFamily="34" charset="0"/>
              <a:buChar char="•"/>
              <a:tabLst>
                <a:tab pos="1207906" algn="ctr"/>
              </a:tabLst>
              <a:defRPr sz="1299" baseline="0"/>
            </a:lvl3pPr>
            <a:lvl4pPr marL="525627" indent="-171086">
              <a:buFont typeface="Arial" panose="020B0604020202020204" pitchFamily="34" charset="0"/>
              <a:buChar char="•"/>
              <a:tabLst>
                <a:tab pos="1207906" algn="ctr"/>
              </a:tabLst>
              <a:defRPr sz="1299" baseline="0"/>
            </a:lvl4pPr>
            <a:lvl5pPr marL="525627" indent="-171086">
              <a:buFont typeface="Arial" panose="020B0604020202020204" pitchFamily="34" charset="0"/>
              <a:buChar char="•"/>
              <a:tabLst>
                <a:tab pos="1207906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563346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6928598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318137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64078949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模板刷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2833" y="520852"/>
            <a:ext cx="11034000" cy="54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914217" rtl="0" eaLnBrk="1" fontAlgn="base" latinLnBrk="0" hangingPunct="1">
              <a:lnSpc>
                <a:spcPts val="3428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None/>
              <a:defRPr lang="en-US" sz="2798" b="1" kern="0" dirty="0">
                <a:solidFill>
                  <a:srgbClr val="C00000"/>
                </a:solidFill>
                <a:latin typeface="Huawei Sans" panose="020B0604020202020204"/>
                <a:ea typeface="微软雅黑"/>
                <a:cs typeface="+mn-ea"/>
              </a:defRPr>
            </a:lvl1pPr>
            <a:lvl2pPr marL="593705" indent="0" algn="ctr">
              <a:buNone/>
              <a:defRPr sz="2598"/>
            </a:lvl2pPr>
            <a:lvl3pPr marL="1187412" indent="0" algn="ctr">
              <a:buNone/>
              <a:defRPr sz="2336"/>
            </a:lvl3pPr>
            <a:lvl4pPr marL="1781121" indent="0" algn="ctr">
              <a:buNone/>
              <a:defRPr sz="2080"/>
            </a:lvl4pPr>
            <a:lvl5pPr marL="2374828" indent="0" algn="ctr">
              <a:buNone/>
              <a:defRPr sz="2080"/>
            </a:lvl5pPr>
            <a:lvl6pPr marL="2968531" indent="0" algn="ctr">
              <a:buNone/>
              <a:defRPr sz="2080"/>
            </a:lvl6pPr>
            <a:lvl7pPr marL="3562237" indent="0" algn="ctr">
              <a:buNone/>
              <a:defRPr sz="2080"/>
            </a:lvl7pPr>
            <a:lvl8pPr marL="4155945" indent="0" algn="ctr">
              <a:buNone/>
              <a:defRPr sz="2080"/>
            </a:lvl8pPr>
            <a:lvl9pPr marL="474965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192440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="1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259265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706542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09010" y="170349"/>
            <a:ext cx="11235233" cy="935887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21822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97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6509954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35500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903010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17366637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5" y="1244339"/>
            <a:ext cx="11265816" cy="4958996"/>
          </a:xfrm>
          <a:prstGeom prst="rect">
            <a:avLst/>
          </a:prstGeom>
        </p:spPr>
        <p:txBody>
          <a:bodyPr lIns="0" tIns="0" rIns="0" bIns="0"/>
          <a:lstStyle>
            <a:lvl1pPr marL="179172" marR="0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639" algn="ctr"/>
              </a:tabLst>
              <a:defRPr sz="1797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630" marR="0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639" algn="ctr"/>
              </a:tabLst>
              <a:defRPr sz="1597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9184" marR="0" indent="0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639" algn="ctr"/>
              </a:tabLst>
              <a:defRPr sz="12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220" indent="-170955">
              <a:buFont typeface="Arial" panose="020B0604020202020204" pitchFamily="34" charset="0"/>
              <a:buChar char="•"/>
              <a:tabLst>
                <a:tab pos="1206971" algn="ctr"/>
              </a:tabLst>
              <a:defRPr sz="1296" baseline="0"/>
            </a:lvl4pPr>
            <a:lvl5pPr marL="525220" indent="-170955">
              <a:buFont typeface="Arial" panose="020B0604020202020204" pitchFamily="34" charset="0"/>
              <a:buChar char="•"/>
              <a:tabLst>
                <a:tab pos="1206971" algn="ctr"/>
              </a:tabLst>
              <a:defRPr sz="1296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2277" y="348791"/>
            <a:ext cx="11265817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97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4" name="Group 46"/>
          <p:cNvGrpSpPr>
            <a:grpSpLocks noChangeAspect="1"/>
          </p:cNvGrpSpPr>
          <p:nvPr userDrawn="1"/>
        </p:nvGrpSpPr>
        <p:grpSpPr>
          <a:xfrm>
            <a:off x="12295786" y="2625395"/>
            <a:ext cx="1963324" cy="4233515"/>
            <a:chOff x="5343883" y="-48857"/>
            <a:chExt cx="3263588" cy="7037279"/>
          </a:xfrm>
        </p:grpSpPr>
        <p:sp>
          <p:nvSpPr>
            <p:cNvPr id="7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8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381"/>
              <a:r>
                <a:rPr kumimoji="1" lang="zh-CN" altLang="en-US" sz="800">
                  <a:solidFill>
                    <a:srgbClr val="1B1B18"/>
                  </a:solidFill>
                  <a:cs typeface="Arial" panose="020B0604020202020204" pitchFamily="34" charset="0"/>
                </a:rPr>
                <a:t>公司辅助色</a:t>
              </a:r>
              <a:endParaRPr kumimoji="1" lang="zh-CN" altLang="en-US" sz="800" dirty="0">
                <a:solidFill>
                  <a:srgbClr val="1B1B1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10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11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12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13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185C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381"/>
              <a:r>
                <a:rPr kumimoji="1" lang="zh-CN" altLang="en-US" sz="800">
                  <a:solidFill>
                    <a:srgbClr val="1B1B18"/>
                  </a:solidFill>
                  <a:cs typeface="Arial" panose="020B0604020202020204" pitchFamily="34" charset="0"/>
                </a:rPr>
                <a:t>公司色</a:t>
              </a:r>
              <a:endParaRPr kumimoji="1" lang="zh-CN" altLang="en-US" sz="800" dirty="0">
                <a:solidFill>
                  <a:srgbClr val="1B1B1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186C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17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8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9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20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21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22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23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24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25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26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8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34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36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37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42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43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45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46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6113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="" xmlns:p15="http://schemas.microsoft.com/office/powerpoint/2012/main">
        <p15:guide id="1" pos="3841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03">
          <p15:clr>
            <a:srgbClr val="FBAE40"/>
          </p15:clr>
        </p15:guide>
        <p15:guide id="4" pos="7380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630" y="468677"/>
            <a:ext cx="11377506" cy="10422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81" y="1599829"/>
            <a:ext cx="10977404" cy="452650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623864"/>
      </p:ext>
    </p:extLst>
  </p:cSld>
  <p:clrMapOvr>
    <a:masterClrMapping/>
  </p:clrMapOvr>
  <p:transition spd="med" advClick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79100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9777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5" y="1244339"/>
            <a:ext cx="11265816" cy="4958996"/>
          </a:xfrm>
          <a:prstGeom prst="rect">
            <a:avLst/>
          </a:prstGeom>
        </p:spPr>
        <p:txBody>
          <a:bodyPr lIns="0" tIns="0" rIns="0" bIns="0"/>
          <a:lstStyle>
            <a:lvl1pPr marL="179100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156" algn="ctr"/>
              </a:tabLst>
              <a:defRPr sz="1796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499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156" algn="ctr"/>
              </a:tabLst>
              <a:defRPr sz="15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8812" marR="0" indent="0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156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4pPr>
            <a:lvl5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2278" y="348791"/>
            <a:ext cx="11265817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96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4" name="Group 46"/>
          <p:cNvGrpSpPr>
            <a:grpSpLocks noChangeAspect="1"/>
          </p:cNvGrpSpPr>
          <p:nvPr userDrawn="1"/>
        </p:nvGrpSpPr>
        <p:grpSpPr>
          <a:xfrm>
            <a:off x="12295786" y="2625397"/>
            <a:ext cx="1963324" cy="4233515"/>
            <a:chOff x="5343883" y="-48857"/>
            <a:chExt cx="3263588" cy="7037279"/>
          </a:xfrm>
        </p:grpSpPr>
        <p:sp>
          <p:nvSpPr>
            <p:cNvPr id="7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8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cs typeface="Arial" panose="020B0604020202020204" pitchFamily="34" charset="0"/>
                </a:rPr>
                <a:t>公司辅助色</a:t>
              </a:r>
              <a:endParaRPr kumimoji="1" lang="zh-CN" altLang="en-US" sz="800" dirty="0">
                <a:solidFill>
                  <a:srgbClr val="1B1B1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10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11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12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13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185C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cs typeface="Arial" panose="020B0604020202020204" pitchFamily="34" charset="0"/>
                </a:rPr>
                <a:t>公司色</a:t>
              </a:r>
              <a:endParaRPr kumimoji="1" lang="zh-CN" altLang="en-US" sz="800" dirty="0">
                <a:solidFill>
                  <a:srgbClr val="1B1B1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186C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17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8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9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20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21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22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23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24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25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26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8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34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36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37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42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43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45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46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88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="" xmlns:p15="http://schemas.microsoft.com/office/powerpoint/2012/main">
        <p15:guide id="1" pos="3841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03">
          <p15:clr>
            <a:srgbClr val="FBAE40"/>
          </p15:clr>
        </p15:guide>
        <p15:guide id="4" pos="7380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8579862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21359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5" y="1244339"/>
            <a:ext cx="11265816" cy="4958996"/>
          </a:xfrm>
          <a:prstGeom prst="rect">
            <a:avLst/>
          </a:prstGeom>
        </p:spPr>
        <p:txBody>
          <a:bodyPr lIns="0" tIns="0" rIns="0" bIns="0"/>
          <a:lstStyle>
            <a:lvl1pPr marL="179100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156" algn="ctr"/>
              </a:tabLst>
              <a:defRPr sz="1796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499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156" algn="ctr"/>
              </a:tabLst>
              <a:defRPr sz="15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8812" marR="0" indent="0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156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4pPr>
            <a:lvl5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2278" y="348791"/>
            <a:ext cx="11265817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96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4" name="Group 46"/>
          <p:cNvGrpSpPr>
            <a:grpSpLocks noChangeAspect="1"/>
          </p:cNvGrpSpPr>
          <p:nvPr userDrawn="1"/>
        </p:nvGrpSpPr>
        <p:grpSpPr>
          <a:xfrm>
            <a:off x="12295786" y="2625397"/>
            <a:ext cx="1963324" cy="4233515"/>
            <a:chOff x="5343883" y="-48857"/>
            <a:chExt cx="3263588" cy="7037279"/>
          </a:xfrm>
        </p:grpSpPr>
        <p:sp>
          <p:nvSpPr>
            <p:cNvPr id="7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8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cs typeface="Arial" panose="020B0604020202020204" pitchFamily="34" charset="0"/>
                </a:rPr>
                <a:t>公司辅助色</a:t>
              </a:r>
              <a:endParaRPr kumimoji="1" lang="zh-CN" altLang="en-US" sz="800" dirty="0">
                <a:solidFill>
                  <a:srgbClr val="1B1B1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10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11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12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13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185C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cs typeface="Arial" panose="020B0604020202020204" pitchFamily="34" charset="0"/>
                </a:rPr>
                <a:t>公司色</a:t>
              </a:r>
              <a:endParaRPr kumimoji="1" lang="zh-CN" altLang="en-US" sz="800" dirty="0">
                <a:solidFill>
                  <a:srgbClr val="1B1B1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186C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17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8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9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20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21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22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23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24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25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26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8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34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36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37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42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43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45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46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229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="" xmlns:p15="http://schemas.microsoft.com/office/powerpoint/2012/main">
        <p15:guide id="1" pos="3841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03">
          <p15:clr>
            <a:srgbClr val="FBAE40"/>
          </p15:clr>
        </p15:guide>
        <p15:guide id="4" pos="7380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3633419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631" y="468677"/>
            <a:ext cx="11377506" cy="10422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82" y="1599829"/>
            <a:ext cx="10977404" cy="452650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21608789"/>
      </p:ext>
    </p:extLst>
  </p:cSld>
  <p:clrMapOvr>
    <a:masterClrMapping/>
  </p:clrMapOvr>
  <p:transition spd="med" advClick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39764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449955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5" y="1244339"/>
            <a:ext cx="11265816" cy="4958996"/>
          </a:xfrm>
          <a:prstGeom prst="rect">
            <a:avLst/>
          </a:prstGeom>
        </p:spPr>
        <p:txBody>
          <a:bodyPr lIns="0" tIns="0" rIns="0" bIns="0"/>
          <a:lstStyle>
            <a:lvl1pPr marL="179100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156" algn="ctr"/>
              </a:tabLst>
              <a:defRPr sz="1796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499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156" algn="ctr"/>
              </a:tabLst>
              <a:defRPr sz="15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8812" marR="0" indent="0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156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4pPr>
            <a:lvl5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2278" y="348791"/>
            <a:ext cx="11265817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96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4" name="Group 46"/>
          <p:cNvGrpSpPr>
            <a:grpSpLocks noChangeAspect="1"/>
          </p:cNvGrpSpPr>
          <p:nvPr userDrawn="1"/>
        </p:nvGrpSpPr>
        <p:grpSpPr>
          <a:xfrm>
            <a:off x="12295786" y="2625397"/>
            <a:ext cx="1963324" cy="4233515"/>
            <a:chOff x="5343883" y="-48857"/>
            <a:chExt cx="3263588" cy="7037279"/>
          </a:xfrm>
        </p:grpSpPr>
        <p:sp>
          <p:nvSpPr>
            <p:cNvPr id="7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8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cs typeface="Arial" panose="020B0604020202020204" pitchFamily="34" charset="0"/>
                </a:rPr>
                <a:t>公司辅助色</a:t>
              </a:r>
              <a:endParaRPr kumimoji="1" lang="zh-CN" altLang="en-US" sz="800" dirty="0">
                <a:solidFill>
                  <a:srgbClr val="1B1B1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10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11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12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13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185C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cs typeface="Arial" panose="020B0604020202020204" pitchFamily="34" charset="0"/>
                </a:rPr>
                <a:t>公司色</a:t>
              </a:r>
              <a:endParaRPr kumimoji="1" lang="zh-CN" altLang="en-US" sz="800" dirty="0">
                <a:solidFill>
                  <a:srgbClr val="1B1B1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186C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17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8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9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20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21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22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23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24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25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26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8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34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36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37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42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43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45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46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9734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="" xmlns:p15="http://schemas.microsoft.com/office/powerpoint/2012/main">
        <p15:guide id="1" pos="3841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03">
          <p15:clr>
            <a:srgbClr val="FBAE40"/>
          </p15:clr>
        </p15:guide>
        <p15:guide id="4" pos="7380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8163374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631" y="468677"/>
            <a:ext cx="11377506" cy="10422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82" y="1599829"/>
            <a:ext cx="10977404" cy="452650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81555262"/>
      </p:ext>
    </p:extLst>
  </p:cSld>
  <p:clrMapOvr>
    <a:masterClrMapping/>
  </p:clrMapOvr>
  <p:transition spd="med" advClick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619815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96610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487704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5" y="1244339"/>
            <a:ext cx="11265816" cy="4958996"/>
          </a:xfrm>
          <a:prstGeom prst="rect">
            <a:avLst/>
          </a:prstGeom>
        </p:spPr>
        <p:txBody>
          <a:bodyPr lIns="0" tIns="0" rIns="0" bIns="0"/>
          <a:lstStyle>
            <a:lvl1pPr marL="179100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156" algn="ctr"/>
              </a:tabLst>
              <a:defRPr sz="1796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499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156" algn="ctr"/>
              </a:tabLst>
              <a:defRPr sz="15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8812" marR="0" indent="0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156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4pPr>
            <a:lvl5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2278" y="348791"/>
            <a:ext cx="11265817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96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4" name="Group 46"/>
          <p:cNvGrpSpPr>
            <a:grpSpLocks noChangeAspect="1"/>
          </p:cNvGrpSpPr>
          <p:nvPr userDrawn="1"/>
        </p:nvGrpSpPr>
        <p:grpSpPr>
          <a:xfrm>
            <a:off x="12295786" y="2625397"/>
            <a:ext cx="1963324" cy="4233515"/>
            <a:chOff x="5343883" y="-48857"/>
            <a:chExt cx="3263588" cy="7037279"/>
          </a:xfrm>
        </p:grpSpPr>
        <p:sp>
          <p:nvSpPr>
            <p:cNvPr id="7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8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latin typeface="Arial"/>
                  <a:cs typeface="Arial" panose="020B0604020202020204" pitchFamily="34" charset="0"/>
                </a:rPr>
                <a:t>公司辅助色</a:t>
              </a:r>
              <a:endParaRPr kumimoji="1" lang="zh-CN" altLang="en-US" sz="800" dirty="0">
                <a:solidFill>
                  <a:srgbClr val="1B1B18"/>
                </a:solidFill>
                <a:latin typeface="Arial"/>
                <a:cs typeface="Arial" panose="020B0604020202020204" pitchFamily="34" charset="0"/>
              </a:endParaRPr>
            </a:p>
          </p:txBody>
        </p:sp>
        <p:sp>
          <p:nvSpPr>
            <p:cNvPr id="9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10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11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12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13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185C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latin typeface="Arial"/>
                  <a:cs typeface="Arial" panose="020B0604020202020204" pitchFamily="34" charset="0"/>
                </a:rPr>
                <a:t>公司色</a:t>
              </a:r>
              <a:endParaRPr kumimoji="1" lang="zh-CN" altLang="en-US" sz="800" dirty="0">
                <a:solidFill>
                  <a:srgbClr val="1B1B18"/>
                </a:solidFill>
                <a:latin typeface="Arial"/>
                <a:cs typeface="Arial" panose="020B0604020202020204" pitchFamily="34" charset="0"/>
              </a:endParaRPr>
            </a:p>
          </p:txBody>
        </p:sp>
        <p:sp>
          <p:nvSpPr>
            <p:cNvPr id="16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186C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17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8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9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20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21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22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23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24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25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26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8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34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36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37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42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43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45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46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4350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="" xmlns:p15="http://schemas.microsoft.com/office/powerpoint/2012/main">
        <p15:guide id="1" pos="3841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03">
          <p15:clr>
            <a:srgbClr val="FBAE40"/>
          </p15:clr>
        </p15:guide>
        <p15:guide id="4" pos="7380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5678127"/>
      </p:ext>
    </p:extLst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631" y="468677"/>
            <a:ext cx="11377506" cy="10422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82" y="1599829"/>
            <a:ext cx="10977404" cy="452650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38238081"/>
      </p:ext>
    </p:extLst>
  </p:cSld>
  <p:clrMapOvr>
    <a:masterClrMapping/>
  </p:clrMapOvr>
  <p:transition spd="med" advClick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936514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114930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91950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5" y="1244339"/>
            <a:ext cx="11265816" cy="4958996"/>
          </a:xfrm>
          <a:prstGeom prst="rect">
            <a:avLst/>
          </a:prstGeom>
        </p:spPr>
        <p:txBody>
          <a:bodyPr lIns="0" tIns="0" rIns="0" bIns="0"/>
          <a:lstStyle>
            <a:lvl1pPr marL="179100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156" algn="ctr"/>
              </a:tabLst>
              <a:defRPr sz="1796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499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156" algn="ctr"/>
              </a:tabLst>
              <a:defRPr sz="15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8812" marR="0" indent="0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156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4pPr>
            <a:lvl5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2278" y="348791"/>
            <a:ext cx="11265817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96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4" name="Group 46"/>
          <p:cNvGrpSpPr>
            <a:grpSpLocks noChangeAspect="1"/>
          </p:cNvGrpSpPr>
          <p:nvPr userDrawn="1"/>
        </p:nvGrpSpPr>
        <p:grpSpPr>
          <a:xfrm>
            <a:off x="12295786" y="2625397"/>
            <a:ext cx="1963324" cy="4233515"/>
            <a:chOff x="5343883" y="-48857"/>
            <a:chExt cx="3263588" cy="7037279"/>
          </a:xfrm>
        </p:grpSpPr>
        <p:sp>
          <p:nvSpPr>
            <p:cNvPr id="7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8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公司辅助色</a:t>
              </a:r>
              <a:endParaRPr kumimoji="1" lang="zh-CN" altLang="en-US" sz="800" dirty="0">
                <a:solidFill>
                  <a:srgbClr val="1B1B1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10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11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12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13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公司色</a:t>
              </a:r>
              <a:endParaRPr kumimoji="1" lang="zh-CN" altLang="en-US" sz="800" dirty="0">
                <a:solidFill>
                  <a:srgbClr val="1B1B1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17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8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9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20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21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22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23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24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25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26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1B1B18"/>
                </a:solidFill>
                <a:latin typeface="Arial" panose="020B0604020202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28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34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1B1B18"/>
                </a:solidFill>
                <a:latin typeface="Arial" panose="020B0604020202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6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37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42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43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45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46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2843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="" xmlns:p15="http://schemas.microsoft.com/office/powerpoint/2012/main">
        <p15:guide id="1" pos="3841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03">
          <p15:clr>
            <a:srgbClr val="FBAE40"/>
          </p15:clr>
        </p15:guide>
        <p15:guide id="4" pos="7380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9527635"/>
      </p:ext>
    </p:extLst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631" y="468677"/>
            <a:ext cx="11377506" cy="10422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82" y="1599829"/>
            <a:ext cx="10977404" cy="452650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153126042"/>
      </p:ext>
    </p:extLst>
  </p:cSld>
  <p:clrMapOvr>
    <a:masterClrMapping/>
  </p:clrMapOvr>
  <p:transition spd="med" advClick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302505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968452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333714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5" y="1244339"/>
            <a:ext cx="11265816" cy="4958996"/>
          </a:xfrm>
          <a:prstGeom prst="rect">
            <a:avLst/>
          </a:prstGeom>
        </p:spPr>
        <p:txBody>
          <a:bodyPr lIns="0" tIns="0" rIns="0" bIns="0"/>
          <a:lstStyle>
            <a:lvl1pPr marL="179100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156" algn="ctr"/>
              </a:tabLst>
              <a:defRPr sz="1796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499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156" algn="ctr"/>
              </a:tabLst>
              <a:defRPr sz="15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8812" marR="0" indent="0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156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4pPr>
            <a:lvl5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2278" y="348791"/>
            <a:ext cx="11265817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96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186729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="" xmlns:p15="http://schemas.microsoft.com/office/powerpoint/2012/main">
        <p15:guide id="1" pos="3841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03">
          <p15:clr>
            <a:srgbClr val="FBAE40"/>
          </p15:clr>
        </p15:guide>
        <p15:guide id="4" pos="7380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5727944"/>
      </p:ext>
    </p:extLst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631" y="468677"/>
            <a:ext cx="11377506" cy="10422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82" y="1599829"/>
            <a:ext cx="10977404" cy="452650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59620418"/>
      </p:ext>
    </p:extLst>
  </p:cSld>
  <p:clrMapOvr>
    <a:masterClrMapping/>
  </p:clrMapOvr>
  <p:transition spd="med" advClick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417198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01951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926153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5" y="1244339"/>
            <a:ext cx="11265816" cy="4958996"/>
          </a:xfrm>
          <a:prstGeom prst="rect">
            <a:avLst/>
          </a:prstGeom>
        </p:spPr>
        <p:txBody>
          <a:bodyPr lIns="0" tIns="0" rIns="0" bIns="0"/>
          <a:lstStyle>
            <a:lvl1pPr marL="179100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156" algn="ctr"/>
              </a:tabLst>
              <a:defRPr sz="1796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499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156" algn="ctr"/>
              </a:tabLst>
              <a:defRPr sz="15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8812" marR="0" indent="0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156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4pPr>
            <a:lvl5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2278" y="348791"/>
            <a:ext cx="11265817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96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21005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="" xmlns:p15="http://schemas.microsoft.com/office/powerpoint/2012/main">
        <p15:guide id="1" pos="3841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03">
          <p15:clr>
            <a:srgbClr val="FBAE40"/>
          </p15:clr>
        </p15:guide>
        <p15:guide id="4" pos="7380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405483"/>
      </p:ext>
    </p:extLst>
  </p:cSld>
  <p:clrMapOvr>
    <a:masterClrMapping/>
  </p:clrMapOvr>
  <p:transition spd="med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631" y="468677"/>
            <a:ext cx="11377506" cy="10422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82" y="1599829"/>
            <a:ext cx="10977404" cy="452650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04634738"/>
      </p:ext>
    </p:extLst>
  </p:cSld>
  <p:clrMapOvr>
    <a:masterClrMapping/>
  </p:clrMapOvr>
  <p:transition spd="med" advClick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198680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654440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31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425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4" indent="0" algn="ctr">
              <a:buNone/>
              <a:defRPr sz="2077"/>
            </a:lvl4pPr>
            <a:lvl5pPr marL="2373698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3" y="151287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244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 sz="17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762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122" algn="ctr"/>
              </a:tabLst>
              <a:defRPr sz="1598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7697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122" algn="ctr"/>
              </a:tabLst>
              <a:defRPr sz="1297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4pPr>
            <a:lvl5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762" marR="0" lvl="1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697" marR="0" lvl="2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697" marR="0" lvl="2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43801908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528" y="365128"/>
            <a:ext cx="10519708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1654972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740775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7"/>
              </a:lnSpc>
              <a:spcBef>
                <a:spcPts val="0"/>
              </a:spcBef>
              <a:buNone/>
              <a:defRPr sz="3197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248" indent="0" algn="ctr">
              <a:buNone/>
              <a:defRPr sz="2595"/>
            </a:lvl2pPr>
            <a:lvl3pPr marL="1186491" indent="0" algn="ctr">
              <a:buNone/>
              <a:defRPr sz="2336"/>
            </a:lvl3pPr>
            <a:lvl4pPr marL="1779741" indent="0" algn="ctr">
              <a:buNone/>
              <a:defRPr sz="2077"/>
            </a:lvl4pPr>
            <a:lvl5pPr marL="2372985" indent="0" algn="ctr">
              <a:buNone/>
              <a:defRPr sz="2077"/>
            </a:lvl5pPr>
            <a:lvl6pPr marL="2966232" indent="0" algn="ctr">
              <a:buNone/>
              <a:defRPr sz="2077"/>
            </a:lvl6pPr>
            <a:lvl7pPr marL="3559478" indent="0" algn="ctr">
              <a:buNone/>
              <a:defRPr sz="2077"/>
            </a:lvl7pPr>
            <a:lvl8pPr marL="4152726" indent="0" algn="ctr">
              <a:buNone/>
              <a:defRPr sz="2077"/>
            </a:lvl8pPr>
            <a:lvl9pPr marL="4745971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10" y="1501994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60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091" algn="ctr"/>
              </a:tabLst>
              <a:defRPr sz="17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272" indent="-170972">
              <a:buFont typeface="Arial" panose="020B0604020202020204" pitchFamily="34" charset="0"/>
              <a:buChar char="•"/>
              <a:tabLst>
                <a:tab pos="1207091" algn="ctr"/>
              </a:tabLst>
              <a:defRPr sz="1297" baseline="0"/>
            </a:lvl2pPr>
            <a:lvl3pPr marL="525272" indent="-170972">
              <a:buFont typeface="Arial" panose="020B0604020202020204" pitchFamily="34" charset="0"/>
              <a:buChar char="•"/>
              <a:tabLst>
                <a:tab pos="1207091" algn="ctr"/>
              </a:tabLst>
              <a:defRPr sz="1297" baseline="0"/>
            </a:lvl3pPr>
            <a:lvl4pPr marL="525272" indent="-170972">
              <a:buFont typeface="Arial" panose="020B0604020202020204" pitchFamily="34" charset="0"/>
              <a:buChar char="•"/>
              <a:tabLst>
                <a:tab pos="1207091" algn="ctr"/>
              </a:tabLst>
              <a:defRPr sz="1297" baseline="0"/>
            </a:lvl4pPr>
            <a:lvl5pPr marL="525272" indent="-170972">
              <a:buFont typeface="Arial" panose="020B0604020202020204" pitchFamily="34" charset="0"/>
              <a:buChar char="•"/>
              <a:tabLst>
                <a:tab pos="1207091" algn="ctr"/>
              </a:tabLst>
              <a:defRPr sz="1297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911323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498596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425105" y="932661"/>
            <a:ext cx="11346556" cy="3216257"/>
          </a:xfrm>
          <a:prstGeom prst="rect">
            <a:avLst/>
          </a:prstGeom>
        </p:spPr>
        <p:txBody>
          <a:bodyPr lIns="91404" tIns="45698" rIns="91404" bIns="45698">
            <a:normAutofit/>
          </a:bodyPr>
          <a:lstStyle>
            <a:lvl1pPr marL="0" marR="0" indent="0" algn="ctr" defTabSz="12181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3297" baseline="0">
                <a:solidFill>
                  <a:schemeClr val="tx1"/>
                </a:solidFill>
                <a:latin typeface="方正兰亭细黑_GBK" pitchFamily="2" charset="-122"/>
                <a:ea typeface="方正兰亭细黑_GBK" pitchFamily="2" charset="-122"/>
              </a:defRPr>
            </a:lvl1pPr>
            <a:lvl2pPr marL="609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1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2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6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53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4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35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2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华为方正兰亭细黑 </a:t>
            </a:r>
            <a:r>
              <a:rPr lang="en-US" altLang="zh-CN" dirty="0"/>
              <a:t>35pt </a:t>
            </a:r>
            <a:r>
              <a:rPr lang="zh-CN" altLang="en-US" dirty="0"/>
              <a:t>，居中，最多两行</a:t>
            </a:r>
          </a:p>
        </p:txBody>
      </p:sp>
    </p:spTree>
    <p:extLst>
      <p:ext uri="{BB962C8B-B14F-4D97-AF65-F5344CB8AC3E}">
        <p14:creationId xmlns:p14="http://schemas.microsoft.com/office/powerpoint/2010/main" val="540742655"/>
      </p:ext>
    </p:extLst>
  </p:cSld>
  <p:clrMapOvr>
    <a:masterClrMapping/>
  </p:clrMapOvr>
  <p:transition advClick="0">
    <p:fade thruBlk="1"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自定义预设 3备份 3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3025" y="-69215"/>
            <a:ext cx="12343130" cy="699706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5"/>
            <a:ext cx="10740640" cy="54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2398" b="1" baseline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251" indent="0" algn="ctr">
              <a:buNone/>
              <a:defRPr sz="2593"/>
            </a:lvl2pPr>
            <a:lvl3pPr marL="1186500" indent="0" algn="ctr">
              <a:buNone/>
              <a:defRPr sz="2333"/>
            </a:lvl3pPr>
            <a:lvl4pPr marL="1779751" indent="0" algn="ctr">
              <a:buNone/>
              <a:defRPr sz="2078"/>
            </a:lvl4pPr>
            <a:lvl5pPr marL="2373000" indent="0" algn="ctr">
              <a:buNone/>
              <a:defRPr sz="2078"/>
            </a:lvl5pPr>
            <a:lvl6pPr marL="2965616" indent="0" algn="ctr">
              <a:buNone/>
              <a:defRPr sz="2078"/>
            </a:lvl6pPr>
            <a:lvl7pPr marL="3558866" indent="0" algn="ctr">
              <a:buNone/>
              <a:defRPr sz="2078"/>
            </a:lvl7pPr>
            <a:lvl8pPr marL="4152116" indent="0" algn="ctr">
              <a:buNone/>
              <a:defRPr sz="2078"/>
            </a:lvl8pPr>
            <a:lvl9pPr marL="4745366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27590" y="1484317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354681" indent="-342626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tabLst>
                <a:tab pos="1206804" algn="ctr"/>
              </a:tabLst>
              <a:defRPr sz="1398" baseline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360" indent="-170679">
              <a:lnSpc>
                <a:spcPct val="150000"/>
              </a:lnSpc>
              <a:buFont typeface="Wingdings" panose="05000000000000000000" pitchFamily="2" charset="2"/>
              <a:buChar char="p"/>
              <a:tabLst>
                <a:tab pos="1206804" algn="ctr"/>
              </a:tabLst>
              <a:defRPr sz="1100" baseline="0">
                <a:solidFill>
                  <a:schemeClr val="tx2"/>
                </a:solidFill>
              </a:defRPr>
            </a:lvl2pPr>
            <a:lvl3pPr marL="525360" indent="-170679">
              <a:buFont typeface="Arial" panose="020B0604020202020204" pitchFamily="34" charset="0"/>
              <a:buChar char="•"/>
              <a:tabLst>
                <a:tab pos="1206804" algn="ctr"/>
              </a:tabLst>
              <a:defRPr sz="1298" baseline="0"/>
            </a:lvl3pPr>
            <a:lvl4pPr marL="525360" indent="-170679">
              <a:buFont typeface="Arial" panose="020B0604020202020204" pitchFamily="34" charset="0"/>
              <a:buChar char="•"/>
              <a:tabLst>
                <a:tab pos="1206804" algn="ctr"/>
              </a:tabLst>
              <a:defRPr sz="1298" baseline="0"/>
            </a:lvl4pPr>
            <a:lvl5pPr marL="525360" indent="-170679">
              <a:buFont typeface="Arial" panose="020B0604020202020204" pitchFamily="34" charset="0"/>
              <a:buChar char="•"/>
              <a:tabLst>
                <a:tab pos="1206804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  <a:p>
            <a:pPr lvl="1"/>
            <a:endParaRPr lang="en-US" dirty="0"/>
          </a:p>
        </p:txBody>
      </p:sp>
      <p:sp>
        <p:nvSpPr>
          <p:cNvPr id="9" name="TextBox 2"/>
          <p:cNvSpPr txBox="1"/>
          <p:nvPr userDrawn="1"/>
        </p:nvSpPr>
        <p:spPr>
          <a:xfrm>
            <a:off x="1095469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10" name="TextBox 3"/>
          <p:cNvSpPr txBox="1"/>
          <p:nvPr userDrawn="1"/>
        </p:nvSpPr>
        <p:spPr>
          <a:xfrm>
            <a:off x="734133" y="6402810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89558">
              <a:defRPr/>
            </a:pPr>
            <a:fld id="{C3837181-38C6-AD4F-B8BA-B444770388BB}" type="slidenum">
              <a:rPr lang="en-US" sz="9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defTabSz="889558">
                <a:defRPr/>
              </a:pPr>
              <a:t>‹Nº›</a:t>
            </a:fld>
            <a:endParaRPr lang="en-US" sz="9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图片 10" descr="编组 12备份 5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8865" y="6353815"/>
            <a:ext cx="1386840" cy="3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4415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528" y="452213"/>
            <a:ext cx="10519708" cy="600075"/>
          </a:xfrm>
          <a:prstGeom prst="rect">
            <a:avLst/>
          </a:prstGeom>
        </p:spPr>
        <p:txBody>
          <a:bodyPr/>
          <a:lstStyle>
            <a:lvl1pPr algn="ctr">
              <a:defRPr sz="2798" baseline="0">
                <a:solidFill>
                  <a:schemeClr val="bg1"/>
                </a:solidFill>
                <a:latin typeface="Huawei Sans Medium" panose="020C0603030203020204" pitchFamily="34" charset="0"/>
                <a:cs typeface="Huawei Sans Medium" panose="020C0603030203020204" pitchFamily="34" charset="0"/>
              </a:defRPr>
            </a:lvl1pPr>
          </a:lstStyle>
          <a:p>
            <a:r>
              <a:rPr lang="en-US" altLang="zh-CN" dirty="0"/>
              <a:t>Typeface: Huawei Sans Medium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528" y="2067834"/>
            <a:ext cx="10519708" cy="2155825"/>
          </a:xfrm>
          <a:prstGeom prst="rect">
            <a:avLst/>
          </a:prstGeom>
        </p:spPr>
        <p:txBody>
          <a:bodyPr/>
          <a:lstStyle>
            <a:lvl1pPr algn="ctr">
              <a:defRPr sz="1599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Typeface: Huawei Sans</a:t>
            </a:r>
          </a:p>
          <a:p>
            <a:pPr lvl="0"/>
            <a:r>
              <a:rPr lang="en-US" altLang="zh-CN" dirty="0"/>
              <a:t>Add Your Text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476683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1161" y="274637"/>
            <a:ext cx="10977404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1161" y="1600217"/>
            <a:ext cx="10977404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7911545" y="6402389"/>
            <a:ext cx="1409883" cy="11017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defTabSz="913723">
              <a:defRPr/>
            </a:pPr>
            <a:endParaRPr lang="en-GB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082959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5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7"/>
              </a:lnSpc>
              <a:spcBef>
                <a:spcPct val="0"/>
              </a:spcBef>
              <a:buNone/>
              <a:defRPr sz="31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411" indent="0" algn="ctr">
              <a:buNone/>
              <a:defRPr sz="2596"/>
            </a:lvl2pPr>
            <a:lvl3pPr marL="1186818" indent="0" algn="ctr">
              <a:buNone/>
              <a:defRPr sz="2336"/>
            </a:lvl3pPr>
            <a:lvl4pPr marL="1780230" indent="0" algn="ctr">
              <a:buNone/>
              <a:defRPr sz="2078"/>
            </a:lvl4pPr>
            <a:lvl5pPr marL="2373639" indent="0" algn="ctr">
              <a:buNone/>
              <a:defRPr sz="2078"/>
            </a:lvl5pPr>
            <a:lvl6pPr marL="2967048" indent="0" algn="ctr">
              <a:buNone/>
              <a:defRPr sz="2078"/>
            </a:lvl6pPr>
            <a:lvl7pPr marL="3560457" indent="0" algn="ctr">
              <a:buNone/>
              <a:defRPr sz="2078"/>
            </a:lvl7pPr>
            <a:lvl8pPr marL="4153869" indent="0" algn="ctr">
              <a:buNone/>
              <a:defRPr sz="2078"/>
            </a:lvl8pPr>
            <a:lvl9pPr marL="4747276" indent="0" algn="ctr">
              <a:buNone/>
              <a:defRPr sz="2078"/>
            </a:lvl9pPr>
          </a:lstStyle>
          <a:p>
            <a:r>
              <a:rPr lang="zh-CN" altLang="en-US"/>
              <a:t>单击此处添加标题</a:t>
            </a:r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10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63" indent="0">
              <a:lnSpc>
                <a:spcPct val="100000"/>
              </a:lnSpc>
              <a:spcBef>
                <a:spcPct val="0"/>
              </a:spcBef>
              <a:buFontTx/>
              <a:buNone/>
              <a:tabLst>
                <a:tab pos="1207423" algn="ctr"/>
              </a:tabLst>
              <a:defRPr sz="17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417" indent="-171018">
              <a:buFont typeface="Arial" panose="020B0604020202020204" pitchFamily="34" charset="0"/>
              <a:buChar char="•"/>
              <a:tabLst>
                <a:tab pos="1207423" algn="ctr"/>
              </a:tabLst>
              <a:defRPr sz="1298" baseline="0"/>
            </a:lvl2pPr>
            <a:lvl3pPr marL="525417" indent="-171018">
              <a:buFont typeface="Arial" panose="020B0604020202020204" pitchFamily="34" charset="0"/>
              <a:buChar char="•"/>
              <a:tabLst>
                <a:tab pos="1207423" algn="ctr"/>
              </a:tabLst>
              <a:defRPr sz="1298" baseline="0"/>
            </a:lvl3pPr>
            <a:lvl4pPr marL="525417" indent="-171018">
              <a:buFont typeface="Arial" panose="020B0604020202020204" pitchFamily="34" charset="0"/>
              <a:buChar char="•"/>
              <a:tabLst>
                <a:tab pos="1207423" algn="ctr"/>
              </a:tabLst>
              <a:defRPr sz="1298" baseline="0"/>
            </a:lvl4pPr>
            <a:lvl5pPr marL="525417" indent="-171018">
              <a:buFont typeface="Arial" panose="020B0604020202020204" pitchFamily="34" charset="0"/>
              <a:buChar char="•"/>
              <a:tabLst>
                <a:tab pos="1207423" algn="ctr"/>
              </a:tabLst>
              <a:defRPr sz="1298" baseline="0"/>
            </a:lvl5pPr>
          </a:lstStyle>
          <a:p>
            <a:pPr lvl="0"/>
            <a:r>
              <a:rPr lang="zh-CN" altLang="en-US"/>
              <a:t>单击此处添加文本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739262"/>
      </p:ext>
    </p:extLst>
  </p:cSld>
  <p:clrMapOvr>
    <a:masterClrMapping/>
  </p:clrMapOvr>
  <p:transition/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31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426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5" indent="0" algn="ctr">
              <a:buNone/>
              <a:defRPr sz="2077"/>
            </a:lvl4pPr>
            <a:lvl5pPr marL="2373697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8" y="1501993"/>
            <a:ext cx="10733558" cy="4690459"/>
          </a:xfrm>
          <a:prstGeom prst="rect">
            <a:avLst/>
          </a:prstGeom>
        </p:spPr>
        <p:txBody>
          <a:bodyPr lIns="0" tIns="0" rIns="0" bIns="0"/>
          <a:lstStyle>
            <a:lvl1pPr marL="1236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454" algn="ctr"/>
              </a:tabLst>
              <a:defRPr sz="17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429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8" baseline="0"/>
            </a:lvl2pPr>
            <a:lvl3pPr marL="525429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8" baseline="0"/>
            </a:lvl3pPr>
            <a:lvl4pPr marL="525429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8" baseline="0"/>
            </a:lvl4pPr>
            <a:lvl5pPr marL="525429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712508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7"/>
              </a:lnSpc>
              <a:spcBef>
                <a:spcPts val="0"/>
              </a:spcBef>
              <a:buNone/>
              <a:defRPr sz="2797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188" indent="0" algn="ctr">
              <a:buNone/>
              <a:defRPr sz="2595"/>
            </a:lvl2pPr>
            <a:lvl3pPr marL="1186372" indent="0" algn="ctr">
              <a:buNone/>
              <a:defRPr sz="2335"/>
            </a:lvl3pPr>
            <a:lvl4pPr marL="1779562" indent="0" algn="ctr">
              <a:buNone/>
              <a:defRPr sz="2076"/>
            </a:lvl4pPr>
            <a:lvl5pPr marL="2372749" indent="0" algn="ctr">
              <a:buNone/>
              <a:defRPr sz="2076"/>
            </a:lvl5pPr>
            <a:lvl6pPr marL="2965934" indent="0" algn="ctr">
              <a:buNone/>
              <a:defRPr sz="2076"/>
            </a:lvl6pPr>
            <a:lvl7pPr marL="3559121" indent="0" algn="ctr">
              <a:buNone/>
              <a:defRPr sz="2076"/>
            </a:lvl7pPr>
            <a:lvl8pPr marL="4152310" indent="0" algn="ctr">
              <a:buNone/>
              <a:defRPr sz="2076"/>
            </a:lvl8pPr>
            <a:lvl9pPr marL="4745495" indent="0" algn="ctr">
              <a:buNone/>
              <a:defRPr sz="2076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895866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927" y="368313"/>
            <a:ext cx="10180910" cy="746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6309038"/>
      </p:ext>
    </p:extLst>
  </p:cSld>
  <p:clrMapOvr>
    <a:masterClrMapping/>
  </p:clrMapOvr>
  <p:transition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88" y="1589"/>
            <a:ext cx="12193588" cy="685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86"/>
          <p:cNvSpPr>
            <a:spLocks noChangeArrowheads="1"/>
          </p:cNvSpPr>
          <p:nvPr userDrawn="1"/>
        </p:nvSpPr>
        <p:spPr bwMode="auto">
          <a:xfrm>
            <a:off x="11844292" y="6348414"/>
            <a:ext cx="327068" cy="4270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defTabSz="987425">
              <a:lnSpc>
                <a:spcPct val="85000"/>
              </a:lnSpc>
              <a:defRPr/>
            </a:pPr>
            <a:endParaRPr lang="de-DE" altLang="zh-CN" sz="1300">
              <a:solidFill>
                <a:prstClr val="black"/>
              </a:solidFill>
              <a:latin typeface="Arial" panose="020B0604020202020204" pitchFamily="34" charset="0"/>
              <a:ea typeface="MS PGothic" pitchFamily="34" charset="-128"/>
            </a:endParaRPr>
          </a:p>
          <a:p>
            <a:pPr defTabSz="987425">
              <a:lnSpc>
                <a:spcPct val="85000"/>
              </a:lnSpc>
              <a:defRPr/>
            </a:pPr>
            <a:fld id="{B05DA92D-8E24-46FB-81F8-F3810C568465}" type="slidenum">
              <a:rPr lang="de-DE" altLang="zh-CN" sz="900">
                <a:solidFill>
                  <a:srgbClr val="7F7F7F"/>
                </a:solidFill>
                <a:latin typeface="Arial" pitchFamily="34" charset="0"/>
                <a:ea typeface="MS PGothic" pitchFamily="34" charset="-128"/>
                <a:cs typeface="Arial" pitchFamily="34" charset="0"/>
              </a:rPr>
              <a:pPr defTabSz="987425">
                <a:lnSpc>
                  <a:spcPct val="85000"/>
                </a:lnSpc>
                <a:defRPr/>
              </a:pPr>
              <a:t>‹Nº›</a:t>
            </a:fld>
            <a:endParaRPr lang="en-GB" altLang="zh-CN" sz="900">
              <a:solidFill>
                <a:srgbClr val="7F7F7F"/>
              </a:solidFill>
              <a:latin typeface="Arial" pitchFamily="34" charset="0"/>
              <a:ea typeface="MS PGothic" pitchFamily="34" charset="-128"/>
              <a:cs typeface="Arial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7656" y="165101"/>
            <a:ext cx="11161453" cy="888186"/>
          </a:xfrm>
        </p:spPr>
        <p:txBody>
          <a:bodyPr>
            <a:noAutofit/>
          </a:bodyPr>
          <a:lstStyle>
            <a:lvl1pPr marL="0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99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altLang="zh-CN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17656" y="1269262"/>
            <a:ext cx="11161453" cy="5031593"/>
          </a:xfrm>
        </p:spPr>
        <p:txBody>
          <a:bodyPr/>
          <a:lstStyle>
            <a:lvl1pPr marL="0" marR="0" indent="0" algn="l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4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7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693738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028045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841" indent="0" algn="ctr">
              <a:buNone/>
              <a:defRPr sz="2598"/>
            </a:lvl2pPr>
            <a:lvl3pPr marL="1187679" indent="0" algn="ctr">
              <a:buNone/>
              <a:defRPr sz="2338"/>
            </a:lvl3pPr>
            <a:lvl4pPr marL="1781521" indent="0" algn="ctr">
              <a:buNone/>
              <a:defRPr sz="2079"/>
            </a:lvl4pPr>
            <a:lvl5pPr marL="2375360" indent="0" algn="ctr">
              <a:buNone/>
              <a:defRPr sz="2079"/>
            </a:lvl5pPr>
            <a:lvl6pPr marL="2969200" indent="0" algn="ctr">
              <a:buNone/>
              <a:defRPr sz="2079"/>
            </a:lvl6pPr>
            <a:lvl7pPr marL="3563040" indent="0" algn="ctr">
              <a:buNone/>
              <a:defRPr sz="2079"/>
            </a:lvl7pPr>
            <a:lvl8pPr marL="4156881" indent="0" algn="ctr">
              <a:buNone/>
              <a:defRPr sz="2079"/>
            </a:lvl8pPr>
            <a:lvl9pPr marL="4750720" indent="0" algn="ctr">
              <a:buNone/>
              <a:defRPr sz="2079"/>
            </a:lvl9pPr>
          </a:lstStyle>
          <a:p>
            <a:r>
              <a:rPr lang="en-US" altLang="zh-CN" dirty="0"/>
              <a:t>Ari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563166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81302" y="336813"/>
            <a:ext cx="10458983" cy="75966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>
              <a:buFont typeface="Arial" pitchFamily="34" charset="0"/>
              <a:buNone/>
              <a:defRPr lang="zh-CN" altLang="en-US" sz="4000" b="0" dirty="0">
                <a:solidFill>
                  <a:schemeClr val="tx2"/>
                </a:solidFill>
                <a:latin typeface="FrutigerNext LT Light" pitchFamily="34" charset="0"/>
                <a:ea typeface="黑体" pitchFamily="49" charset="-122"/>
              </a:defRPr>
            </a:lvl1pPr>
          </a:lstStyle>
          <a:p>
            <a:pPr lvl="0"/>
            <a:r>
              <a:rPr lang="en-US" altLang="zh-CN" dirty="0"/>
              <a:t>HEADLINE TEXT TO BE PLACED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8205511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 userDrawn="1"/>
        </p:nvSpPr>
        <p:spPr>
          <a:xfrm>
            <a:off x="527587" y="1604799"/>
            <a:ext cx="10853444" cy="36484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1800" dirty="0">
              <a:solidFill>
                <a:prstClr val="black"/>
              </a:solidFill>
              <a:latin typeface="华文细黑" pitchFamily="2" charset="-122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812450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2125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2449495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35.xml"/><Relationship Id="rId3" Type="http://schemas.openxmlformats.org/officeDocument/2006/relationships/slideLayout" Target="../slideLayouts/slideLayout12.xml"/><Relationship Id="rId21" Type="http://schemas.openxmlformats.org/officeDocument/2006/relationships/slideLayout" Target="../slideLayouts/slideLayout30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34.xml"/><Relationship Id="rId33" Type="http://schemas.openxmlformats.org/officeDocument/2006/relationships/image" Target="../media/image6.tiff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20" Type="http://schemas.openxmlformats.org/officeDocument/2006/relationships/slideLayout" Target="../slideLayouts/slideLayout29.xml"/><Relationship Id="rId29" Type="http://schemas.openxmlformats.org/officeDocument/2006/relationships/slideLayout" Target="../slideLayouts/slideLayout38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33.xml"/><Relationship Id="rId32" Type="http://schemas.openxmlformats.org/officeDocument/2006/relationships/theme" Target="../theme/theme5.xml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32.xml"/><Relationship Id="rId28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8.xml"/><Relationship Id="rId31" Type="http://schemas.openxmlformats.org/officeDocument/2006/relationships/slideLayout" Target="../slideLayouts/slideLayout40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31.xml"/><Relationship Id="rId27" Type="http://schemas.openxmlformats.org/officeDocument/2006/relationships/slideLayout" Target="../slideLayouts/slideLayout36.xml"/><Relationship Id="rId30" Type="http://schemas.openxmlformats.org/officeDocument/2006/relationships/slideLayout" Target="../slideLayouts/slideLayout39.xml"/><Relationship Id="rId8" Type="http://schemas.openxmlformats.org/officeDocument/2006/relationships/slideLayout" Target="../slideLayouts/slideLayout17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4.png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4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45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4.png"/><Relationship Id="rId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image" Target="../media/image4.png"/><Relationship Id="rId5" Type="http://schemas.openxmlformats.org/officeDocument/2006/relationships/theme" Target="../theme/theme9.xml"/><Relationship Id="rId4" Type="http://schemas.openxmlformats.org/officeDocument/2006/relationships/slideLayout" Target="../slideLayouts/slideLayout52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55.xml"/><Relationship Id="rId7" Type="http://schemas.openxmlformats.org/officeDocument/2006/relationships/theme" Target="../theme/theme10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61.xml"/><Relationship Id="rId7" Type="http://schemas.openxmlformats.org/officeDocument/2006/relationships/theme" Target="../theme/theme11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5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2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67.xml"/><Relationship Id="rId7" Type="http://schemas.openxmlformats.org/officeDocument/2006/relationships/theme" Target="../theme/theme13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8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3.xml"/><Relationship Id="rId7" Type="http://schemas.openxmlformats.org/officeDocument/2006/relationships/theme" Target="../theme/theme14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5.xml"/><Relationship Id="rId4" Type="http://schemas.openxmlformats.org/officeDocument/2006/relationships/slideLayout" Target="../slideLayouts/slideLayout74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9.xml"/><Relationship Id="rId7" Type="http://schemas.openxmlformats.org/officeDocument/2006/relationships/theme" Target="../theme/theme15.xml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5" Type="http://schemas.openxmlformats.org/officeDocument/2006/relationships/slideLayout" Target="../slideLayouts/slideLayout81.xml"/><Relationship Id="rId4" Type="http://schemas.openxmlformats.org/officeDocument/2006/relationships/slideLayout" Target="../slideLayouts/slideLayout80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83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theme" Target="../theme/theme17.xml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6.xml"/><Relationship Id="rId2" Type="http://schemas.openxmlformats.org/officeDocument/2006/relationships/slideLayout" Target="../slideLayouts/slideLayout85.xml"/><Relationship Id="rId1" Type="http://schemas.openxmlformats.org/officeDocument/2006/relationships/slideLayout" Target="../slideLayouts/slideLayout84.xml"/><Relationship Id="rId6" Type="http://schemas.openxmlformats.org/officeDocument/2006/relationships/image" Target="../media/image7.tiff"/><Relationship Id="rId5" Type="http://schemas.openxmlformats.org/officeDocument/2006/relationships/theme" Target="../theme/theme18.xml"/><Relationship Id="rId4" Type="http://schemas.openxmlformats.org/officeDocument/2006/relationships/slideLayout" Target="../slideLayouts/slideLayout87.xml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88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10" Type="http://schemas.openxmlformats.org/officeDocument/2006/relationships/image" Target="../media/image7.tiff"/><Relationship Id="rId4" Type="http://schemas.openxmlformats.org/officeDocument/2006/relationships/slideLayout" Target="../slideLayouts/slideLayout92.xml"/><Relationship Id="rId9" Type="http://schemas.openxmlformats.org/officeDocument/2006/relationships/theme" Target="../theme/theme20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theme" Target="../theme/theme21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2.xml"/><Relationship Id="rId3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98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101.xml"/><Relationship Id="rId10" Type="http://schemas.openxmlformats.org/officeDocument/2006/relationships/image" Target="../media/image11.jpeg"/><Relationship Id="rId4" Type="http://schemas.openxmlformats.org/officeDocument/2006/relationships/slideLayout" Target="../slideLayouts/slideLayout100.xml"/><Relationship Id="rId9" Type="http://schemas.openxmlformats.org/officeDocument/2006/relationships/image" Target="../media/image10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="" xmlns:a16="http://schemas.microsoft.com/office/drawing/2014/main" id="{52B15EB5-2880-2029-9C3C-BAEE4E9134C9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2997671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="" xmlns:a16="http://schemas.microsoft.com/office/drawing/2014/main" id="{72BB54A7-11F4-95EE-2B73-49B0A1A3E522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13" r:id="rId2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=""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=""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=""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>
                <a:extLst>
                  <a:ext uri="{FF2B5EF4-FFF2-40B4-BE49-F238E27FC236}">
                    <a16:creationId xmlns=""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=""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=""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=""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=""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=""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=""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=""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=""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=""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=""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=""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=""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=""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=""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</p:grpSp>
      </p:grpSp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6C609229-5CF5-0058-F9D2-3721D39027C5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="" xmlns:a16="http://schemas.microsoft.com/office/drawing/2014/main" id="{1C121077-1193-FB4A-9315-392ADB36F042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686" r:id="rId2"/>
    <p:sldLayoutId id="2147484228" r:id="rId3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16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28543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Proprietary – Restricted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=""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  <p:grpSp>
        <p:nvGrpSpPr>
          <p:cNvPr id="5" name="Group 87">
            <a:extLst>
              <a:ext uri="{FF2B5EF4-FFF2-40B4-BE49-F238E27FC236}">
                <a16:creationId xmlns="" xmlns:a16="http://schemas.microsoft.com/office/drawing/2014/main" id="{CBB91E99-E194-4FBA-98E8-C8C541AFAD7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6" name="矩形 13">
              <a:extLst>
                <a:ext uri="{FF2B5EF4-FFF2-40B4-BE49-F238E27FC236}">
                  <a16:creationId xmlns="" xmlns:a16="http://schemas.microsoft.com/office/drawing/2014/main" id="{87062D29-4B3D-43C6-B2F4-87266745F218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7" name="文本框 15">
              <a:extLst>
                <a:ext uri="{FF2B5EF4-FFF2-40B4-BE49-F238E27FC236}">
                  <a16:creationId xmlns="" xmlns:a16="http://schemas.microsoft.com/office/drawing/2014/main" id="{CF04794B-0451-4AF0-8B15-8E5F7B62486B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8" name="矩形 13">
              <a:extLst>
                <a:ext uri="{FF2B5EF4-FFF2-40B4-BE49-F238E27FC236}">
                  <a16:creationId xmlns="" xmlns:a16="http://schemas.microsoft.com/office/drawing/2014/main" id="{0DBE7A85-19E5-4416-A13E-6FDDFBF0D93F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" name="矩形 13">
              <a:extLst>
                <a:ext uri="{FF2B5EF4-FFF2-40B4-BE49-F238E27FC236}">
                  <a16:creationId xmlns="" xmlns:a16="http://schemas.microsoft.com/office/drawing/2014/main" id="{D0D35BE3-9F1D-49FC-BF5E-47C6902D7165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10" name="矩形 13">
              <a:extLst>
                <a:ext uri="{FF2B5EF4-FFF2-40B4-BE49-F238E27FC236}">
                  <a16:creationId xmlns="" xmlns:a16="http://schemas.microsoft.com/office/drawing/2014/main" id="{A556DFAA-1C6B-4B48-AC0A-CF59626865DB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11" name="矩形 13">
              <a:extLst>
                <a:ext uri="{FF2B5EF4-FFF2-40B4-BE49-F238E27FC236}">
                  <a16:creationId xmlns="" xmlns:a16="http://schemas.microsoft.com/office/drawing/2014/main" id="{425D8B17-2E6F-4DA0-98F8-4FA5B19A7F99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12" name="矩形 13">
              <a:extLst>
                <a:ext uri="{FF2B5EF4-FFF2-40B4-BE49-F238E27FC236}">
                  <a16:creationId xmlns="" xmlns:a16="http://schemas.microsoft.com/office/drawing/2014/main" id="{18E165AF-76C3-4826-9D25-C14CD69C9C28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13" name="矩形 13">
              <a:extLst>
                <a:ext uri="{FF2B5EF4-FFF2-40B4-BE49-F238E27FC236}">
                  <a16:creationId xmlns="" xmlns:a16="http://schemas.microsoft.com/office/drawing/2014/main" id="{7402DD78-561C-4E4A-9131-56F32E913BA0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14" name="文本框 15">
              <a:extLst>
                <a:ext uri="{FF2B5EF4-FFF2-40B4-BE49-F238E27FC236}">
                  <a16:creationId xmlns="" xmlns:a16="http://schemas.microsoft.com/office/drawing/2014/main" id="{7BE7850B-DB89-4939-8B9F-08E87A592B05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15" name="矩形 13">
              <a:extLst>
                <a:ext uri="{FF2B5EF4-FFF2-40B4-BE49-F238E27FC236}">
                  <a16:creationId xmlns="" xmlns:a16="http://schemas.microsoft.com/office/drawing/2014/main" id="{4821ECEB-5DCD-4780-8BA6-E48654F5DB65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16" name="矩形 13">
              <a:extLst>
                <a:ext uri="{FF2B5EF4-FFF2-40B4-BE49-F238E27FC236}">
                  <a16:creationId xmlns="" xmlns:a16="http://schemas.microsoft.com/office/drawing/2014/main" id="{648D93AC-ED6F-4DF5-A58B-A8DB369F7E3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7" name="矩形 13">
              <a:extLst>
                <a:ext uri="{FF2B5EF4-FFF2-40B4-BE49-F238E27FC236}">
                  <a16:creationId xmlns="" xmlns:a16="http://schemas.microsoft.com/office/drawing/2014/main" id="{E3E6EC3D-1867-4ECC-9F16-D29D3271CF3A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8" name="矩形 13">
              <a:extLst>
                <a:ext uri="{FF2B5EF4-FFF2-40B4-BE49-F238E27FC236}">
                  <a16:creationId xmlns="" xmlns:a16="http://schemas.microsoft.com/office/drawing/2014/main" id="{F5E34584-5D8D-4E4C-8F52-24B9319EC2F4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9" name="矩形 13">
              <a:extLst>
                <a:ext uri="{FF2B5EF4-FFF2-40B4-BE49-F238E27FC236}">
                  <a16:creationId xmlns="" xmlns:a16="http://schemas.microsoft.com/office/drawing/2014/main" id="{861F380C-7EE2-4915-A1B4-2DEC2F665DCD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20" name="矩形 13">
              <a:extLst>
                <a:ext uri="{FF2B5EF4-FFF2-40B4-BE49-F238E27FC236}">
                  <a16:creationId xmlns="" xmlns:a16="http://schemas.microsoft.com/office/drawing/2014/main" id="{FB920400-BC53-45C0-8624-91B8E82BC5D2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21" name="矩形 13">
              <a:extLst>
                <a:ext uri="{FF2B5EF4-FFF2-40B4-BE49-F238E27FC236}">
                  <a16:creationId xmlns="" xmlns:a16="http://schemas.microsoft.com/office/drawing/2014/main" id="{31078EDC-4A9F-43A4-9BA9-907569D85C92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22" name="矩形 13">
              <a:extLst>
                <a:ext uri="{FF2B5EF4-FFF2-40B4-BE49-F238E27FC236}">
                  <a16:creationId xmlns="" xmlns:a16="http://schemas.microsoft.com/office/drawing/2014/main" id="{BF5ECD26-9AAC-4B7D-B7B9-5D3E0A2E9DA4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23" name="矩形 13">
              <a:extLst>
                <a:ext uri="{FF2B5EF4-FFF2-40B4-BE49-F238E27FC236}">
                  <a16:creationId xmlns="" xmlns:a16="http://schemas.microsoft.com/office/drawing/2014/main" id="{9D857771-ACBB-41B6-8066-2ED34322E55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24" name="矩形 13">
              <a:extLst>
                <a:ext uri="{FF2B5EF4-FFF2-40B4-BE49-F238E27FC236}">
                  <a16:creationId xmlns="" xmlns:a16="http://schemas.microsoft.com/office/drawing/2014/main" id="{E5C2B2E4-7360-4919-AFF0-3278A14D20A3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25" name="矩形 13">
              <a:extLst>
                <a:ext uri="{FF2B5EF4-FFF2-40B4-BE49-F238E27FC236}">
                  <a16:creationId xmlns="" xmlns:a16="http://schemas.microsoft.com/office/drawing/2014/main" id="{205FF6C6-9AD5-4A14-97CD-DCA40CA434F5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26" name="矩形 13">
              <a:extLst>
                <a:ext uri="{FF2B5EF4-FFF2-40B4-BE49-F238E27FC236}">
                  <a16:creationId xmlns="" xmlns:a16="http://schemas.microsoft.com/office/drawing/2014/main" id="{569590BE-ACA3-4165-A3C8-EF0EC6DE1F37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27" name="矩形 13">
              <a:extLst>
                <a:ext uri="{FF2B5EF4-FFF2-40B4-BE49-F238E27FC236}">
                  <a16:creationId xmlns="" xmlns:a16="http://schemas.microsoft.com/office/drawing/2014/main" id="{A948AC6C-3900-47EE-9D2B-DAAC34E5977E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28" name="矩形 13">
              <a:extLst>
                <a:ext uri="{FF2B5EF4-FFF2-40B4-BE49-F238E27FC236}">
                  <a16:creationId xmlns="" xmlns:a16="http://schemas.microsoft.com/office/drawing/2014/main" id="{00E044ED-DB0C-4B5B-AA77-2ED06094E771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29" name="矩形 13">
              <a:extLst>
                <a:ext uri="{FF2B5EF4-FFF2-40B4-BE49-F238E27FC236}">
                  <a16:creationId xmlns="" xmlns:a16="http://schemas.microsoft.com/office/drawing/2014/main" id="{AF4BCC50-7A8D-4CF9-9D32-45E989EE069A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30" name="矩形 13">
              <a:extLst>
                <a:ext uri="{FF2B5EF4-FFF2-40B4-BE49-F238E27FC236}">
                  <a16:creationId xmlns="" xmlns:a16="http://schemas.microsoft.com/office/drawing/2014/main" id="{CE13758F-40BE-46B4-B658-12AE1F130F54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31" name="矩形 13">
              <a:extLst>
                <a:ext uri="{FF2B5EF4-FFF2-40B4-BE49-F238E27FC236}">
                  <a16:creationId xmlns="" xmlns:a16="http://schemas.microsoft.com/office/drawing/2014/main" id="{0F7F976C-16D5-4D99-9DA3-F8F819C590B4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="" xmlns:a16="http://schemas.microsoft.com/office/drawing/2014/main" id="{4EC6DA09-C57C-4765-A960-35241AA4D022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="" xmlns:a16="http://schemas.microsoft.com/office/drawing/2014/main" id="{3736C081-FFDA-43EE-911D-ED4CF1851E34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="" xmlns:a16="http://schemas.microsoft.com/office/drawing/2014/main" id="{D7DD5600-BA67-4684-B31D-5D51E301D21F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5" name="矩形 13">
              <a:extLst>
                <a:ext uri="{FF2B5EF4-FFF2-40B4-BE49-F238E27FC236}">
                  <a16:creationId xmlns="" xmlns:a16="http://schemas.microsoft.com/office/drawing/2014/main" id="{BC3B5A4E-6C32-4D05-AF55-90FF1B2229EE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="" xmlns:a16="http://schemas.microsoft.com/office/drawing/2014/main" id="{F88EA78A-8884-4B54-B1DC-FEF751661CA0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="" xmlns:a16="http://schemas.microsoft.com/office/drawing/2014/main" id="{30D76234-18BB-4226-91F3-496541FDB173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38" name="矩形 13">
              <a:extLst>
                <a:ext uri="{FF2B5EF4-FFF2-40B4-BE49-F238E27FC236}">
                  <a16:creationId xmlns="" xmlns:a16="http://schemas.microsoft.com/office/drawing/2014/main" id="{742E2780-BD5E-413B-9BE8-96DFFF8B5649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="" xmlns:a16="http://schemas.microsoft.com/office/drawing/2014/main" id="{89CF25F0-ACC6-4FC4-948A-BCE4A802FD25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="" xmlns:a16="http://schemas.microsoft.com/office/drawing/2014/main" id="{8D2EF9D5-EBCD-490B-B8B9-645C824F91AD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="" xmlns:a16="http://schemas.microsoft.com/office/drawing/2014/main" id="{0286ECB3-922D-48DD-AFE7-9C6E9060C6F2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="" xmlns:a16="http://schemas.microsoft.com/office/drawing/2014/main" id="{26843338-C6AE-4E98-95C9-EA160CC2B30A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="" xmlns:a16="http://schemas.microsoft.com/office/drawing/2014/main" id="{F41285F2-C98F-44DF-810D-AFDA8C2F7252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="" xmlns:a16="http://schemas.microsoft.com/office/drawing/2014/main" id="{316800BF-7174-4B63-B993-7FF3F38E786A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="" xmlns:a16="http://schemas.microsoft.com/office/drawing/2014/main" id="{E3AFA688-A359-4262-BC4E-961D2F75A295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46" name="CuadroTexto 45">
            <a:extLst>
              <a:ext uri="{FF2B5EF4-FFF2-40B4-BE49-F238E27FC236}">
                <a16:creationId xmlns="" xmlns:a16="http://schemas.microsoft.com/office/drawing/2014/main" id="{1B114B30-92C9-6A9A-1B4A-D1E07130C2EB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1767724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6" r:id="rId12"/>
    <p:sldLayoutId id="2147483928" r:id="rId13"/>
    <p:sldLayoutId id="2147483929" r:id="rId14"/>
    <p:sldLayoutId id="2147483932" r:id="rId15"/>
    <p:sldLayoutId id="2147483933" r:id="rId16"/>
    <p:sldLayoutId id="2147483935" r:id="rId17"/>
    <p:sldLayoutId id="2147483937" r:id="rId18"/>
    <p:sldLayoutId id="2147483942" r:id="rId19"/>
    <p:sldLayoutId id="2147483943" r:id="rId20"/>
    <p:sldLayoutId id="2147483944" r:id="rId21"/>
    <p:sldLayoutId id="2147483945" r:id="rId22"/>
    <p:sldLayoutId id="2147483947" r:id="rId23"/>
    <p:sldLayoutId id="2147483949" r:id="rId24"/>
    <p:sldLayoutId id="2147483955" r:id="rId25"/>
    <p:sldLayoutId id="2147483957" r:id="rId26"/>
    <p:sldLayoutId id="2147483959" r:id="rId27"/>
    <p:sldLayoutId id="2147483960" r:id="rId28"/>
    <p:sldLayoutId id="2147483974" r:id="rId29"/>
    <p:sldLayoutId id="2147483975" r:id="rId30"/>
    <p:sldLayoutId id="2147483976" r:id="rId3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pos="456">
          <p15:clr>
            <a:srgbClr val="F26B43"/>
          </p15:clr>
        </p15:guide>
        <p15:guide id="2" pos="7216">
          <p15:clr>
            <a:srgbClr val="F26B43"/>
          </p15:clr>
        </p15:guide>
        <p15:guide id="3" orient="horz" pos="560">
          <p15:clr>
            <a:srgbClr val="F26B43"/>
          </p15:clr>
        </p15:guide>
        <p15:guide id="4" orient="horz" pos="728">
          <p15:clr>
            <a:srgbClr val="F26B43"/>
          </p15:clr>
        </p15:guide>
        <p15:guide id="5" orient="horz" pos="3968">
          <p15:clr>
            <a:srgbClr val="F26B43"/>
          </p15:clr>
        </p15:guide>
        <p15:guide id="6" orient="horz" pos="380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849"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defTabSz="890849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=""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=""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=""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000" dirty="0">
                    <a:solidFill>
                      <a:srgbClr val="1D1D1A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>
                <a:extLst>
                  <a:ext uri="{FF2B5EF4-FFF2-40B4-BE49-F238E27FC236}">
                    <a16:creationId xmlns=""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=""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=""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/>
                <a:r>
                  <a:rPr kumimoji="1" lang="zh-CN" altLang="en-US" sz="1000" dirty="0">
                    <a:solidFill>
                      <a:srgbClr val="1D1D1A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=""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=""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=""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=""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=""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=""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=""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=""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=""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=""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=""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=""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</p:grpSp>
      </p:grpSp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29CACE2F-0E0B-7EF5-2379-ADEF8F0CE7E5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212421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4" r:id="rId3"/>
    <p:sldLayoutId id="2147483996" r:id="rId4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849"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defTabSz="890849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874A9514-CC8C-A070-E02B-9C6C38B6563C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2818088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8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974" dirty="0">
                <a:solidFill>
                  <a:srgbClr val="1D1D1B"/>
                </a:solidFill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74">
                <a:solidFill>
                  <a:srgbClr val="1D1D1B"/>
                </a:solidFill>
                <a:cs typeface="Arial" panose="020B0604020202020204" pitchFamily="34" charset="0"/>
              </a:rPr>
              <a:pPr defTabSz="890493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0" y="6319872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=""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186C</a:t>
                </a:r>
              </a:p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=""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185C</a:t>
                </a:r>
              </a:p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=""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80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 defTabSz="914112"/>
                <a:r>
                  <a:rPr kumimoji="1" lang="zh-CN" altLang="en-US" sz="1000" dirty="0">
                    <a:solidFill>
                      <a:srgbClr val="1D1D1A"/>
                    </a:solidFill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54642"/>
              <a:ext cx="1982912" cy="3811978"/>
              <a:chOff x="12216278" y="3054642"/>
              <a:chExt cx="1982912" cy="3811978"/>
            </a:xfrm>
          </p:grpSpPr>
          <p:sp>
            <p:nvSpPr>
              <p:cNvPr id="28" name="矩形 12">
                <a:extLst>
                  <a:ext uri="{FF2B5EF4-FFF2-40B4-BE49-F238E27FC236}">
                    <a16:creationId xmlns=""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=""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=""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54642"/>
                <a:ext cx="569387" cy="18007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 defTabSz="914112"/>
                <a:r>
                  <a:rPr kumimoji="1" lang="zh-CN" altLang="en-US" sz="1000" dirty="0">
                    <a:solidFill>
                      <a:srgbClr val="1D1D1A"/>
                    </a:solidFill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=""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=""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=""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=""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=""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rgbClr val="666666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=""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=""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=""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rgbClr val="666666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=""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=""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=""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=""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rgbClr val="666666"/>
                  </a:solidFill>
                  <a:ea typeface="Arial" charset="0"/>
                  <a:cs typeface="Arial" charset="0"/>
                </a:endParaRPr>
              </a:p>
            </p:txBody>
          </p:sp>
        </p:grpSp>
      </p:grpSp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66502855-B4BB-29E8-984A-423A47123BE5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533921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04" r:id="rId2"/>
    <p:sldLayoutId id="2147484005" r:id="rId3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974" dirty="0">
                <a:solidFill>
                  <a:srgbClr val="1D1D1B"/>
                </a:solidFill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74">
                <a:solidFill>
                  <a:srgbClr val="1D1D1B"/>
                </a:solidFill>
                <a:cs typeface="Arial" panose="020B0604020202020204" pitchFamily="34" charset="0"/>
              </a:rPr>
              <a:pPr defTabSz="890493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0" y="6319872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=""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186C</a:t>
                </a:r>
              </a:p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=""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185C</a:t>
                </a:r>
              </a:p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=""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80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 defTabSz="914112"/>
                <a:r>
                  <a:rPr kumimoji="1" lang="zh-CN" altLang="en-US" sz="1000" dirty="0">
                    <a:solidFill>
                      <a:srgbClr val="1D1D1A"/>
                    </a:solidFill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54642"/>
              <a:ext cx="1982912" cy="3811978"/>
              <a:chOff x="12216278" y="3054642"/>
              <a:chExt cx="1982912" cy="3811978"/>
            </a:xfrm>
          </p:grpSpPr>
          <p:sp>
            <p:nvSpPr>
              <p:cNvPr id="28" name="矩形 12">
                <a:extLst>
                  <a:ext uri="{FF2B5EF4-FFF2-40B4-BE49-F238E27FC236}">
                    <a16:creationId xmlns=""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=""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=""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54642"/>
                <a:ext cx="569387" cy="18007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 defTabSz="914112"/>
                <a:r>
                  <a:rPr kumimoji="1" lang="zh-CN" altLang="en-US" sz="1000" dirty="0">
                    <a:solidFill>
                      <a:srgbClr val="1D1D1A"/>
                    </a:solidFill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=""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=""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=""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=""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=""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rgbClr val="666666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=""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=""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=""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rgbClr val="666666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=""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=""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=""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=""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rgbClr val="666666"/>
                  </a:solidFill>
                  <a:ea typeface="Arial" charset="0"/>
                  <a:cs typeface="Arial" charset="0"/>
                </a:endParaRPr>
              </a:p>
            </p:txBody>
          </p:sp>
        </p:grpSp>
      </p:grpSp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648AF41D-89FB-D3B3-6121-6544D9A09929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4068765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8" r:id="rId1"/>
    <p:sldLayoutId id="2147484010" r:id="rId2"/>
    <p:sldLayoutId id="2147484011" r:id="rId3"/>
    <p:sldLayoutId id="2147484012" r:id="rId4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974" dirty="0">
                <a:solidFill>
                  <a:srgbClr val="1D1D1B"/>
                </a:solidFill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74">
                <a:solidFill>
                  <a:srgbClr val="1D1D1B"/>
                </a:solidFill>
                <a:cs typeface="Arial" panose="020B0604020202020204" pitchFamily="34" charset="0"/>
              </a:rPr>
              <a:pPr defTabSz="890493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0" y="6319872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=""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186C</a:t>
                </a:r>
              </a:p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=""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185C</a:t>
                </a:r>
              </a:p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=""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80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 defTabSz="914112"/>
                <a:r>
                  <a:rPr kumimoji="1" lang="zh-CN" altLang="en-US" sz="1000" dirty="0">
                    <a:solidFill>
                      <a:srgbClr val="1D1D1A"/>
                    </a:solidFill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54642"/>
              <a:ext cx="1982912" cy="3811978"/>
              <a:chOff x="12216278" y="3054642"/>
              <a:chExt cx="1982912" cy="3811978"/>
            </a:xfrm>
          </p:grpSpPr>
          <p:sp>
            <p:nvSpPr>
              <p:cNvPr id="28" name="矩形 12">
                <a:extLst>
                  <a:ext uri="{FF2B5EF4-FFF2-40B4-BE49-F238E27FC236}">
                    <a16:creationId xmlns=""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=""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=""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54642"/>
                <a:ext cx="569387" cy="18007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 defTabSz="914112"/>
                <a:r>
                  <a:rPr kumimoji="1" lang="zh-CN" altLang="en-US" sz="1000" dirty="0">
                    <a:solidFill>
                      <a:srgbClr val="1D1D1A"/>
                    </a:solidFill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=""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=""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=""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=""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=""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rgbClr val="666666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=""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=""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=""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rgbClr val="666666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=""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=""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=""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=""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rgbClr val="666666"/>
                  </a:solidFill>
                  <a:ea typeface="Arial" charset="0"/>
                  <a:cs typeface="Arial" charset="0"/>
                </a:endParaRPr>
              </a:p>
            </p:txBody>
          </p:sp>
        </p:grpSp>
      </p:grpSp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87CD0838-8713-DD40-312B-1EE6A03CEC23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2936891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40" r:id="rId2"/>
    <p:sldLayoutId id="2147484041" r:id="rId3"/>
    <p:sldLayoutId id="2147484042" r:id="rId4"/>
    <p:sldLayoutId id="2147484043" r:id="rId5"/>
    <p:sldLayoutId id="2147484044" r:id="rId6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974" dirty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74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pPr defTabSz="890493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0" y="6319872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=""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=""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=""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80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 defTabSz="914112"/>
                <a:r>
                  <a:rPr kumimoji="1" lang="zh-CN" altLang="en-US" sz="1000" dirty="0">
                    <a:solidFill>
                      <a:srgbClr val="1D1D1A"/>
                    </a:solidFill>
                    <a:latin typeface="Arial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54642"/>
              <a:ext cx="1982912" cy="3811978"/>
              <a:chOff x="12216278" y="3054642"/>
              <a:chExt cx="1982912" cy="3811978"/>
            </a:xfrm>
          </p:grpSpPr>
          <p:sp>
            <p:nvSpPr>
              <p:cNvPr id="28" name="矩形 12">
                <a:extLst>
                  <a:ext uri="{FF2B5EF4-FFF2-40B4-BE49-F238E27FC236}">
                    <a16:creationId xmlns=""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=""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=""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54642"/>
                <a:ext cx="569387" cy="18007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 defTabSz="914112"/>
                <a:r>
                  <a:rPr kumimoji="1" lang="zh-CN" altLang="en-US" sz="1000" dirty="0">
                    <a:solidFill>
                      <a:srgbClr val="1D1D1A"/>
                    </a:solidFill>
                    <a:latin typeface="Arial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=""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=""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=""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=""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=""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=""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=""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=""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=""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=""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=""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=""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CDB1A7D1-EA3F-4B19-D49B-37DE7FB36796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3738687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6" r:id="rId1"/>
    <p:sldLayoutId id="2147484048" r:id="rId2"/>
    <p:sldLayoutId id="2147484049" r:id="rId3"/>
    <p:sldLayoutId id="2147484050" r:id="rId4"/>
    <p:sldLayoutId id="2147484051" r:id="rId5"/>
    <p:sldLayoutId id="2147484052" r:id="rId6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974" dirty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74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pPr defTabSz="890493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0" y="6319872"/>
            <a:ext cx="1269075" cy="27115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F96365B8-6C6F-3CD4-1956-C032A957C3D2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42603014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974" dirty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74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pPr defTabSz="890493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0" y="6319872"/>
            <a:ext cx="1269075" cy="27115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61A07249-2DE0-6353-50D9-978928606C28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3588009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21" r:id="rId2"/>
    <p:sldLayoutId id="2147484122" r:id="rId3"/>
    <p:sldLayoutId id="2147484123" r:id="rId4"/>
    <p:sldLayoutId id="2147484124" r:id="rId5"/>
    <p:sldLayoutId id="2147484125" r:id="rId6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974" dirty="0">
                <a:solidFill>
                  <a:srgbClr val="1D1D1B"/>
                </a:solidFill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74">
                <a:solidFill>
                  <a:srgbClr val="1D1D1B"/>
                </a:solidFill>
                <a:cs typeface="Arial" panose="020B0604020202020204" pitchFamily="34" charset="0"/>
              </a:rPr>
              <a:pPr defTabSz="890493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0" y="6319872"/>
            <a:ext cx="1269075" cy="27115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87BBE9E7-F340-F7C0-B650-DD181D9F3DBC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91417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7" r:id="rId1"/>
    <p:sldLayoutId id="2147484129" r:id="rId2"/>
    <p:sldLayoutId id="2147484130" r:id="rId3"/>
    <p:sldLayoutId id="2147484131" r:id="rId4"/>
    <p:sldLayoutId id="2147484132" r:id="rId5"/>
    <p:sldLayoutId id="2147484133" r:id="rId6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974" dirty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74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pPr defTabSz="890493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0" y="6319872"/>
            <a:ext cx="1269075" cy="27115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FC1B9E04-9D29-6D53-5AC1-9880CAF5DCB2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3366447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5" r:id="rId1"/>
    <p:sldLayoutId id="2147484137" r:id="rId2"/>
    <p:sldLayoutId id="2147484138" r:id="rId3"/>
    <p:sldLayoutId id="2147484139" r:id="rId4"/>
    <p:sldLayoutId id="2147484140" r:id="rId5"/>
    <p:sldLayoutId id="2147484141" r:id="rId6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dirty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849"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pPr defTabSz="890849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=""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=""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=""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000" dirty="0">
                    <a:solidFill>
                      <a:srgbClr val="1D1D1A"/>
                    </a:solidFill>
                    <a:latin typeface="Arial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>
                <a:extLst>
                  <a:ext uri="{FF2B5EF4-FFF2-40B4-BE49-F238E27FC236}">
                    <a16:creationId xmlns=""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=""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=""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/>
                <a:r>
                  <a:rPr kumimoji="1" lang="zh-CN" altLang="en-US" sz="1000" dirty="0">
                    <a:solidFill>
                      <a:srgbClr val="1D1D1A"/>
                    </a:solidFill>
                    <a:latin typeface="Arial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=""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=""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=""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=""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=""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=""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=""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=""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=""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=""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=""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=""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7EEC7B16-F103-3CE3-A476-9B8FF2931D2F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496159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3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Arial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Arial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Arial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t>Huawei Proprietary - Restricted Distribution</a:t>
            </a:r>
            <a:endParaRPr lang="en-US" sz="900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849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pPr defTabSz="890849">
                <a:defRPr/>
              </a:pPr>
              <a:t>‹Nº›</a:t>
            </a:fld>
            <a:endParaRPr lang="en-US" sz="900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=""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9AF2D4CE-D8EF-7804-5261-3FFF0F3C2011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37908778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Arial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Arial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Arial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/>
    </p:ext>
  </p:extLst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9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46"/>
            <a:r>
              <a:rPr lang="en-US" sz="900" dirty="0">
                <a:solidFill>
                  <a:srgbClr val="1D1D1B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3" y="6402810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137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pPr defTabSz="890137">
                <a:defRPr/>
              </a:pPr>
              <a:t>‹Nº›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=""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B44043C6-6593-8925-16FB-8F3DFED72B3F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1379836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1" r:id="rId1"/>
    <p:sldLayoutId id="2147484152" r:id="rId2"/>
    <p:sldLayoutId id="2147484153" r:id="rId3"/>
    <p:sldLayoutId id="2147484154" r:id="rId4"/>
  </p:sldLayoutIdLst>
  <p:hf sldNum="0"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975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905"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defTabSz="890905">
                <a:defRPr/>
              </a:pPr>
              <a:t>‹Nº›</a:t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DEC6639E-F5AD-AF69-8896-F3F523ABE157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94911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9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altLang="zh-CN" sz="900" dirty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t>Huawei Proprietary - Restricted Distribution</a:t>
            </a:r>
            <a:endParaRPr lang="en-US" sz="900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8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0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pPr defTabSz="890493">
                <a:defRPr/>
              </a:pPr>
              <a:t>‹Nº›</a:t>
            </a:fld>
            <a:endParaRPr lang="en-US" sz="900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=""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621E7D9F-2AB1-F4F8-6736-27326198C2CB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3789975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8" r:id="rId1"/>
    <p:sldLayoutId id="2147484169" r:id="rId2"/>
    <p:sldLayoutId id="2147484170" r:id="rId3"/>
    <p:sldLayoutId id="2147484171" r:id="rId4"/>
    <p:sldLayoutId id="2147484172" r:id="rId5"/>
    <p:sldLayoutId id="2147484173" r:id="rId6"/>
    <p:sldLayoutId id="2147484174" r:id="rId7"/>
    <p:sldLayoutId id="2147484175" r:id="rId8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/>
    </p:ext>
  </p:extLst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9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46"/>
            <a:r>
              <a:rPr lang="en-US" altLang="zh-CN" sz="900" dirty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t>Huawei Proprietary - Restricted Distribution</a:t>
            </a:r>
            <a:endParaRPr lang="en-US" sz="900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3" y="6402810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137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pPr defTabSz="890137">
                <a:defRPr/>
              </a:pPr>
              <a:t>‹Nº›</a:t>
            </a:fld>
            <a:endParaRPr lang="en-US" sz="900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=""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4C9ADB58-2C97-5488-5525-A567AEC95E14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146791877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Arial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Arial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Arial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Arial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Arial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Arial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Arial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Arial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Arial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Arial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Arial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Arial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Arial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Arial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Arial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Arial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/>
    </p:ext>
  </p:extLst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图片 7"/>
          <p:cNvPicPr>
            <a:picLocks noChangeAspect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588" y="1589"/>
            <a:ext cx="12193588" cy="685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标题占位符 1"/>
          <p:cNvSpPr>
            <a:spLocks noGrp="1"/>
          </p:cNvSpPr>
          <p:nvPr>
            <p:ph type="title"/>
          </p:nvPr>
        </p:nvSpPr>
        <p:spPr bwMode="auto">
          <a:xfrm>
            <a:off x="609680" y="274638"/>
            <a:ext cx="1097740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21944" tIns="60972" rIns="121944" bIns="6097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6148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80" y="1600201"/>
            <a:ext cx="10977404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21944" tIns="60972" rIns="121944" bIns="6097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79" y="6356351"/>
            <a:ext cx="2846759" cy="366713"/>
          </a:xfrm>
          <a:prstGeom prst="rect">
            <a:avLst/>
          </a:prstGeom>
        </p:spPr>
        <p:txBody>
          <a:bodyPr vert="horz" lIns="121944" tIns="60972" rIns="121944" bIns="60972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7731" y="6356351"/>
            <a:ext cx="3861303" cy="366713"/>
          </a:xfrm>
          <a:prstGeom prst="rect">
            <a:avLst/>
          </a:prstGeom>
        </p:spPr>
        <p:txBody>
          <a:bodyPr vert="horz" lIns="121944" tIns="60972" rIns="121944" bIns="60972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6152" name="Rectangle 86"/>
          <p:cNvSpPr>
            <a:spLocks noChangeArrowheads="1"/>
          </p:cNvSpPr>
          <p:nvPr userDrawn="1"/>
        </p:nvSpPr>
        <p:spPr bwMode="auto">
          <a:xfrm>
            <a:off x="11844292" y="6348414"/>
            <a:ext cx="327068" cy="4270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defTabSz="987425">
              <a:lnSpc>
                <a:spcPct val="85000"/>
              </a:lnSpc>
              <a:defRPr/>
            </a:pPr>
            <a:endParaRPr lang="de-DE" altLang="zh-CN" sz="1300" dirty="0">
              <a:solidFill>
                <a:prstClr val="black"/>
              </a:solidFill>
              <a:latin typeface="Arial" panose="020B0604020202020204" pitchFamily="34" charset="0"/>
              <a:ea typeface="MS PGothic" pitchFamily="34" charset="-128"/>
            </a:endParaRPr>
          </a:p>
          <a:p>
            <a:pPr defTabSz="987425">
              <a:lnSpc>
                <a:spcPct val="85000"/>
              </a:lnSpc>
              <a:defRPr/>
            </a:pPr>
            <a:fld id="{5EF0CD69-34B8-498B-B185-8D66CC901867}" type="slidenum">
              <a:rPr lang="de-DE" altLang="zh-CN" sz="900">
                <a:solidFill>
                  <a:srgbClr val="7F7F7F"/>
                </a:solidFill>
                <a:latin typeface="Arial" pitchFamily="34" charset="0"/>
                <a:ea typeface="MS PGothic" pitchFamily="34" charset="-128"/>
                <a:cs typeface="Arial" pitchFamily="34" charset="0"/>
              </a:rPr>
              <a:pPr defTabSz="987425">
                <a:lnSpc>
                  <a:spcPct val="85000"/>
                </a:lnSpc>
                <a:defRPr/>
              </a:pPr>
              <a:t>‹Nº›</a:t>
            </a:fld>
            <a:endParaRPr lang="en-GB" altLang="zh-CN" sz="900" dirty="0">
              <a:solidFill>
                <a:srgbClr val="7F7F7F"/>
              </a:solidFill>
              <a:latin typeface="Arial" pitchFamily="34" charset="0"/>
              <a:ea typeface="MS PGothic" pitchFamily="34" charset="-128"/>
              <a:cs typeface="Arial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780" y="44451"/>
            <a:ext cx="1235983" cy="34169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="" xmlns:a16="http://schemas.microsoft.com/office/drawing/2014/main" id="{F0EB32A8-798F-A195-E34A-115527F896CB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1356236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1" r:id="rId1"/>
    <p:sldLayoutId id="2147484222" r:id="rId2"/>
    <p:sldLayoutId id="2147484223" r:id="rId3"/>
    <p:sldLayoutId id="2147484224" r:id="rId4"/>
    <p:sldLayoutId id="2147484225" r:id="rId5"/>
    <p:sldLayoutId id="2147484226" r:id="rId6"/>
    <p:sldLayoutId id="2147484227" r:id="rId7"/>
  </p:sldLayoutIdLst>
  <p:hf hdr="0" dt="0"/>
  <p:txStyles>
    <p:titleStyle>
      <a:lvl1pPr algn="ctr" defTabSz="1219200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219200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ctr" defTabSz="1219200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ctr" defTabSz="1219200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ctr" defTabSz="1219200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ctr" defTabSz="1219200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ctr" defTabSz="1219200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ctr" defTabSz="1219200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ctr" defTabSz="1219200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457200" indent="-457200" algn="l" defTabSz="1219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6pPr>
      <a:lvl7pPr marL="3962399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7pPr>
      <a:lvl8pPr marL="4571999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8pPr>
      <a:lvl9pPr marL="5181599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199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799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notesSlide" Target="../notesSlides/notesSlide4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slideLayout" Target="../slideLayouts/slideLayout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520B04DA-4055-349A-D80B-E67164148E87}"/>
              </a:ext>
            </a:extLst>
          </p:cNvPr>
          <p:cNvSpPr txBox="1"/>
          <p:nvPr/>
        </p:nvSpPr>
        <p:spPr>
          <a:xfrm>
            <a:off x="668867" y="1075740"/>
            <a:ext cx="11065933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Cloud Computing: </a:t>
            </a:r>
            <a:r>
              <a:rPr lang="es-ES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Servicios de computación a través de Internet. Usuarios consumen recursos y servicios sin requerir infraestructuras propias.</a:t>
            </a:r>
          </a:p>
          <a:p>
            <a:pPr marL="285750" indent="-28575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Internet de las cosas (</a:t>
            </a:r>
            <a:r>
              <a:rPr lang="es-ES" b="1" dirty="0" err="1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IoT</a:t>
            </a:r>
            <a:r>
              <a:rPr lang="es-ES" b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): </a:t>
            </a:r>
            <a:r>
              <a:rPr lang="es-ES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Dispositivos físicos interconectados para monitorear y controlar activos y actividades.</a:t>
            </a:r>
          </a:p>
          <a:p>
            <a:pPr marL="285750" indent="-28575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Big Data: </a:t>
            </a:r>
            <a:r>
              <a:rPr lang="es-ES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Refiere a grandes conjuntos de datos complejos que requieren herramientas especializadas para su procesamiento y análisis, revelando patrones y conocimientos relevantes sobre comportamientos y consumos de los usuarios.</a:t>
            </a:r>
          </a:p>
          <a:p>
            <a:pPr marL="285750" indent="-28575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s-ES" b="1" dirty="0" err="1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Blockchain</a:t>
            </a:r>
            <a:r>
              <a:rPr lang="es-ES" b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: </a:t>
            </a:r>
            <a:r>
              <a:rPr lang="es-ES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Protocolo seguro que permite verifica transacciones sin autoridad central, utilizado en aplicaciones financieras como Bitcoin, certificados, títulos de propiedad y procesos médicos entre otros.</a:t>
            </a:r>
          </a:p>
          <a:p>
            <a:pPr marL="285750" indent="-28575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Realidad Aumentada: </a:t>
            </a:r>
            <a:r>
              <a:rPr lang="es-ES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Combina elementos del mundo real con elementos virtuales para mejorar la percepción de la realidad.</a:t>
            </a:r>
          </a:p>
          <a:p>
            <a:pPr marL="285750" indent="-28575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Realidad Virtual: </a:t>
            </a:r>
            <a:r>
              <a:rPr lang="es-ES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Simulación computarizada inmersiva que recrea un entorno tridimensional donde los usuarios pueden sumergirse y explorar.</a:t>
            </a:r>
          </a:p>
          <a:p>
            <a:pPr marL="285750" indent="-28575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Plataformas tecnológicas: </a:t>
            </a:r>
            <a:r>
              <a:rPr lang="es-ES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Facilitan la conexión de personas, activos y datos, y crean nuevas formas de consumo de bienes y servicios. Ejemplos Uber, Spotify, Netflix, han transformado la forma en que las personas acceden a servicios.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="" xmlns:a16="http://schemas.microsoft.com/office/drawing/2014/main" id="{229C2142-C0AE-AAE5-038A-923C92A48714}"/>
              </a:ext>
            </a:extLst>
          </p:cNvPr>
          <p:cNvSpPr txBox="1"/>
          <p:nvPr/>
        </p:nvSpPr>
        <p:spPr>
          <a:xfrm>
            <a:off x="2863850" y="334615"/>
            <a:ext cx="6100232" cy="52322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>
            <a:defPPr>
              <a:defRPr lang="en-US"/>
            </a:defPPr>
            <a:lvl1pPr algn="ctr" defTabSz="1218458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1D1D1A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s-ES" dirty="0">
                <a:solidFill>
                  <a:srgbClr val="0062AC"/>
                </a:solidFill>
              </a:rPr>
              <a:t>¿Cuál es el impulsor Digital?</a:t>
            </a:r>
          </a:p>
        </p:txBody>
      </p:sp>
    </p:spTree>
    <p:extLst>
      <p:ext uri="{BB962C8B-B14F-4D97-AF65-F5344CB8AC3E}">
        <p14:creationId xmlns:p14="http://schemas.microsoft.com/office/powerpoint/2010/main" val="80041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520B04DA-4055-349A-D80B-E67164148E87}"/>
              </a:ext>
            </a:extLst>
          </p:cNvPr>
          <p:cNvSpPr txBox="1"/>
          <p:nvPr/>
        </p:nvSpPr>
        <p:spPr>
          <a:xfrm>
            <a:off x="2013214" y="5136049"/>
            <a:ext cx="96750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s-ES" sz="2000" b="1" dirty="0">
              <a:solidFill>
                <a:srgbClr val="37415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="" xmlns:a16="http://schemas.microsoft.com/office/drawing/2014/main" id="{BE454F36-2D1C-0F1B-FDF8-704B0929574D}"/>
              </a:ext>
            </a:extLst>
          </p:cNvPr>
          <p:cNvSpPr txBox="1"/>
          <p:nvPr/>
        </p:nvSpPr>
        <p:spPr>
          <a:xfrm>
            <a:off x="2863850" y="551414"/>
            <a:ext cx="6100232" cy="52322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>
            <a:defPPr>
              <a:defRPr lang="en-US"/>
            </a:defPPr>
            <a:lvl1pPr algn="ctr" defTabSz="1218458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1D1D1A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s-ES" dirty="0">
                <a:solidFill>
                  <a:srgbClr val="0062AC"/>
                </a:solidFill>
              </a:rPr>
              <a:t>¿Cuál es el impulsor Biológica?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B04518AC-2284-D800-68E4-BEA9DCEA7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530" y="1172291"/>
            <a:ext cx="11688233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altLang="es-A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Roboto Thin" panose="02000000000000000000" pitchFamily="2" charset="0"/>
              <a:ea typeface="Roboto Thin" panose="02000000000000000000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Innovaciones en Genética: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Reducción del costo y facilidad de secuenciación genética ADN.</a:t>
            </a:r>
            <a:b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</a:b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Proyecto Genoma Humano tomó más de diez años y 2.700 millones de </a:t>
            </a:r>
            <a:r>
              <a:rPr kumimoji="0" lang="es-AR" altLang="es-A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dólares.Hoy</a:t>
            </a: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, un genoma se secuencia en pocas horas y por menos de 1.000 dólares.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AR" altLang="es-A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Roboto Thin" panose="02000000000000000000" pitchFamily="2" charset="0"/>
              <a:ea typeface="Roboto Thin" panose="02000000000000000000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Biología sintética: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Permite la personalización de organismos mediante la configuración del ADN.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AR" altLang="es-A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Roboto Thin" panose="02000000000000000000" pitchFamily="2" charset="0"/>
              <a:ea typeface="Roboto Thin" panose="02000000000000000000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Revolución en medicina personalizada: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Mejora en el tratamiento del cáncer al determinar la constitución genética de un tumor.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Medicina más precisa y terapias dirigidas.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AR" altLang="es-A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Roboto Thin" panose="02000000000000000000" pitchFamily="2" charset="0"/>
              <a:ea typeface="Roboto Thin" panose="02000000000000000000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Ingeniería genética: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Más precisa, eficaz y fácil de usar.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Limitaciones jurídicas, regulatorias y éticas.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Modificación de animales y creación de cultivos resistentes.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Diseño de animales para producir productos farmacéuticos y órganos de trasplante.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AR" altLang="es-A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boto Thin" panose="02000000000000000000" pitchFamily="2" charset="0"/>
              <a:ea typeface="Roboto Thin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300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4" descr="La Cuarta Revolución Industrial en el Perú para las PYMES | DIARIO DEL  EXPORTADOR">
            <a:extLst>
              <a:ext uri="{FF2B5EF4-FFF2-40B4-BE49-F238E27FC236}">
                <a16:creationId xmlns="" xmlns:a16="http://schemas.microsoft.com/office/drawing/2014/main" id="{83DA3E7C-7A50-4731-177C-BCF6BC789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60470" y="2657201"/>
            <a:ext cx="6681047" cy="3836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La Industria 5.0 eleva la competitividad de las pymes - Automatización en  la Industria 4.0">
            <a:extLst>
              <a:ext uri="{FF2B5EF4-FFF2-40B4-BE49-F238E27FC236}">
                <a16:creationId xmlns="" xmlns:a16="http://schemas.microsoft.com/office/drawing/2014/main" id="{16FB3AB0-892B-C798-8029-4B33B1D40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2561" y="1482"/>
            <a:ext cx="2785385" cy="1591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uadroTexto 11">
            <a:extLst>
              <a:ext uri="{FF2B5EF4-FFF2-40B4-BE49-F238E27FC236}">
                <a16:creationId xmlns="" xmlns:a16="http://schemas.microsoft.com/office/drawing/2014/main" id="{3C0955AF-072B-5A85-0587-C7811E486EB5}"/>
              </a:ext>
            </a:extLst>
          </p:cNvPr>
          <p:cNvSpPr txBox="1"/>
          <p:nvPr/>
        </p:nvSpPr>
        <p:spPr>
          <a:xfrm>
            <a:off x="4582984" y="3191194"/>
            <a:ext cx="698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4800" baseline="-25000" dirty="0"/>
              <a:t>+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="" xmlns:a16="http://schemas.microsoft.com/office/drawing/2014/main" id="{4D60BB30-BCA7-6962-5B6A-32A273C6D4E5}"/>
              </a:ext>
            </a:extLst>
          </p:cNvPr>
          <p:cNvSpPr txBox="1"/>
          <p:nvPr/>
        </p:nvSpPr>
        <p:spPr>
          <a:xfrm>
            <a:off x="7611648" y="2002366"/>
            <a:ext cx="698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4800" baseline="-25000" dirty="0"/>
              <a:t>=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="" xmlns:a16="http://schemas.microsoft.com/office/drawing/2014/main" id="{ABBE3185-EE56-3B9E-1A24-BBB727EEC824}"/>
              </a:ext>
            </a:extLst>
          </p:cNvPr>
          <p:cNvGrpSpPr/>
          <p:nvPr/>
        </p:nvGrpSpPr>
        <p:grpSpPr>
          <a:xfrm>
            <a:off x="8793632" y="290930"/>
            <a:ext cx="3205163" cy="1943535"/>
            <a:chOff x="7792634" y="2083097"/>
            <a:chExt cx="4306888" cy="2712939"/>
          </a:xfrm>
        </p:grpSpPr>
        <p:pic>
          <p:nvPicPr>
            <p:cNvPr id="5130" name="Picture 10" descr="Qubix | Cloud Planning Business Case Builder">
              <a:extLst>
                <a:ext uri="{FF2B5EF4-FFF2-40B4-BE49-F238E27FC236}">
                  <a16:creationId xmlns="" xmlns:a16="http://schemas.microsoft.com/office/drawing/2014/main" id="{B260179E-CC45-C378-AC95-77EAE61509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2634" y="2083097"/>
              <a:ext cx="4306888" cy="26918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CuadroTexto 13">
              <a:extLst>
                <a:ext uri="{FF2B5EF4-FFF2-40B4-BE49-F238E27FC236}">
                  <a16:creationId xmlns="" xmlns:a16="http://schemas.microsoft.com/office/drawing/2014/main" id="{C81F3BDE-F681-F03D-6624-068B1D5BD5C5}"/>
                </a:ext>
              </a:extLst>
            </p:cNvPr>
            <p:cNvSpPr txBox="1"/>
            <p:nvPr/>
          </p:nvSpPr>
          <p:spPr>
            <a:xfrm>
              <a:off x="9895408" y="4280493"/>
              <a:ext cx="2073449" cy="515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s-AR" b="1" dirty="0">
                  <a:solidFill>
                    <a:srgbClr val="188BCA"/>
                  </a:solidFill>
                  <a:latin typeface="+mj-lt"/>
                  <a:ea typeface="Roboto" panose="02000000000000000000" pitchFamily="2" charset="0"/>
                </a:rPr>
                <a:t>Industria 5.0</a:t>
              </a:r>
            </a:p>
          </p:txBody>
        </p:sp>
      </p:grpSp>
      <p:sp>
        <p:nvSpPr>
          <p:cNvPr id="16" name="CuadroTexto 15">
            <a:extLst>
              <a:ext uri="{FF2B5EF4-FFF2-40B4-BE49-F238E27FC236}">
                <a16:creationId xmlns="" xmlns:a16="http://schemas.microsoft.com/office/drawing/2014/main" id="{844E2A06-7283-E228-745F-992F3749DA54}"/>
              </a:ext>
            </a:extLst>
          </p:cNvPr>
          <p:cNvSpPr txBox="1"/>
          <p:nvPr/>
        </p:nvSpPr>
        <p:spPr>
          <a:xfrm>
            <a:off x="8956186" y="2505669"/>
            <a:ext cx="30426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chemeClr val="bg1">
                    <a:lumMod val="90000"/>
                    <a:lumOff val="10000"/>
                  </a:schemeClr>
                </a:solidFill>
                <a:latin typeface="Open Sans" panose="020B0606030504020204" pitchFamily="34" charset="0"/>
              </a:rPr>
              <a:t>C</a:t>
            </a:r>
            <a:r>
              <a:rPr lang="es-ES" sz="1600" b="0" i="0" dirty="0">
                <a:solidFill>
                  <a:schemeClr val="bg1">
                    <a:lumMod val="90000"/>
                    <a:lumOff val="10000"/>
                  </a:schemeClr>
                </a:solidFill>
                <a:effectLst/>
                <a:latin typeface="Open Sans" panose="020B0606030504020204" pitchFamily="34" charset="0"/>
              </a:rPr>
              <a:t>olaboración entre la IA y humanos para mejorar la productividad y la eficiencia. </a:t>
            </a:r>
            <a:endParaRPr lang="es-AR" sz="1600" dirty="0">
              <a:solidFill>
                <a:schemeClr val="bg1">
                  <a:lumMod val="90000"/>
                  <a:lumOff val="10000"/>
                </a:schemeClr>
              </a:solidFill>
            </a:endParaRPr>
          </a:p>
        </p:txBody>
      </p:sp>
      <p:grpSp>
        <p:nvGrpSpPr>
          <p:cNvPr id="17" name="Grupo 16">
            <a:extLst>
              <a:ext uri="{FF2B5EF4-FFF2-40B4-BE49-F238E27FC236}">
                <a16:creationId xmlns="" xmlns:a16="http://schemas.microsoft.com/office/drawing/2014/main" id="{27CCC3ED-0305-AB58-1AC5-0D84421CDC3A}"/>
              </a:ext>
            </a:extLst>
          </p:cNvPr>
          <p:cNvGrpSpPr/>
          <p:nvPr/>
        </p:nvGrpSpPr>
        <p:grpSpPr>
          <a:xfrm>
            <a:off x="5798364" y="2160407"/>
            <a:ext cx="1537023" cy="2145272"/>
            <a:chOff x="5034428" y="3052393"/>
            <a:chExt cx="1155700" cy="1559651"/>
          </a:xfrm>
        </p:grpSpPr>
        <p:sp>
          <p:nvSpPr>
            <p:cNvPr id="6" name="CuadroTexto 5">
              <a:extLst>
                <a:ext uri="{FF2B5EF4-FFF2-40B4-BE49-F238E27FC236}">
                  <a16:creationId xmlns="" xmlns:a16="http://schemas.microsoft.com/office/drawing/2014/main" id="{83F04D1B-71F1-A347-BA29-74704039841C}"/>
                </a:ext>
              </a:extLst>
            </p:cNvPr>
            <p:cNvSpPr txBox="1"/>
            <p:nvPr/>
          </p:nvSpPr>
          <p:spPr>
            <a:xfrm>
              <a:off x="5162711" y="4211934"/>
              <a:ext cx="10274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s-AR" sz="2000" dirty="0">
                  <a:solidFill>
                    <a:schemeClr val="bg1">
                      <a:lumMod val="90000"/>
                      <a:lumOff val="1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IA y ML</a:t>
              </a:r>
            </a:p>
          </p:txBody>
        </p:sp>
        <p:pic>
          <p:nvPicPr>
            <p:cNvPr id="10" name="Imagen 9" descr="Una caricatura de una persona&#10;&#10;Descripción generada automáticamente con confianza baja">
              <a:extLst>
                <a:ext uri="{FF2B5EF4-FFF2-40B4-BE49-F238E27FC236}">
                  <a16:creationId xmlns="" xmlns:a16="http://schemas.microsoft.com/office/drawing/2014/main" id="{B8AB1BC1-C92E-0F31-1063-23B0EA6F7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34428" y="3052393"/>
              <a:ext cx="1051253" cy="10987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92242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19">
            <a:extLst>
              <a:ext uri="{FF2B5EF4-FFF2-40B4-BE49-F238E27FC236}">
                <a16:creationId xmlns="" xmlns:a16="http://schemas.microsoft.com/office/drawing/2014/main" id="{92E741E5-104F-1001-87BD-4ED70B756CA1}"/>
              </a:ext>
            </a:extLst>
          </p:cNvPr>
          <p:cNvGrpSpPr/>
          <p:nvPr/>
        </p:nvGrpSpPr>
        <p:grpSpPr>
          <a:xfrm>
            <a:off x="494208" y="1087277"/>
            <a:ext cx="3373115" cy="351654"/>
            <a:chOff x="3776724" y="2401006"/>
            <a:chExt cx="5339049" cy="542681"/>
          </a:xfrm>
        </p:grpSpPr>
        <p:sp>
          <p:nvSpPr>
            <p:cNvPr id="10" name="MH_Entry_1">
              <a:hlinkClick r:id="" action="ppaction://noaction"/>
              <a:extLst>
                <a:ext uri="{FF2B5EF4-FFF2-40B4-BE49-F238E27FC236}">
                  <a16:creationId xmlns="" xmlns:a16="http://schemas.microsoft.com/office/drawing/2014/main" id="{406897C9-BBFE-B8EE-54C7-47B40CF12F19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4003578" y="2401006"/>
              <a:ext cx="5112195" cy="542681"/>
            </a:xfrm>
            <a:custGeom>
              <a:avLst/>
              <a:gdLst>
                <a:gd name="connsiteX0" fmla="*/ 0 w 4234772"/>
                <a:gd name="connsiteY0" fmla="*/ 0 h 539998"/>
                <a:gd name="connsiteX1" fmla="*/ 4234772 w 4234772"/>
                <a:gd name="connsiteY1" fmla="*/ 0 h 539998"/>
                <a:gd name="connsiteX2" fmla="*/ 4234772 w 4234772"/>
                <a:gd name="connsiteY2" fmla="*/ 539998 h 539998"/>
                <a:gd name="connsiteX3" fmla="*/ 0 w 4234772"/>
                <a:gd name="connsiteY3" fmla="*/ 539998 h 539998"/>
                <a:gd name="connsiteX4" fmla="*/ 0 w 4234772"/>
                <a:gd name="connsiteY4" fmla="*/ 0 h 539998"/>
                <a:gd name="connsiteX0" fmla="*/ 4234772 w 4326212"/>
                <a:gd name="connsiteY0" fmla="*/ 539998 h 631438"/>
                <a:gd name="connsiteX1" fmla="*/ 0 w 4326212"/>
                <a:gd name="connsiteY1" fmla="*/ 539998 h 631438"/>
                <a:gd name="connsiteX2" fmla="*/ 0 w 4326212"/>
                <a:gd name="connsiteY2" fmla="*/ 0 h 631438"/>
                <a:gd name="connsiteX3" fmla="*/ 4234772 w 4326212"/>
                <a:gd name="connsiteY3" fmla="*/ 0 h 631438"/>
                <a:gd name="connsiteX4" fmla="*/ 4326212 w 4326212"/>
                <a:gd name="connsiteY4" fmla="*/ 631438 h 631438"/>
                <a:gd name="connsiteX0" fmla="*/ 4234772 w 4234772"/>
                <a:gd name="connsiteY0" fmla="*/ 539998 h 539998"/>
                <a:gd name="connsiteX1" fmla="*/ 0 w 4234772"/>
                <a:gd name="connsiteY1" fmla="*/ 539998 h 539998"/>
                <a:gd name="connsiteX2" fmla="*/ 0 w 4234772"/>
                <a:gd name="connsiteY2" fmla="*/ 0 h 539998"/>
                <a:gd name="connsiteX3" fmla="*/ 4234772 w 4234772"/>
                <a:gd name="connsiteY3" fmla="*/ 0 h 53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4772" h="539998">
                  <a:moveTo>
                    <a:pt x="4234772" y="539998"/>
                  </a:moveTo>
                  <a:lnTo>
                    <a:pt x="0" y="539998"/>
                  </a:lnTo>
                  <a:lnTo>
                    <a:pt x="0" y="0"/>
                  </a:lnTo>
                  <a:lnTo>
                    <a:pt x="4234772" y="0"/>
                  </a:lnTo>
                </a:path>
              </a:pathLst>
            </a:custGeom>
            <a:noFill/>
            <a:ln w="3175">
              <a:solidFill>
                <a:srgbClr val="5B9BD5">
                  <a:lumMod val="60000"/>
                  <a:lumOff val="40000"/>
                </a:srgbClr>
              </a:solidFill>
            </a:ln>
          </p:spPr>
          <p:txBody>
            <a:bodyPr wrap="square" lIns="395701" tIns="0" rIns="0" bIns="0" rtlCol="0" anchor="ctr" anchorCtr="0">
              <a:normAutofit/>
            </a:bodyPr>
            <a:lstStyle/>
            <a:p>
              <a:pPr defTabSz="913760">
                <a:lnSpc>
                  <a:spcPct val="120000"/>
                </a:lnSpc>
              </a:pPr>
              <a:r>
                <a:rPr lang="es-ES" altLang="zh-CN" sz="1400" kern="0" dirty="0">
                  <a:latin typeface="Roboto" panose="02000000000000000000" pitchFamily="2" charset="0"/>
                  <a:ea typeface="微软雅黑" panose="020B0503020204020204" pitchFamily="34" charset="-122"/>
                  <a:sym typeface="Arial" panose="020B0604020202020204" pitchFamily="34" charset="0"/>
                </a:rPr>
                <a:t>Capacidad de resolver problemas</a:t>
              </a:r>
              <a:endParaRPr lang="en-US" altLang="zh-CN" sz="1400" kern="0" dirty="0">
                <a:latin typeface="Roboto" panose="02000000000000000000" pitchFamily="2" charset="0"/>
                <a:ea typeface="Roboto" panose="02000000000000000000" pitchFamily="2" charset="0"/>
                <a:sym typeface="Arial" panose="020B0604020202020204" pitchFamily="34" charset="0"/>
              </a:endParaRPr>
            </a:p>
          </p:txBody>
        </p:sp>
        <p:sp>
          <p:nvSpPr>
            <p:cNvPr id="11" name="MH_Number_1">
              <a:hlinkClick r:id="" action="ppaction://noaction"/>
              <a:extLst>
                <a:ext uri="{FF2B5EF4-FFF2-40B4-BE49-F238E27FC236}">
                  <a16:creationId xmlns="" xmlns:a16="http://schemas.microsoft.com/office/drawing/2014/main" id="{7DEF7F8F-88A9-C3FC-3096-1BBE45F6BC8F}"/>
                </a:ext>
              </a:extLst>
            </p:cNvPr>
            <p:cNvSpPr>
              <a:spLocks/>
            </p:cNvSpPr>
            <p:nvPr>
              <p:custDataLst>
                <p:tags r:id="rId18"/>
              </p:custDataLst>
            </p:nvPr>
          </p:nvSpPr>
          <p:spPr bwMode="auto">
            <a:xfrm>
              <a:off x="3776724" y="2401006"/>
              <a:ext cx="556091" cy="542681"/>
            </a:xfrm>
            <a:prstGeom prst="ellipse">
              <a:avLst/>
            </a:prstGeom>
            <a:solidFill>
              <a:srgbClr val="5B9BD5"/>
            </a:solidFill>
            <a:ln w="9525">
              <a:solidFill>
                <a:srgbClr val="5B9BD5"/>
              </a:solidFill>
              <a:miter lim="800000"/>
              <a:headEnd/>
              <a:tailE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 defTabSz="91376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400" kern="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  <a:sym typeface="Arial" panose="020B0604020202020204" pitchFamily="34" charset="0"/>
                </a:rPr>
                <a:t>1</a:t>
              </a:r>
              <a:endParaRPr lang="zh-CN" altLang="en-US" sz="1400" kern="0" dirty="0">
                <a:solidFill>
                  <a:srgbClr val="FFFFFF"/>
                </a:solidFill>
                <a:latin typeface="Roboto" panose="02000000000000000000" pitchFamily="2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2" name="组合 19">
            <a:extLst>
              <a:ext uri="{FF2B5EF4-FFF2-40B4-BE49-F238E27FC236}">
                <a16:creationId xmlns="" xmlns:a16="http://schemas.microsoft.com/office/drawing/2014/main" id="{46A91091-D20A-75FE-E3F8-9766F9DFDFC8}"/>
              </a:ext>
            </a:extLst>
          </p:cNvPr>
          <p:cNvGrpSpPr/>
          <p:nvPr/>
        </p:nvGrpSpPr>
        <p:grpSpPr>
          <a:xfrm>
            <a:off x="494208" y="2433858"/>
            <a:ext cx="3373115" cy="351654"/>
            <a:chOff x="3776724" y="2401006"/>
            <a:chExt cx="5339049" cy="542681"/>
          </a:xfrm>
        </p:grpSpPr>
        <p:sp>
          <p:nvSpPr>
            <p:cNvPr id="13" name="MH_Entry_1">
              <a:hlinkClick r:id="" action="ppaction://noaction"/>
              <a:extLst>
                <a:ext uri="{FF2B5EF4-FFF2-40B4-BE49-F238E27FC236}">
                  <a16:creationId xmlns="" xmlns:a16="http://schemas.microsoft.com/office/drawing/2014/main" id="{4E6AA204-2A63-EEC6-30C2-4C14E070C7D3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4003578" y="2401006"/>
              <a:ext cx="5112195" cy="542681"/>
            </a:xfrm>
            <a:custGeom>
              <a:avLst/>
              <a:gdLst>
                <a:gd name="connsiteX0" fmla="*/ 0 w 4234772"/>
                <a:gd name="connsiteY0" fmla="*/ 0 h 539998"/>
                <a:gd name="connsiteX1" fmla="*/ 4234772 w 4234772"/>
                <a:gd name="connsiteY1" fmla="*/ 0 h 539998"/>
                <a:gd name="connsiteX2" fmla="*/ 4234772 w 4234772"/>
                <a:gd name="connsiteY2" fmla="*/ 539998 h 539998"/>
                <a:gd name="connsiteX3" fmla="*/ 0 w 4234772"/>
                <a:gd name="connsiteY3" fmla="*/ 539998 h 539998"/>
                <a:gd name="connsiteX4" fmla="*/ 0 w 4234772"/>
                <a:gd name="connsiteY4" fmla="*/ 0 h 539998"/>
                <a:gd name="connsiteX0" fmla="*/ 4234772 w 4326212"/>
                <a:gd name="connsiteY0" fmla="*/ 539998 h 631438"/>
                <a:gd name="connsiteX1" fmla="*/ 0 w 4326212"/>
                <a:gd name="connsiteY1" fmla="*/ 539998 h 631438"/>
                <a:gd name="connsiteX2" fmla="*/ 0 w 4326212"/>
                <a:gd name="connsiteY2" fmla="*/ 0 h 631438"/>
                <a:gd name="connsiteX3" fmla="*/ 4234772 w 4326212"/>
                <a:gd name="connsiteY3" fmla="*/ 0 h 631438"/>
                <a:gd name="connsiteX4" fmla="*/ 4326212 w 4326212"/>
                <a:gd name="connsiteY4" fmla="*/ 631438 h 631438"/>
                <a:gd name="connsiteX0" fmla="*/ 4234772 w 4234772"/>
                <a:gd name="connsiteY0" fmla="*/ 539998 h 539998"/>
                <a:gd name="connsiteX1" fmla="*/ 0 w 4234772"/>
                <a:gd name="connsiteY1" fmla="*/ 539998 h 539998"/>
                <a:gd name="connsiteX2" fmla="*/ 0 w 4234772"/>
                <a:gd name="connsiteY2" fmla="*/ 0 h 539998"/>
                <a:gd name="connsiteX3" fmla="*/ 4234772 w 4234772"/>
                <a:gd name="connsiteY3" fmla="*/ 0 h 53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4772" h="539998">
                  <a:moveTo>
                    <a:pt x="4234772" y="539998"/>
                  </a:moveTo>
                  <a:lnTo>
                    <a:pt x="0" y="539998"/>
                  </a:lnTo>
                  <a:lnTo>
                    <a:pt x="0" y="0"/>
                  </a:lnTo>
                  <a:lnTo>
                    <a:pt x="4234772" y="0"/>
                  </a:lnTo>
                </a:path>
              </a:pathLst>
            </a:custGeom>
            <a:noFill/>
            <a:ln w="3175">
              <a:solidFill>
                <a:srgbClr val="5B9BD5">
                  <a:lumMod val="60000"/>
                  <a:lumOff val="40000"/>
                </a:srgbClr>
              </a:solidFill>
            </a:ln>
          </p:spPr>
          <p:txBody>
            <a:bodyPr wrap="square" lIns="395701" tIns="0" rIns="0" bIns="0" rtlCol="0" anchor="ctr" anchorCtr="0">
              <a:normAutofit/>
            </a:bodyPr>
            <a:lstStyle/>
            <a:p>
              <a:pPr defTabSz="913760">
                <a:lnSpc>
                  <a:spcPct val="120000"/>
                </a:lnSpc>
              </a:pPr>
              <a:r>
                <a:rPr lang="es-ES" altLang="zh-CN" sz="1400" kern="0" dirty="0">
                  <a:latin typeface="Roboto" panose="02000000000000000000" pitchFamily="2" charset="0"/>
                  <a:ea typeface="微软雅黑" panose="020B0503020204020204" pitchFamily="34" charset="-122"/>
                  <a:sym typeface="Arial" panose="020B0604020202020204" pitchFamily="34" charset="0"/>
                </a:rPr>
                <a:t>Abordaje metodológico</a:t>
              </a:r>
              <a:endParaRPr lang="en-US" altLang="zh-CN" sz="1400" kern="0" dirty="0">
                <a:latin typeface="Roboto" panose="02000000000000000000" pitchFamily="2" charset="0"/>
                <a:ea typeface="Roboto" panose="02000000000000000000" pitchFamily="2" charset="0"/>
                <a:sym typeface="Arial" panose="020B0604020202020204" pitchFamily="34" charset="0"/>
              </a:endParaRPr>
            </a:p>
          </p:txBody>
        </p:sp>
        <p:sp>
          <p:nvSpPr>
            <p:cNvPr id="14" name="MH_Number_1">
              <a:hlinkClick r:id="" action="ppaction://noaction"/>
              <a:extLst>
                <a:ext uri="{FF2B5EF4-FFF2-40B4-BE49-F238E27FC236}">
                  <a16:creationId xmlns="" xmlns:a16="http://schemas.microsoft.com/office/drawing/2014/main" id="{36776AD8-91B7-5140-6093-48F76EA0673C}"/>
                </a:ext>
              </a:extLst>
            </p:cNvPr>
            <p:cNvSpPr>
              <a:spLocks/>
            </p:cNvSpPr>
            <p:nvPr>
              <p:custDataLst>
                <p:tags r:id="rId16"/>
              </p:custDataLst>
            </p:nvPr>
          </p:nvSpPr>
          <p:spPr bwMode="auto">
            <a:xfrm>
              <a:off x="3776724" y="2401006"/>
              <a:ext cx="556091" cy="542681"/>
            </a:xfrm>
            <a:prstGeom prst="ellipse">
              <a:avLst/>
            </a:prstGeom>
            <a:solidFill>
              <a:srgbClr val="5B9BD5"/>
            </a:solidFill>
            <a:ln w="9525">
              <a:solidFill>
                <a:srgbClr val="5B9BD5"/>
              </a:solidFill>
              <a:miter lim="800000"/>
              <a:headEnd/>
              <a:tailE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 defTabSz="91376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400" kern="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endParaRPr lang="zh-CN" altLang="en-US" sz="1400" kern="0" dirty="0">
                <a:solidFill>
                  <a:srgbClr val="FFFFFF"/>
                </a:solidFill>
                <a:latin typeface="Roboto" panose="02000000000000000000" pitchFamily="2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5" name="组合 19">
            <a:extLst>
              <a:ext uri="{FF2B5EF4-FFF2-40B4-BE49-F238E27FC236}">
                <a16:creationId xmlns="" xmlns:a16="http://schemas.microsoft.com/office/drawing/2014/main" id="{D4BF1E87-2768-46E3-BF20-6A64027E9BD9}"/>
              </a:ext>
            </a:extLst>
          </p:cNvPr>
          <p:cNvGrpSpPr/>
          <p:nvPr/>
        </p:nvGrpSpPr>
        <p:grpSpPr>
          <a:xfrm>
            <a:off x="494208" y="3908734"/>
            <a:ext cx="3373115" cy="351654"/>
            <a:chOff x="3776724" y="2401006"/>
            <a:chExt cx="5339049" cy="542681"/>
          </a:xfrm>
        </p:grpSpPr>
        <p:sp>
          <p:nvSpPr>
            <p:cNvPr id="16" name="MH_Entry_1">
              <a:hlinkClick r:id="" action="ppaction://noaction"/>
              <a:extLst>
                <a:ext uri="{FF2B5EF4-FFF2-40B4-BE49-F238E27FC236}">
                  <a16:creationId xmlns="" xmlns:a16="http://schemas.microsoft.com/office/drawing/2014/main" id="{BB1B5CFE-AE0C-6825-77CF-421CFC97B2DD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4003578" y="2401006"/>
              <a:ext cx="5112195" cy="542681"/>
            </a:xfrm>
            <a:custGeom>
              <a:avLst/>
              <a:gdLst>
                <a:gd name="connsiteX0" fmla="*/ 0 w 4234772"/>
                <a:gd name="connsiteY0" fmla="*/ 0 h 539998"/>
                <a:gd name="connsiteX1" fmla="*/ 4234772 w 4234772"/>
                <a:gd name="connsiteY1" fmla="*/ 0 h 539998"/>
                <a:gd name="connsiteX2" fmla="*/ 4234772 w 4234772"/>
                <a:gd name="connsiteY2" fmla="*/ 539998 h 539998"/>
                <a:gd name="connsiteX3" fmla="*/ 0 w 4234772"/>
                <a:gd name="connsiteY3" fmla="*/ 539998 h 539998"/>
                <a:gd name="connsiteX4" fmla="*/ 0 w 4234772"/>
                <a:gd name="connsiteY4" fmla="*/ 0 h 539998"/>
                <a:gd name="connsiteX0" fmla="*/ 4234772 w 4326212"/>
                <a:gd name="connsiteY0" fmla="*/ 539998 h 631438"/>
                <a:gd name="connsiteX1" fmla="*/ 0 w 4326212"/>
                <a:gd name="connsiteY1" fmla="*/ 539998 h 631438"/>
                <a:gd name="connsiteX2" fmla="*/ 0 w 4326212"/>
                <a:gd name="connsiteY2" fmla="*/ 0 h 631438"/>
                <a:gd name="connsiteX3" fmla="*/ 4234772 w 4326212"/>
                <a:gd name="connsiteY3" fmla="*/ 0 h 631438"/>
                <a:gd name="connsiteX4" fmla="*/ 4326212 w 4326212"/>
                <a:gd name="connsiteY4" fmla="*/ 631438 h 631438"/>
                <a:gd name="connsiteX0" fmla="*/ 4234772 w 4234772"/>
                <a:gd name="connsiteY0" fmla="*/ 539998 h 539998"/>
                <a:gd name="connsiteX1" fmla="*/ 0 w 4234772"/>
                <a:gd name="connsiteY1" fmla="*/ 539998 h 539998"/>
                <a:gd name="connsiteX2" fmla="*/ 0 w 4234772"/>
                <a:gd name="connsiteY2" fmla="*/ 0 h 539998"/>
                <a:gd name="connsiteX3" fmla="*/ 4234772 w 4234772"/>
                <a:gd name="connsiteY3" fmla="*/ 0 h 53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4772" h="539998">
                  <a:moveTo>
                    <a:pt x="4234772" y="539998"/>
                  </a:moveTo>
                  <a:lnTo>
                    <a:pt x="0" y="539998"/>
                  </a:lnTo>
                  <a:lnTo>
                    <a:pt x="0" y="0"/>
                  </a:lnTo>
                  <a:lnTo>
                    <a:pt x="4234772" y="0"/>
                  </a:lnTo>
                </a:path>
              </a:pathLst>
            </a:custGeom>
            <a:noFill/>
            <a:ln w="3175">
              <a:solidFill>
                <a:srgbClr val="5B9BD5">
                  <a:lumMod val="60000"/>
                  <a:lumOff val="40000"/>
                </a:srgbClr>
              </a:solidFill>
            </a:ln>
          </p:spPr>
          <p:txBody>
            <a:bodyPr wrap="square" lIns="395701" tIns="0" rIns="0" bIns="0" rtlCol="0" anchor="ctr" anchorCtr="0">
              <a:normAutofit/>
            </a:bodyPr>
            <a:lstStyle/>
            <a:p>
              <a:pPr defTabSz="913760">
                <a:lnSpc>
                  <a:spcPct val="120000"/>
                </a:lnSpc>
              </a:pPr>
              <a:r>
                <a:rPr lang="es-AR" altLang="zh-CN" sz="1400" kern="0" dirty="0">
                  <a:latin typeface="Roboto" panose="02000000000000000000" pitchFamily="2" charset="0"/>
                  <a:ea typeface="微软雅黑" panose="020B0503020204020204" pitchFamily="34" charset="-122"/>
                  <a:sym typeface="Arial" panose="020B0604020202020204" pitchFamily="34" charset="0"/>
                </a:rPr>
                <a:t>Trabajo en equipo</a:t>
              </a:r>
              <a:endParaRPr lang="en-US" altLang="zh-CN" sz="1400" kern="0" dirty="0">
                <a:latin typeface="Roboto" panose="02000000000000000000" pitchFamily="2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" name="MH_Number_1">
              <a:hlinkClick r:id="" action="ppaction://noaction"/>
              <a:extLst>
                <a:ext uri="{FF2B5EF4-FFF2-40B4-BE49-F238E27FC236}">
                  <a16:creationId xmlns="" xmlns:a16="http://schemas.microsoft.com/office/drawing/2014/main" id="{3338CB96-8C80-339B-0442-58C70E65153F}"/>
                </a:ext>
              </a:extLst>
            </p:cNvPr>
            <p:cNvSpPr>
              <a:spLocks/>
            </p:cNvSpPr>
            <p:nvPr>
              <p:custDataLst>
                <p:tags r:id="rId14"/>
              </p:custDataLst>
            </p:nvPr>
          </p:nvSpPr>
          <p:spPr bwMode="auto">
            <a:xfrm>
              <a:off x="3776724" y="2401006"/>
              <a:ext cx="556091" cy="542681"/>
            </a:xfrm>
            <a:prstGeom prst="ellipse">
              <a:avLst/>
            </a:prstGeom>
            <a:solidFill>
              <a:srgbClr val="5B9BD5"/>
            </a:solidFill>
            <a:ln w="9525">
              <a:solidFill>
                <a:srgbClr val="5B9BD5"/>
              </a:solidFill>
              <a:miter lim="800000"/>
              <a:headEnd/>
              <a:tailE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 defTabSz="91376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400" kern="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  <a:sym typeface="Arial" panose="020B0604020202020204" pitchFamily="34" charset="0"/>
                </a:rPr>
                <a:t>3</a:t>
              </a:r>
              <a:endParaRPr lang="zh-CN" altLang="en-US" sz="1400" kern="0" dirty="0">
                <a:solidFill>
                  <a:srgbClr val="FFFFFF"/>
                </a:solidFill>
                <a:latin typeface="Roboto" panose="02000000000000000000" pitchFamily="2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8" name="组合 19">
            <a:extLst>
              <a:ext uri="{FF2B5EF4-FFF2-40B4-BE49-F238E27FC236}">
                <a16:creationId xmlns="" xmlns:a16="http://schemas.microsoft.com/office/drawing/2014/main" id="{71D4F2E3-A37D-AE99-3904-01688450874D}"/>
              </a:ext>
            </a:extLst>
          </p:cNvPr>
          <p:cNvGrpSpPr/>
          <p:nvPr/>
        </p:nvGrpSpPr>
        <p:grpSpPr>
          <a:xfrm>
            <a:off x="494208" y="5144821"/>
            <a:ext cx="3373115" cy="351654"/>
            <a:chOff x="3776724" y="2401006"/>
            <a:chExt cx="5339049" cy="542681"/>
          </a:xfrm>
        </p:grpSpPr>
        <p:sp>
          <p:nvSpPr>
            <p:cNvPr id="19" name="MH_Entry_1">
              <a:hlinkClick r:id="" action="ppaction://noaction"/>
              <a:extLst>
                <a:ext uri="{FF2B5EF4-FFF2-40B4-BE49-F238E27FC236}">
                  <a16:creationId xmlns="" xmlns:a16="http://schemas.microsoft.com/office/drawing/2014/main" id="{6EE2BDDC-B0C8-2148-2F56-A1673ABEDC88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4003578" y="2401006"/>
              <a:ext cx="5112195" cy="542681"/>
            </a:xfrm>
            <a:custGeom>
              <a:avLst/>
              <a:gdLst>
                <a:gd name="connsiteX0" fmla="*/ 0 w 4234772"/>
                <a:gd name="connsiteY0" fmla="*/ 0 h 539998"/>
                <a:gd name="connsiteX1" fmla="*/ 4234772 w 4234772"/>
                <a:gd name="connsiteY1" fmla="*/ 0 h 539998"/>
                <a:gd name="connsiteX2" fmla="*/ 4234772 w 4234772"/>
                <a:gd name="connsiteY2" fmla="*/ 539998 h 539998"/>
                <a:gd name="connsiteX3" fmla="*/ 0 w 4234772"/>
                <a:gd name="connsiteY3" fmla="*/ 539998 h 539998"/>
                <a:gd name="connsiteX4" fmla="*/ 0 w 4234772"/>
                <a:gd name="connsiteY4" fmla="*/ 0 h 539998"/>
                <a:gd name="connsiteX0" fmla="*/ 4234772 w 4326212"/>
                <a:gd name="connsiteY0" fmla="*/ 539998 h 631438"/>
                <a:gd name="connsiteX1" fmla="*/ 0 w 4326212"/>
                <a:gd name="connsiteY1" fmla="*/ 539998 h 631438"/>
                <a:gd name="connsiteX2" fmla="*/ 0 w 4326212"/>
                <a:gd name="connsiteY2" fmla="*/ 0 h 631438"/>
                <a:gd name="connsiteX3" fmla="*/ 4234772 w 4326212"/>
                <a:gd name="connsiteY3" fmla="*/ 0 h 631438"/>
                <a:gd name="connsiteX4" fmla="*/ 4326212 w 4326212"/>
                <a:gd name="connsiteY4" fmla="*/ 631438 h 631438"/>
                <a:gd name="connsiteX0" fmla="*/ 4234772 w 4234772"/>
                <a:gd name="connsiteY0" fmla="*/ 539998 h 539998"/>
                <a:gd name="connsiteX1" fmla="*/ 0 w 4234772"/>
                <a:gd name="connsiteY1" fmla="*/ 539998 h 539998"/>
                <a:gd name="connsiteX2" fmla="*/ 0 w 4234772"/>
                <a:gd name="connsiteY2" fmla="*/ 0 h 539998"/>
                <a:gd name="connsiteX3" fmla="*/ 4234772 w 4234772"/>
                <a:gd name="connsiteY3" fmla="*/ 0 h 53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4772" h="539998">
                  <a:moveTo>
                    <a:pt x="4234772" y="539998"/>
                  </a:moveTo>
                  <a:lnTo>
                    <a:pt x="0" y="539998"/>
                  </a:lnTo>
                  <a:lnTo>
                    <a:pt x="0" y="0"/>
                  </a:lnTo>
                  <a:lnTo>
                    <a:pt x="4234772" y="0"/>
                  </a:lnTo>
                </a:path>
              </a:pathLst>
            </a:custGeom>
            <a:noFill/>
            <a:ln w="3175">
              <a:solidFill>
                <a:srgbClr val="5B9BD5">
                  <a:lumMod val="60000"/>
                  <a:lumOff val="40000"/>
                </a:srgbClr>
              </a:solidFill>
            </a:ln>
          </p:spPr>
          <p:txBody>
            <a:bodyPr wrap="square" lIns="395701" tIns="0" rIns="0" bIns="0" rtlCol="0" anchor="ctr" anchorCtr="0">
              <a:normAutofit/>
            </a:bodyPr>
            <a:lstStyle/>
            <a:p>
              <a:pPr defTabSz="913760">
                <a:lnSpc>
                  <a:spcPct val="120000"/>
                </a:lnSpc>
              </a:pPr>
              <a:r>
                <a:rPr lang="es-AR" sz="1400" kern="0" dirty="0">
                  <a:latin typeface="Roboto" panose="02000000000000000000" pitchFamily="2" charset="0"/>
                  <a:ea typeface="微软雅黑" panose="020B0503020204020204" pitchFamily="34" charset="-122"/>
                </a:rPr>
                <a:t>Capacidad de aprender</a:t>
              </a:r>
              <a:endParaRPr lang="en-US" altLang="zh-CN" sz="1400" kern="0" dirty="0">
                <a:latin typeface="Roboto" panose="02000000000000000000" pitchFamily="2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" name="MH_Number_1">
              <a:hlinkClick r:id="" action="ppaction://noaction"/>
              <a:extLst>
                <a:ext uri="{FF2B5EF4-FFF2-40B4-BE49-F238E27FC236}">
                  <a16:creationId xmlns="" xmlns:a16="http://schemas.microsoft.com/office/drawing/2014/main" id="{AF88230C-EECC-1F2F-B5F0-33AFAFE2F890}"/>
                </a:ext>
              </a:extLst>
            </p:cNvPr>
            <p:cNvSpPr>
              <a:spLocks/>
            </p:cNvSpPr>
            <p:nvPr>
              <p:custDataLst>
                <p:tags r:id="rId12"/>
              </p:custDataLst>
            </p:nvPr>
          </p:nvSpPr>
          <p:spPr bwMode="auto">
            <a:xfrm>
              <a:off x="3776724" y="2401006"/>
              <a:ext cx="556091" cy="542681"/>
            </a:xfrm>
            <a:prstGeom prst="ellipse">
              <a:avLst/>
            </a:prstGeom>
            <a:solidFill>
              <a:srgbClr val="5B9BD5"/>
            </a:solidFill>
            <a:ln w="9525">
              <a:solidFill>
                <a:srgbClr val="5B9BD5"/>
              </a:solidFill>
              <a:miter lim="800000"/>
              <a:headEnd/>
              <a:tailE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 defTabSz="91376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400" kern="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  <a:sym typeface="Arial" panose="020B0604020202020204" pitchFamily="34" charset="0"/>
                </a:rPr>
                <a:t>4</a:t>
              </a:r>
              <a:endParaRPr lang="zh-CN" altLang="en-US" sz="1400" kern="0" dirty="0">
                <a:solidFill>
                  <a:srgbClr val="FFFFFF"/>
                </a:solidFill>
                <a:latin typeface="Roboto" panose="02000000000000000000" pitchFamily="2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21" name="组合 19">
            <a:extLst>
              <a:ext uri="{FF2B5EF4-FFF2-40B4-BE49-F238E27FC236}">
                <a16:creationId xmlns="" xmlns:a16="http://schemas.microsoft.com/office/drawing/2014/main" id="{15868C85-70D0-0E90-BA34-ADFC6BCD4482}"/>
              </a:ext>
            </a:extLst>
          </p:cNvPr>
          <p:cNvGrpSpPr/>
          <p:nvPr/>
        </p:nvGrpSpPr>
        <p:grpSpPr>
          <a:xfrm>
            <a:off x="5004518" y="3908734"/>
            <a:ext cx="3373115" cy="351654"/>
            <a:chOff x="3776724" y="2401006"/>
            <a:chExt cx="5339049" cy="542681"/>
          </a:xfrm>
        </p:grpSpPr>
        <p:sp>
          <p:nvSpPr>
            <p:cNvPr id="22" name="MH_Entry_1">
              <a:hlinkClick r:id="" action="ppaction://noaction"/>
              <a:extLst>
                <a:ext uri="{FF2B5EF4-FFF2-40B4-BE49-F238E27FC236}">
                  <a16:creationId xmlns="" xmlns:a16="http://schemas.microsoft.com/office/drawing/2014/main" id="{C366CAC5-1753-E9EF-45C8-90B92F1C26F0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4003578" y="2401006"/>
              <a:ext cx="5112195" cy="542681"/>
            </a:xfrm>
            <a:custGeom>
              <a:avLst/>
              <a:gdLst>
                <a:gd name="connsiteX0" fmla="*/ 0 w 4234772"/>
                <a:gd name="connsiteY0" fmla="*/ 0 h 539998"/>
                <a:gd name="connsiteX1" fmla="*/ 4234772 w 4234772"/>
                <a:gd name="connsiteY1" fmla="*/ 0 h 539998"/>
                <a:gd name="connsiteX2" fmla="*/ 4234772 w 4234772"/>
                <a:gd name="connsiteY2" fmla="*/ 539998 h 539998"/>
                <a:gd name="connsiteX3" fmla="*/ 0 w 4234772"/>
                <a:gd name="connsiteY3" fmla="*/ 539998 h 539998"/>
                <a:gd name="connsiteX4" fmla="*/ 0 w 4234772"/>
                <a:gd name="connsiteY4" fmla="*/ 0 h 539998"/>
                <a:gd name="connsiteX0" fmla="*/ 4234772 w 4326212"/>
                <a:gd name="connsiteY0" fmla="*/ 539998 h 631438"/>
                <a:gd name="connsiteX1" fmla="*/ 0 w 4326212"/>
                <a:gd name="connsiteY1" fmla="*/ 539998 h 631438"/>
                <a:gd name="connsiteX2" fmla="*/ 0 w 4326212"/>
                <a:gd name="connsiteY2" fmla="*/ 0 h 631438"/>
                <a:gd name="connsiteX3" fmla="*/ 4234772 w 4326212"/>
                <a:gd name="connsiteY3" fmla="*/ 0 h 631438"/>
                <a:gd name="connsiteX4" fmla="*/ 4326212 w 4326212"/>
                <a:gd name="connsiteY4" fmla="*/ 631438 h 631438"/>
                <a:gd name="connsiteX0" fmla="*/ 4234772 w 4234772"/>
                <a:gd name="connsiteY0" fmla="*/ 539998 h 539998"/>
                <a:gd name="connsiteX1" fmla="*/ 0 w 4234772"/>
                <a:gd name="connsiteY1" fmla="*/ 539998 h 539998"/>
                <a:gd name="connsiteX2" fmla="*/ 0 w 4234772"/>
                <a:gd name="connsiteY2" fmla="*/ 0 h 539998"/>
                <a:gd name="connsiteX3" fmla="*/ 4234772 w 4234772"/>
                <a:gd name="connsiteY3" fmla="*/ 0 h 53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4772" h="539998">
                  <a:moveTo>
                    <a:pt x="4234772" y="539998"/>
                  </a:moveTo>
                  <a:lnTo>
                    <a:pt x="0" y="539998"/>
                  </a:lnTo>
                  <a:lnTo>
                    <a:pt x="0" y="0"/>
                  </a:lnTo>
                  <a:lnTo>
                    <a:pt x="4234772" y="0"/>
                  </a:lnTo>
                </a:path>
              </a:pathLst>
            </a:custGeom>
            <a:noFill/>
            <a:ln w="3175">
              <a:solidFill>
                <a:srgbClr val="5B9BD5">
                  <a:lumMod val="60000"/>
                  <a:lumOff val="40000"/>
                </a:srgbClr>
              </a:solidFill>
            </a:ln>
          </p:spPr>
          <p:txBody>
            <a:bodyPr wrap="square" lIns="395701" tIns="0" rIns="0" bIns="0" rtlCol="0" anchor="ctr" anchorCtr="0">
              <a:normAutofit/>
            </a:bodyPr>
            <a:lstStyle/>
            <a:p>
              <a:pPr defTabSz="913760">
                <a:lnSpc>
                  <a:spcPct val="120000"/>
                </a:lnSpc>
              </a:pPr>
              <a:r>
                <a:rPr lang="es-AR" sz="1400" kern="0" dirty="0">
                  <a:latin typeface="Roboto" panose="02000000000000000000" pitchFamily="2" charset="0"/>
                  <a:ea typeface="微软雅黑" panose="020B0503020204020204" pitchFamily="34" charset="-122"/>
                </a:rPr>
                <a:t>Creatividad e innovación</a:t>
              </a:r>
              <a:endParaRPr lang="en-US" altLang="zh-CN" sz="1400" kern="0" dirty="0">
                <a:latin typeface="Roboto" panose="02000000000000000000" pitchFamily="2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3" name="MH_Number_1">
              <a:hlinkClick r:id="" action="ppaction://noaction"/>
              <a:extLst>
                <a:ext uri="{FF2B5EF4-FFF2-40B4-BE49-F238E27FC236}">
                  <a16:creationId xmlns="" xmlns:a16="http://schemas.microsoft.com/office/drawing/2014/main" id="{528B3B67-4711-BC61-E2DD-60838E1572A2}"/>
                </a:ext>
              </a:extLst>
            </p:cNvPr>
            <p:cNvSpPr>
              <a:spLocks/>
            </p:cNvSpPr>
            <p:nvPr>
              <p:custDataLst>
                <p:tags r:id="rId10"/>
              </p:custDataLst>
            </p:nvPr>
          </p:nvSpPr>
          <p:spPr bwMode="auto">
            <a:xfrm>
              <a:off x="3776724" y="2401006"/>
              <a:ext cx="556091" cy="542681"/>
            </a:xfrm>
            <a:prstGeom prst="ellipse">
              <a:avLst/>
            </a:prstGeom>
            <a:solidFill>
              <a:srgbClr val="5B9BD5"/>
            </a:solidFill>
            <a:ln w="9525">
              <a:solidFill>
                <a:srgbClr val="5B9BD5"/>
              </a:solidFill>
              <a:miter lim="800000"/>
              <a:headEnd/>
              <a:tailE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 defTabSz="91376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400" kern="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  <a:sym typeface="Arial" panose="020B0604020202020204" pitchFamily="34" charset="0"/>
                </a:rPr>
                <a:t>7</a:t>
              </a:r>
              <a:endParaRPr lang="zh-CN" altLang="en-US" sz="1400" kern="0" dirty="0">
                <a:solidFill>
                  <a:srgbClr val="FFFFFF"/>
                </a:solidFill>
                <a:latin typeface="Roboto" panose="02000000000000000000" pitchFamily="2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24" name="组合 19">
            <a:extLst>
              <a:ext uri="{FF2B5EF4-FFF2-40B4-BE49-F238E27FC236}">
                <a16:creationId xmlns="" xmlns:a16="http://schemas.microsoft.com/office/drawing/2014/main" id="{CD012251-394D-75AA-E395-534A1F71B70D}"/>
              </a:ext>
            </a:extLst>
          </p:cNvPr>
          <p:cNvGrpSpPr/>
          <p:nvPr/>
        </p:nvGrpSpPr>
        <p:grpSpPr>
          <a:xfrm>
            <a:off x="5004518" y="5144821"/>
            <a:ext cx="3373115" cy="351654"/>
            <a:chOff x="3776724" y="2401006"/>
            <a:chExt cx="5339049" cy="542681"/>
          </a:xfrm>
        </p:grpSpPr>
        <p:sp>
          <p:nvSpPr>
            <p:cNvPr id="25" name="MH_Entry_1">
              <a:hlinkClick r:id="" action="ppaction://noaction"/>
              <a:extLst>
                <a:ext uri="{FF2B5EF4-FFF2-40B4-BE49-F238E27FC236}">
                  <a16:creationId xmlns="" xmlns:a16="http://schemas.microsoft.com/office/drawing/2014/main" id="{FC5891FA-8875-ACFB-82F6-7FAD74256657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4003578" y="2401006"/>
              <a:ext cx="5112195" cy="542681"/>
            </a:xfrm>
            <a:custGeom>
              <a:avLst/>
              <a:gdLst>
                <a:gd name="connsiteX0" fmla="*/ 0 w 4234772"/>
                <a:gd name="connsiteY0" fmla="*/ 0 h 539998"/>
                <a:gd name="connsiteX1" fmla="*/ 4234772 w 4234772"/>
                <a:gd name="connsiteY1" fmla="*/ 0 h 539998"/>
                <a:gd name="connsiteX2" fmla="*/ 4234772 w 4234772"/>
                <a:gd name="connsiteY2" fmla="*/ 539998 h 539998"/>
                <a:gd name="connsiteX3" fmla="*/ 0 w 4234772"/>
                <a:gd name="connsiteY3" fmla="*/ 539998 h 539998"/>
                <a:gd name="connsiteX4" fmla="*/ 0 w 4234772"/>
                <a:gd name="connsiteY4" fmla="*/ 0 h 539998"/>
                <a:gd name="connsiteX0" fmla="*/ 4234772 w 4326212"/>
                <a:gd name="connsiteY0" fmla="*/ 539998 h 631438"/>
                <a:gd name="connsiteX1" fmla="*/ 0 w 4326212"/>
                <a:gd name="connsiteY1" fmla="*/ 539998 h 631438"/>
                <a:gd name="connsiteX2" fmla="*/ 0 w 4326212"/>
                <a:gd name="connsiteY2" fmla="*/ 0 h 631438"/>
                <a:gd name="connsiteX3" fmla="*/ 4234772 w 4326212"/>
                <a:gd name="connsiteY3" fmla="*/ 0 h 631438"/>
                <a:gd name="connsiteX4" fmla="*/ 4326212 w 4326212"/>
                <a:gd name="connsiteY4" fmla="*/ 631438 h 631438"/>
                <a:gd name="connsiteX0" fmla="*/ 4234772 w 4234772"/>
                <a:gd name="connsiteY0" fmla="*/ 539998 h 539998"/>
                <a:gd name="connsiteX1" fmla="*/ 0 w 4234772"/>
                <a:gd name="connsiteY1" fmla="*/ 539998 h 539998"/>
                <a:gd name="connsiteX2" fmla="*/ 0 w 4234772"/>
                <a:gd name="connsiteY2" fmla="*/ 0 h 539998"/>
                <a:gd name="connsiteX3" fmla="*/ 4234772 w 4234772"/>
                <a:gd name="connsiteY3" fmla="*/ 0 h 53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4772" h="539998">
                  <a:moveTo>
                    <a:pt x="4234772" y="539998"/>
                  </a:moveTo>
                  <a:lnTo>
                    <a:pt x="0" y="539998"/>
                  </a:lnTo>
                  <a:lnTo>
                    <a:pt x="0" y="0"/>
                  </a:lnTo>
                  <a:lnTo>
                    <a:pt x="4234772" y="0"/>
                  </a:lnTo>
                </a:path>
              </a:pathLst>
            </a:custGeom>
            <a:noFill/>
            <a:ln w="3175">
              <a:solidFill>
                <a:srgbClr val="5B9BD5">
                  <a:lumMod val="60000"/>
                  <a:lumOff val="40000"/>
                </a:srgbClr>
              </a:solidFill>
            </a:ln>
          </p:spPr>
          <p:txBody>
            <a:bodyPr wrap="square" lIns="395701" tIns="0" rIns="0" bIns="0" rtlCol="0" anchor="ctr" anchorCtr="0">
              <a:normAutofit/>
            </a:bodyPr>
            <a:lstStyle/>
            <a:p>
              <a:pPr defTabSz="913760">
                <a:lnSpc>
                  <a:spcPct val="120000"/>
                </a:lnSpc>
              </a:pPr>
              <a:r>
                <a:rPr lang="es-AR" sz="1400" kern="0" dirty="0">
                  <a:latin typeface="Roboto" panose="02000000000000000000" pitchFamily="2" charset="0"/>
                  <a:ea typeface="微软雅黑" panose="020B0503020204020204" pitchFamily="34" charset="-122"/>
                </a:rPr>
                <a:t>Negociación</a:t>
              </a:r>
              <a:endParaRPr lang="en-US" altLang="zh-CN" sz="1400" kern="0" dirty="0">
                <a:latin typeface="Roboto" panose="02000000000000000000" pitchFamily="2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MH_Number_1">
              <a:hlinkClick r:id="" action="ppaction://noaction"/>
              <a:extLst>
                <a:ext uri="{FF2B5EF4-FFF2-40B4-BE49-F238E27FC236}">
                  <a16:creationId xmlns="" xmlns:a16="http://schemas.microsoft.com/office/drawing/2014/main" id="{F7587085-C30B-D5CD-8CC4-11A57A1302EB}"/>
                </a:ext>
              </a:extLst>
            </p:cNvPr>
            <p:cNvSpPr>
              <a:spLocks/>
            </p:cNvSpPr>
            <p:nvPr>
              <p:custDataLst>
                <p:tags r:id="rId8"/>
              </p:custDataLst>
            </p:nvPr>
          </p:nvSpPr>
          <p:spPr bwMode="auto">
            <a:xfrm>
              <a:off x="3776724" y="2401006"/>
              <a:ext cx="556091" cy="542681"/>
            </a:xfrm>
            <a:prstGeom prst="ellipse">
              <a:avLst/>
            </a:prstGeom>
            <a:solidFill>
              <a:srgbClr val="5B9BD5"/>
            </a:solidFill>
            <a:ln w="9525">
              <a:solidFill>
                <a:srgbClr val="5B9BD5"/>
              </a:solidFill>
              <a:miter lim="800000"/>
              <a:headEnd/>
              <a:tailE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 defTabSz="91376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400" kern="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  <a:sym typeface="Arial" panose="020B0604020202020204" pitchFamily="34" charset="0"/>
                </a:rPr>
                <a:t>8</a:t>
              </a:r>
              <a:endParaRPr lang="zh-CN" altLang="en-US" sz="1400" kern="0" dirty="0">
                <a:solidFill>
                  <a:srgbClr val="FFFFFF"/>
                </a:solidFill>
                <a:latin typeface="Roboto" panose="02000000000000000000" pitchFamily="2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27" name="组合 19">
            <a:extLst>
              <a:ext uri="{FF2B5EF4-FFF2-40B4-BE49-F238E27FC236}">
                <a16:creationId xmlns="" xmlns:a16="http://schemas.microsoft.com/office/drawing/2014/main" id="{097F61F0-ECC9-7B90-3013-19C43082DF67}"/>
              </a:ext>
            </a:extLst>
          </p:cNvPr>
          <p:cNvGrpSpPr/>
          <p:nvPr/>
        </p:nvGrpSpPr>
        <p:grpSpPr>
          <a:xfrm>
            <a:off x="9028357" y="1036368"/>
            <a:ext cx="2742981" cy="351654"/>
            <a:chOff x="3692784" y="2401006"/>
            <a:chExt cx="5422989" cy="542681"/>
          </a:xfrm>
        </p:grpSpPr>
        <p:sp>
          <p:nvSpPr>
            <p:cNvPr id="28" name="MH_Entry_1">
              <a:hlinkClick r:id="" action="ppaction://noaction"/>
              <a:extLst>
                <a:ext uri="{FF2B5EF4-FFF2-40B4-BE49-F238E27FC236}">
                  <a16:creationId xmlns="" xmlns:a16="http://schemas.microsoft.com/office/drawing/2014/main" id="{8951007A-9163-0075-1B00-6D187A725D81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4003578" y="2401006"/>
              <a:ext cx="5112195" cy="542681"/>
            </a:xfrm>
            <a:custGeom>
              <a:avLst/>
              <a:gdLst>
                <a:gd name="connsiteX0" fmla="*/ 0 w 4234772"/>
                <a:gd name="connsiteY0" fmla="*/ 0 h 539998"/>
                <a:gd name="connsiteX1" fmla="*/ 4234772 w 4234772"/>
                <a:gd name="connsiteY1" fmla="*/ 0 h 539998"/>
                <a:gd name="connsiteX2" fmla="*/ 4234772 w 4234772"/>
                <a:gd name="connsiteY2" fmla="*/ 539998 h 539998"/>
                <a:gd name="connsiteX3" fmla="*/ 0 w 4234772"/>
                <a:gd name="connsiteY3" fmla="*/ 539998 h 539998"/>
                <a:gd name="connsiteX4" fmla="*/ 0 w 4234772"/>
                <a:gd name="connsiteY4" fmla="*/ 0 h 539998"/>
                <a:gd name="connsiteX0" fmla="*/ 4234772 w 4326212"/>
                <a:gd name="connsiteY0" fmla="*/ 539998 h 631438"/>
                <a:gd name="connsiteX1" fmla="*/ 0 w 4326212"/>
                <a:gd name="connsiteY1" fmla="*/ 539998 h 631438"/>
                <a:gd name="connsiteX2" fmla="*/ 0 w 4326212"/>
                <a:gd name="connsiteY2" fmla="*/ 0 h 631438"/>
                <a:gd name="connsiteX3" fmla="*/ 4234772 w 4326212"/>
                <a:gd name="connsiteY3" fmla="*/ 0 h 631438"/>
                <a:gd name="connsiteX4" fmla="*/ 4326212 w 4326212"/>
                <a:gd name="connsiteY4" fmla="*/ 631438 h 631438"/>
                <a:gd name="connsiteX0" fmla="*/ 4234772 w 4234772"/>
                <a:gd name="connsiteY0" fmla="*/ 539998 h 539998"/>
                <a:gd name="connsiteX1" fmla="*/ 0 w 4234772"/>
                <a:gd name="connsiteY1" fmla="*/ 539998 h 539998"/>
                <a:gd name="connsiteX2" fmla="*/ 0 w 4234772"/>
                <a:gd name="connsiteY2" fmla="*/ 0 h 539998"/>
                <a:gd name="connsiteX3" fmla="*/ 4234772 w 4234772"/>
                <a:gd name="connsiteY3" fmla="*/ 0 h 53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4772" h="539998">
                  <a:moveTo>
                    <a:pt x="4234772" y="539998"/>
                  </a:moveTo>
                  <a:lnTo>
                    <a:pt x="0" y="539998"/>
                  </a:lnTo>
                  <a:lnTo>
                    <a:pt x="0" y="0"/>
                  </a:lnTo>
                  <a:lnTo>
                    <a:pt x="4234772" y="0"/>
                  </a:lnTo>
                </a:path>
              </a:pathLst>
            </a:custGeom>
            <a:noFill/>
            <a:ln w="3175">
              <a:solidFill>
                <a:srgbClr val="5B9BD5">
                  <a:lumMod val="60000"/>
                  <a:lumOff val="40000"/>
                </a:srgbClr>
              </a:solidFill>
            </a:ln>
          </p:spPr>
          <p:txBody>
            <a:bodyPr wrap="square" lIns="395701" tIns="0" rIns="0" bIns="0" rtlCol="0" anchor="ctr" anchorCtr="0">
              <a:normAutofit/>
            </a:bodyPr>
            <a:lstStyle/>
            <a:p>
              <a:pPr defTabSz="913760">
                <a:lnSpc>
                  <a:spcPct val="120000"/>
                </a:lnSpc>
              </a:pPr>
              <a:r>
                <a:rPr lang="es-AR" altLang="zh-CN" sz="1400" kern="0" dirty="0">
                  <a:latin typeface="Roboto" panose="02000000000000000000" pitchFamily="2" charset="0"/>
                  <a:ea typeface="微软雅黑" panose="020B0503020204020204" pitchFamily="34" charset="-122"/>
                  <a:sym typeface="Arial" panose="020B0604020202020204" pitchFamily="34" charset="0"/>
                </a:rPr>
                <a:t>Pasión</a:t>
              </a:r>
              <a:endParaRPr lang="en-US" altLang="zh-CN" sz="1400" kern="0" dirty="0">
                <a:latin typeface="Roboto" panose="02000000000000000000" pitchFamily="2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9" name="MH_Number_1">
              <a:hlinkClick r:id="" action="ppaction://noaction"/>
              <a:extLst>
                <a:ext uri="{FF2B5EF4-FFF2-40B4-BE49-F238E27FC236}">
                  <a16:creationId xmlns="" xmlns:a16="http://schemas.microsoft.com/office/drawing/2014/main" id="{EB451FD6-F9C2-48AD-E3CA-499FF2DA17B9}"/>
                </a:ext>
              </a:extLst>
            </p:cNvPr>
            <p:cNvSpPr>
              <a:spLocks/>
            </p:cNvSpPr>
            <p:nvPr>
              <p:custDataLst>
                <p:tags r:id="rId6"/>
              </p:custDataLst>
            </p:nvPr>
          </p:nvSpPr>
          <p:spPr bwMode="auto">
            <a:xfrm>
              <a:off x="3692784" y="2401006"/>
              <a:ext cx="744820" cy="542681"/>
            </a:xfrm>
            <a:prstGeom prst="ellipse">
              <a:avLst/>
            </a:prstGeom>
            <a:solidFill>
              <a:srgbClr val="5B9BD5"/>
            </a:solidFill>
            <a:ln w="9525">
              <a:solidFill>
                <a:srgbClr val="5B9BD5"/>
              </a:solidFill>
              <a:miter lim="800000"/>
              <a:headEnd/>
              <a:tailE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 defTabSz="91376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400" kern="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  <a:sym typeface="Arial" panose="020B0604020202020204" pitchFamily="34" charset="0"/>
                </a:rPr>
                <a:t>9</a:t>
              </a:r>
              <a:endParaRPr lang="zh-CN" altLang="en-US" sz="1400" kern="0" dirty="0">
                <a:solidFill>
                  <a:srgbClr val="FFFFFF"/>
                </a:solidFill>
                <a:latin typeface="Roboto" panose="02000000000000000000" pitchFamily="2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30" name="组合 19">
            <a:extLst>
              <a:ext uri="{FF2B5EF4-FFF2-40B4-BE49-F238E27FC236}">
                <a16:creationId xmlns="" xmlns:a16="http://schemas.microsoft.com/office/drawing/2014/main" id="{2016AF96-E8C7-A8D8-AB40-B3B5433086FC}"/>
              </a:ext>
            </a:extLst>
          </p:cNvPr>
          <p:cNvGrpSpPr/>
          <p:nvPr/>
        </p:nvGrpSpPr>
        <p:grpSpPr>
          <a:xfrm>
            <a:off x="5004518" y="2433858"/>
            <a:ext cx="3373115" cy="351654"/>
            <a:chOff x="3776724" y="2401006"/>
            <a:chExt cx="5339049" cy="542681"/>
          </a:xfrm>
        </p:grpSpPr>
        <p:sp>
          <p:nvSpPr>
            <p:cNvPr id="31" name="MH_Entry_1">
              <a:hlinkClick r:id="" action="ppaction://noaction"/>
              <a:extLst>
                <a:ext uri="{FF2B5EF4-FFF2-40B4-BE49-F238E27FC236}">
                  <a16:creationId xmlns="" xmlns:a16="http://schemas.microsoft.com/office/drawing/2014/main" id="{7A9D800E-6120-9502-21AB-2952CF8C8FD5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4003578" y="2401006"/>
              <a:ext cx="5112195" cy="542681"/>
            </a:xfrm>
            <a:custGeom>
              <a:avLst/>
              <a:gdLst>
                <a:gd name="connsiteX0" fmla="*/ 0 w 4234772"/>
                <a:gd name="connsiteY0" fmla="*/ 0 h 539998"/>
                <a:gd name="connsiteX1" fmla="*/ 4234772 w 4234772"/>
                <a:gd name="connsiteY1" fmla="*/ 0 h 539998"/>
                <a:gd name="connsiteX2" fmla="*/ 4234772 w 4234772"/>
                <a:gd name="connsiteY2" fmla="*/ 539998 h 539998"/>
                <a:gd name="connsiteX3" fmla="*/ 0 w 4234772"/>
                <a:gd name="connsiteY3" fmla="*/ 539998 h 539998"/>
                <a:gd name="connsiteX4" fmla="*/ 0 w 4234772"/>
                <a:gd name="connsiteY4" fmla="*/ 0 h 539998"/>
                <a:gd name="connsiteX0" fmla="*/ 4234772 w 4326212"/>
                <a:gd name="connsiteY0" fmla="*/ 539998 h 631438"/>
                <a:gd name="connsiteX1" fmla="*/ 0 w 4326212"/>
                <a:gd name="connsiteY1" fmla="*/ 539998 h 631438"/>
                <a:gd name="connsiteX2" fmla="*/ 0 w 4326212"/>
                <a:gd name="connsiteY2" fmla="*/ 0 h 631438"/>
                <a:gd name="connsiteX3" fmla="*/ 4234772 w 4326212"/>
                <a:gd name="connsiteY3" fmla="*/ 0 h 631438"/>
                <a:gd name="connsiteX4" fmla="*/ 4326212 w 4326212"/>
                <a:gd name="connsiteY4" fmla="*/ 631438 h 631438"/>
                <a:gd name="connsiteX0" fmla="*/ 4234772 w 4234772"/>
                <a:gd name="connsiteY0" fmla="*/ 539998 h 539998"/>
                <a:gd name="connsiteX1" fmla="*/ 0 w 4234772"/>
                <a:gd name="connsiteY1" fmla="*/ 539998 h 539998"/>
                <a:gd name="connsiteX2" fmla="*/ 0 w 4234772"/>
                <a:gd name="connsiteY2" fmla="*/ 0 h 539998"/>
                <a:gd name="connsiteX3" fmla="*/ 4234772 w 4234772"/>
                <a:gd name="connsiteY3" fmla="*/ 0 h 53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4772" h="539998">
                  <a:moveTo>
                    <a:pt x="4234772" y="539998"/>
                  </a:moveTo>
                  <a:lnTo>
                    <a:pt x="0" y="539998"/>
                  </a:lnTo>
                  <a:lnTo>
                    <a:pt x="0" y="0"/>
                  </a:lnTo>
                  <a:lnTo>
                    <a:pt x="4234772" y="0"/>
                  </a:lnTo>
                </a:path>
              </a:pathLst>
            </a:custGeom>
            <a:noFill/>
            <a:ln w="3175">
              <a:solidFill>
                <a:srgbClr val="5B9BD5">
                  <a:lumMod val="60000"/>
                  <a:lumOff val="40000"/>
                </a:srgbClr>
              </a:solidFill>
            </a:ln>
          </p:spPr>
          <p:txBody>
            <a:bodyPr wrap="square" lIns="395701" tIns="0" rIns="0" bIns="0" rtlCol="0" anchor="ctr" anchorCtr="0">
              <a:normAutofit/>
            </a:bodyPr>
            <a:lstStyle/>
            <a:p>
              <a:pPr defTabSz="913760">
                <a:lnSpc>
                  <a:spcPct val="120000"/>
                </a:lnSpc>
              </a:pPr>
              <a:r>
                <a:rPr lang="es-AR" altLang="zh-CN" sz="1400" kern="0" dirty="0">
                  <a:latin typeface="Roboto" panose="02000000000000000000" pitchFamily="2" charset="0"/>
                  <a:ea typeface="微软雅黑" panose="020B0503020204020204" pitchFamily="34" charset="-122"/>
                  <a:sym typeface="Arial" panose="020B0604020202020204" pitchFamily="34" charset="0"/>
                </a:rPr>
                <a:t>Adaptabilidad</a:t>
              </a:r>
              <a:endParaRPr lang="en-US" altLang="zh-CN" sz="1400" kern="0" dirty="0">
                <a:latin typeface="Roboto" panose="02000000000000000000" pitchFamily="2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2" name="MH_Number_1">
              <a:hlinkClick r:id="" action="ppaction://noaction"/>
              <a:extLst>
                <a:ext uri="{FF2B5EF4-FFF2-40B4-BE49-F238E27FC236}">
                  <a16:creationId xmlns="" xmlns:a16="http://schemas.microsoft.com/office/drawing/2014/main" id="{AD2E31AB-A306-4838-C1DA-8F3B3FE7B0AD}"/>
                </a:ext>
              </a:extLst>
            </p:cNvPr>
            <p:cNvSpPr>
              <a:spLocks/>
            </p:cNvSpPr>
            <p:nvPr>
              <p:custDataLst>
                <p:tags r:id="rId4"/>
              </p:custDataLst>
            </p:nvPr>
          </p:nvSpPr>
          <p:spPr bwMode="auto">
            <a:xfrm>
              <a:off x="3776724" y="2401006"/>
              <a:ext cx="556091" cy="542681"/>
            </a:xfrm>
            <a:prstGeom prst="ellipse">
              <a:avLst/>
            </a:prstGeom>
            <a:solidFill>
              <a:srgbClr val="5B9BD5"/>
            </a:solidFill>
            <a:ln w="9525">
              <a:solidFill>
                <a:srgbClr val="5B9BD5"/>
              </a:solidFill>
              <a:miter lim="800000"/>
              <a:headEnd/>
              <a:tailE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 defTabSz="91376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400" kern="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  <a:sym typeface="Arial" panose="020B0604020202020204" pitchFamily="34" charset="0"/>
                </a:rPr>
                <a:t>6</a:t>
              </a:r>
              <a:endParaRPr lang="zh-CN" altLang="en-US" sz="1400" kern="0" dirty="0">
                <a:solidFill>
                  <a:srgbClr val="FFFFFF"/>
                </a:solidFill>
                <a:latin typeface="Roboto" panose="02000000000000000000" pitchFamily="2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33" name="组合 19">
            <a:extLst>
              <a:ext uri="{FF2B5EF4-FFF2-40B4-BE49-F238E27FC236}">
                <a16:creationId xmlns="" xmlns:a16="http://schemas.microsoft.com/office/drawing/2014/main" id="{29427039-D00F-098B-312B-A620A80D8B28}"/>
              </a:ext>
            </a:extLst>
          </p:cNvPr>
          <p:cNvGrpSpPr/>
          <p:nvPr/>
        </p:nvGrpSpPr>
        <p:grpSpPr>
          <a:xfrm>
            <a:off x="5004518" y="1087277"/>
            <a:ext cx="3373115" cy="351654"/>
            <a:chOff x="3776724" y="2401006"/>
            <a:chExt cx="5339049" cy="542681"/>
          </a:xfrm>
        </p:grpSpPr>
        <p:sp>
          <p:nvSpPr>
            <p:cNvPr id="34" name="MH_Entry_1">
              <a:hlinkClick r:id="" action="ppaction://noaction"/>
              <a:extLst>
                <a:ext uri="{FF2B5EF4-FFF2-40B4-BE49-F238E27FC236}">
                  <a16:creationId xmlns="" xmlns:a16="http://schemas.microsoft.com/office/drawing/2014/main" id="{2A2D16E0-64B5-434E-C65B-BAB1A634A3E6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4003578" y="2401006"/>
              <a:ext cx="5112195" cy="542681"/>
            </a:xfrm>
            <a:custGeom>
              <a:avLst/>
              <a:gdLst>
                <a:gd name="connsiteX0" fmla="*/ 0 w 4234772"/>
                <a:gd name="connsiteY0" fmla="*/ 0 h 539998"/>
                <a:gd name="connsiteX1" fmla="*/ 4234772 w 4234772"/>
                <a:gd name="connsiteY1" fmla="*/ 0 h 539998"/>
                <a:gd name="connsiteX2" fmla="*/ 4234772 w 4234772"/>
                <a:gd name="connsiteY2" fmla="*/ 539998 h 539998"/>
                <a:gd name="connsiteX3" fmla="*/ 0 w 4234772"/>
                <a:gd name="connsiteY3" fmla="*/ 539998 h 539998"/>
                <a:gd name="connsiteX4" fmla="*/ 0 w 4234772"/>
                <a:gd name="connsiteY4" fmla="*/ 0 h 539998"/>
                <a:gd name="connsiteX0" fmla="*/ 4234772 w 4326212"/>
                <a:gd name="connsiteY0" fmla="*/ 539998 h 631438"/>
                <a:gd name="connsiteX1" fmla="*/ 0 w 4326212"/>
                <a:gd name="connsiteY1" fmla="*/ 539998 h 631438"/>
                <a:gd name="connsiteX2" fmla="*/ 0 w 4326212"/>
                <a:gd name="connsiteY2" fmla="*/ 0 h 631438"/>
                <a:gd name="connsiteX3" fmla="*/ 4234772 w 4326212"/>
                <a:gd name="connsiteY3" fmla="*/ 0 h 631438"/>
                <a:gd name="connsiteX4" fmla="*/ 4326212 w 4326212"/>
                <a:gd name="connsiteY4" fmla="*/ 631438 h 631438"/>
                <a:gd name="connsiteX0" fmla="*/ 4234772 w 4234772"/>
                <a:gd name="connsiteY0" fmla="*/ 539998 h 539998"/>
                <a:gd name="connsiteX1" fmla="*/ 0 w 4234772"/>
                <a:gd name="connsiteY1" fmla="*/ 539998 h 539998"/>
                <a:gd name="connsiteX2" fmla="*/ 0 w 4234772"/>
                <a:gd name="connsiteY2" fmla="*/ 0 h 539998"/>
                <a:gd name="connsiteX3" fmla="*/ 4234772 w 4234772"/>
                <a:gd name="connsiteY3" fmla="*/ 0 h 53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4772" h="539998">
                  <a:moveTo>
                    <a:pt x="4234772" y="539998"/>
                  </a:moveTo>
                  <a:lnTo>
                    <a:pt x="0" y="539998"/>
                  </a:lnTo>
                  <a:lnTo>
                    <a:pt x="0" y="0"/>
                  </a:lnTo>
                  <a:lnTo>
                    <a:pt x="4234772" y="0"/>
                  </a:lnTo>
                </a:path>
              </a:pathLst>
            </a:custGeom>
            <a:noFill/>
            <a:ln w="3175">
              <a:solidFill>
                <a:srgbClr val="5B9BD5">
                  <a:lumMod val="60000"/>
                  <a:lumOff val="40000"/>
                </a:srgbClr>
              </a:solidFill>
            </a:ln>
          </p:spPr>
          <p:txBody>
            <a:bodyPr wrap="square" lIns="395701" tIns="0" rIns="0" bIns="0" rtlCol="0" anchor="ctr" anchorCtr="0">
              <a:normAutofit/>
            </a:bodyPr>
            <a:lstStyle/>
            <a:p>
              <a:pPr defTabSz="913760">
                <a:lnSpc>
                  <a:spcPct val="120000"/>
                </a:lnSpc>
              </a:pPr>
              <a:r>
                <a:rPr lang="es-AR" sz="1400" kern="0" dirty="0">
                  <a:latin typeface="Roboto" panose="02000000000000000000" pitchFamily="2" charset="0"/>
                  <a:ea typeface="微软雅黑" panose="020B0503020204020204" pitchFamily="34" charset="-122"/>
                </a:rPr>
                <a:t>Inteligencia emocional</a:t>
              </a:r>
              <a:endParaRPr lang="en-US" altLang="zh-CN" sz="1400" kern="0" dirty="0">
                <a:latin typeface="Roboto" panose="02000000000000000000" pitchFamily="2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5" name="MH_Number_1">
              <a:hlinkClick r:id="" action="ppaction://noaction"/>
              <a:extLst>
                <a:ext uri="{FF2B5EF4-FFF2-40B4-BE49-F238E27FC236}">
                  <a16:creationId xmlns="" xmlns:a16="http://schemas.microsoft.com/office/drawing/2014/main" id="{B48155B8-502A-51CA-4F1C-1534BBFE89B0}"/>
                </a:ext>
              </a:extLst>
            </p:cNvPr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3776724" y="2401006"/>
              <a:ext cx="556091" cy="542681"/>
            </a:xfrm>
            <a:prstGeom prst="ellipse">
              <a:avLst/>
            </a:prstGeom>
            <a:solidFill>
              <a:srgbClr val="5B9BD5"/>
            </a:solidFill>
            <a:ln w="9525">
              <a:solidFill>
                <a:srgbClr val="5B9BD5"/>
              </a:solidFill>
              <a:miter lim="800000"/>
              <a:headEnd/>
              <a:tailE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 defTabSz="91376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400" kern="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  <a:sym typeface="Arial" panose="020B0604020202020204" pitchFamily="34" charset="0"/>
                </a:rPr>
                <a:t>5</a:t>
              </a:r>
              <a:endParaRPr lang="zh-CN" altLang="en-US" sz="1400" kern="0" dirty="0">
                <a:solidFill>
                  <a:srgbClr val="FFFFFF"/>
                </a:solidFill>
                <a:latin typeface="Roboto" panose="02000000000000000000" pitchFamily="2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</p:grpSp>
      <p:sp>
        <p:nvSpPr>
          <p:cNvPr id="46" name="CuadroTexto 45">
            <a:extLst>
              <a:ext uri="{FF2B5EF4-FFF2-40B4-BE49-F238E27FC236}">
                <a16:creationId xmlns="" xmlns:a16="http://schemas.microsoft.com/office/drawing/2014/main" id="{D5883AB1-D4A6-852C-1BF0-D094E46CA4E2}"/>
              </a:ext>
            </a:extLst>
          </p:cNvPr>
          <p:cNvSpPr txBox="1"/>
          <p:nvPr/>
        </p:nvSpPr>
        <p:spPr>
          <a:xfrm>
            <a:off x="147045" y="178248"/>
            <a:ext cx="6038602" cy="470453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>
            <a:defPPr>
              <a:defRPr lang="en-US"/>
            </a:defPPr>
            <a:lvl1pPr algn="ctr" defTabSz="1218458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1D1D1A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algn="l"/>
            <a:r>
              <a:rPr lang="es-ES" sz="1800" b="1" dirty="0">
                <a:solidFill>
                  <a:srgbClr val="0062AC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Cualidades y aptitudes requeridas en los profesionales de IT.</a:t>
            </a:r>
          </a:p>
        </p:txBody>
      </p:sp>
      <p:cxnSp>
        <p:nvCxnSpPr>
          <p:cNvPr id="3" name="直接连接符 49">
            <a:extLst>
              <a:ext uri="{FF2B5EF4-FFF2-40B4-BE49-F238E27FC236}">
                <a16:creationId xmlns="" xmlns:a16="http://schemas.microsoft.com/office/drawing/2014/main" id="{F9A1EEE4-8675-682F-272E-F2AEBE30FE97}"/>
              </a:ext>
            </a:extLst>
          </p:cNvPr>
          <p:cNvCxnSpPr>
            <a:cxnSpLocks/>
          </p:cNvCxnSpPr>
          <p:nvPr/>
        </p:nvCxnSpPr>
        <p:spPr>
          <a:xfrm>
            <a:off x="235447" y="648701"/>
            <a:ext cx="5950200" cy="0"/>
          </a:xfrm>
          <a:prstGeom prst="line">
            <a:avLst/>
          </a:prstGeom>
          <a:ln w="15875">
            <a:solidFill>
              <a:srgbClr val="5757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="" xmlns:a16="http://schemas.microsoft.com/office/drawing/2014/main" id="{F0882B53-1F61-9DD5-5EB6-4FBB1E2D9B04}"/>
              </a:ext>
            </a:extLst>
          </p:cNvPr>
          <p:cNvSpPr txBox="1"/>
          <p:nvPr/>
        </p:nvSpPr>
        <p:spPr>
          <a:xfrm>
            <a:off x="1197837" y="1502339"/>
            <a:ext cx="3099710" cy="946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s-AR" sz="1200" dirty="0"/>
              <a:t>Resiliencia.</a:t>
            </a:r>
          </a:p>
          <a:p>
            <a:pPr marL="171450" indent="-171450" algn="l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s-AR" sz="1200" dirty="0"/>
              <a:t>Sólido conocimiento técnico.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s-AR" sz="1200" dirty="0"/>
              <a:t>Pensamiento crítico, lógico y analítico.</a:t>
            </a:r>
          </a:p>
          <a:p>
            <a:pPr marL="171450" indent="-171450" algn="l">
              <a:buFont typeface="Wingdings" panose="05000000000000000000" pitchFamily="2" charset="2"/>
              <a:buChar char="ü"/>
            </a:pPr>
            <a:endParaRPr lang="es-AR" sz="1200" dirty="0"/>
          </a:p>
        </p:txBody>
      </p:sp>
      <p:sp>
        <p:nvSpPr>
          <p:cNvPr id="39" name="CuadroTexto 38">
            <a:extLst>
              <a:ext uri="{FF2B5EF4-FFF2-40B4-BE49-F238E27FC236}">
                <a16:creationId xmlns="" xmlns:a16="http://schemas.microsoft.com/office/drawing/2014/main" id="{EC073D8A-C9DB-8BE8-CF0C-16931AEDDA83}"/>
              </a:ext>
            </a:extLst>
          </p:cNvPr>
          <p:cNvSpPr txBox="1"/>
          <p:nvPr/>
        </p:nvSpPr>
        <p:spPr>
          <a:xfrm>
            <a:off x="1197837" y="2852987"/>
            <a:ext cx="3320210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Wingdings" panose="05000000000000000000" pitchFamily="2" charset="2"/>
              <a:buChar char="ü"/>
              <a:defRPr sz="1200"/>
            </a:lvl1pPr>
          </a:lstStyle>
          <a:p>
            <a:pPr>
              <a:spcAft>
                <a:spcPts val="300"/>
              </a:spcAft>
            </a:pPr>
            <a:r>
              <a:rPr lang="es-AR" dirty="0"/>
              <a:t>Análisis de causas y efectos, ¿5 </a:t>
            </a:r>
            <a:r>
              <a:rPr lang="es-AR" dirty="0" err="1"/>
              <a:t>Porque´s</a:t>
            </a:r>
            <a:r>
              <a:rPr lang="es-AR" dirty="0"/>
              <a:t>?, Matriz de Eisenhower, 6M, 5S y otros.</a:t>
            </a:r>
          </a:p>
          <a:p>
            <a:pPr>
              <a:spcAft>
                <a:spcPts val="300"/>
              </a:spcAft>
            </a:pPr>
            <a:r>
              <a:rPr lang="es-ES" dirty="0"/>
              <a:t>Estrategia y táctica. OKR, PDCA y BPM.</a:t>
            </a:r>
            <a:endParaRPr lang="es-AR" dirty="0"/>
          </a:p>
        </p:txBody>
      </p:sp>
      <p:sp>
        <p:nvSpPr>
          <p:cNvPr id="40" name="CuadroTexto 39">
            <a:extLst>
              <a:ext uri="{FF2B5EF4-FFF2-40B4-BE49-F238E27FC236}">
                <a16:creationId xmlns="" xmlns:a16="http://schemas.microsoft.com/office/drawing/2014/main" id="{BF1851EA-EEF7-2EA4-4D1F-C7A856A8F34D}"/>
              </a:ext>
            </a:extLst>
          </p:cNvPr>
          <p:cNvSpPr txBox="1"/>
          <p:nvPr/>
        </p:nvSpPr>
        <p:spPr>
          <a:xfrm>
            <a:off x="1197836" y="4353762"/>
            <a:ext cx="3155957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Wingdings" panose="05000000000000000000" pitchFamily="2" charset="2"/>
              <a:buChar char="ü"/>
              <a:defRPr sz="1200"/>
            </a:lvl1pPr>
          </a:lstStyle>
          <a:p>
            <a:pPr>
              <a:spcAft>
                <a:spcPts val="300"/>
              </a:spcAft>
            </a:pPr>
            <a:r>
              <a:rPr lang="es-AR" dirty="0"/>
              <a:t>Apertura y humildad.</a:t>
            </a:r>
          </a:p>
          <a:p>
            <a:pPr>
              <a:spcAft>
                <a:spcPts val="300"/>
              </a:spcAft>
            </a:pPr>
            <a:r>
              <a:rPr lang="es-AR" dirty="0"/>
              <a:t>Metodologías ágiles. </a:t>
            </a:r>
            <a:r>
              <a:rPr lang="es-ES" dirty="0" err="1"/>
              <a:t>Design</a:t>
            </a:r>
            <a:r>
              <a:rPr lang="es-ES" dirty="0"/>
              <a:t> </a:t>
            </a:r>
            <a:r>
              <a:rPr lang="es-ES" dirty="0" err="1"/>
              <a:t>Thinking</a:t>
            </a:r>
            <a:r>
              <a:rPr lang="es-ES" dirty="0"/>
              <a:t>, Scrum, Kanban y otros</a:t>
            </a:r>
            <a:r>
              <a:rPr lang="es-AR" dirty="0"/>
              <a:t>.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="" xmlns:a16="http://schemas.microsoft.com/office/drawing/2014/main" id="{60B5016F-E053-F3FF-C06A-47C802A98B33}"/>
              </a:ext>
            </a:extLst>
          </p:cNvPr>
          <p:cNvSpPr txBox="1"/>
          <p:nvPr/>
        </p:nvSpPr>
        <p:spPr>
          <a:xfrm>
            <a:off x="1197837" y="5654694"/>
            <a:ext cx="2976612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Wingdings" panose="05000000000000000000" pitchFamily="2" charset="2"/>
              <a:buChar char="ü"/>
              <a:defRPr sz="1200"/>
            </a:lvl1pPr>
          </a:lstStyle>
          <a:p>
            <a:pPr>
              <a:spcAft>
                <a:spcPts val="300"/>
              </a:spcAft>
            </a:pPr>
            <a:r>
              <a:rPr lang="es-AR" dirty="0"/>
              <a:t>Desaprender y volver a aprender.</a:t>
            </a:r>
          </a:p>
          <a:p>
            <a:pPr>
              <a:spcAft>
                <a:spcPts val="300"/>
              </a:spcAft>
            </a:pPr>
            <a:r>
              <a:rPr lang="es-AR" dirty="0"/>
              <a:t>Diciplina y autogestión.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="" xmlns:a16="http://schemas.microsoft.com/office/drawing/2014/main" id="{D1DEA66B-272D-E42C-9976-BF97C11C345A}"/>
              </a:ext>
            </a:extLst>
          </p:cNvPr>
          <p:cNvSpPr txBox="1"/>
          <p:nvPr/>
        </p:nvSpPr>
        <p:spPr>
          <a:xfrm>
            <a:off x="5619128" y="1500700"/>
            <a:ext cx="2915272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s-AR" sz="1200" dirty="0"/>
              <a:t>Relaciones interpersonales, empatía.</a:t>
            </a:r>
          </a:p>
          <a:p>
            <a:pPr marL="171450" indent="-171450" algn="l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s-AR" sz="1200" dirty="0"/>
              <a:t>Escucha activa.</a:t>
            </a:r>
          </a:p>
          <a:p>
            <a:pPr marL="171450" indent="-171450" algn="l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s-AR" sz="1200" dirty="0"/>
              <a:t>Comunicaciones asertivas.</a:t>
            </a:r>
            <a:br>
              <a:rPr lang="es-AR" sz="1200" dirty="0"/>
            </a:br>
            <a:endParaRPr lang="es-AR" sz="1200" dirty="0"/>
          </a:p>
          <a:p>
            <a:pPr marL="171450" indent="-171450" algn="l">
              <a:buFont typeface="Wingdings" panose="05000000000000000000" pitchFamily="2" charset="2"/>
              <a:buChar char="ü"/>
            </a:pPr>
            <a:endParaRPr lang="es-AR" sz="1200" dirty="0"/>
          </a:p>
        </p:txBody>
      </p:sp>
      <p:sp>
        <p:nvSpPr>
          <p:cNvPr id="48" name="CuadroTexto 47">
            <a:extLst>
              <a:ext uri="{FF2B5EF4-FFF2-40B4-BE49-F238E27FC236}">
                <a16:creationId xmlns="" xmlns:a16="http://schemas.microsoft.com/office/drawing/2014/main" id="{C0702D3A-7752-4C43-0014-6AB347ED7CFF}"/>
              </a:ext>
            </a:extLst>
          </p:cNvPr>
          <p:cNvSpPr txBox="1"/>
          <p:nvPr/>
        </p:nvSpPr>
        <p:spPr>
          <a:xfrm>
            <a:off x="5619128" y="2926439"/>
            <a:ext cx="3023222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s-AR" sz="1200" dirty="0"/>
              <a:t>Capacidad de adaptarse a los cambios.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s-AR" sz="1200" dirty="0"/>
              <a:t>Aprendizaje autodirigido.</a:t>
            </a:r>
          </a:p>
          <a:p>
            <a:pPr marL="171450" indent="-171450" algn="l">
              <a:buFont typeface="Wingdings" panose="05000000000000000000" pitchFamily="2" charset="2"/>
              <a:buChar char="ü"/>
            </a:pPr>
            <a:endParaRPr lang="es-AR" sz="1200" dirty="0"/>
          </a:p>
        </p:txBody>
      </p:sp>
      <p:sp>
        <p:nvSpPr>
          <p:cNvPr id="49" name="CuadroTexto 48">
            <a:extLst>
              <a:ext uri="{FF2B5EF4-FFF2-40B4-BE49-F238E27FC236}">
                <a16:creationId xmlns="" xmlns:a16="http://schemas.microsoft.com/office/drawing/2014/main" id="{AB6597E5-C911-6DA8-83D9-5CF81D7B9F6A}"/>
              </a:ext>
            </a:extLst>
          </p:cNvPr>
          <p:cNvSpPr txBox="1"/>
          <p:nvPr/>
        </p:nvSpPr>
        <p:spPr>
          <a:xfrm>
            <a:off x="5619127" y="4343628"/>
            <a:ext cx="3409229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Wingdings" panose="05000000000000000000" pitchFamily="2" charset="2"/>
              <a:buChar char="ü"/>
              <a:defRPr sz="1200"/>
            </a:lvl1pPr>
          </a:lstStyle>
          <a:p>
            <a:pPr>
              <a:spcAft>
                <a:spcPts val="300"/>
              </a:spcAft>
            </a:pPr>
            <a:r>
              <a:rPr lang="es-AR" dirty="0"/>
              <a:t>Visualizar e imaginar soluciones diferentes.</a:t>
            </a:r>
          </a:p>
          <a:p>
            <a:pPr>
              <a:spcAft>
                <a:spcPts val="300"/>
              </a:spcAft>
            </a:pPr>
            <a:r>
              <a:rPr lang="es-AR" dirty="0"/>
              <a:t>Pensamiento lateral.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="" xmlns:a16="http://schemas.microsoft.com/office/drawing/2014/main" id="{190BB710-B0CF-5333-8975-A30D78B5F2B9}"/>
              </a:ext>
            </a:extLst>
          </p:cNvPr>
          <p:cNvSpPr txBox="1"/>
          <p:nvPr/>
        </p:nvSpPr>
        <p:spPr>
          <a:xfrm>
            <a:off x="5619128" y="5662353"/>
            <a:ext cx="2976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Wingdings" panose="05000000000000000000" pitchFamily="2" charset="2"/>
              <a:buChar char="ü"/>
              <a:defRPr sz="1200"/>
            </a:lvl1pPr>
          </a:lstStyle>
          <a:p>
            <a:r>
              <a:rPr lang="es-AR" dirty="0"/>
              <a:t>Preparación previa.</a:t>
            </a:r>
          </a:p>
          <a:p>
            <a:r>
              <a:rPr lang="es-AR" dirty="0"/>
              <a:t>Identificación de intereses comunes.</a:t>
            </a:r>
          </a:p>
          <a:p>
            <a:r>
              <a:rPr lang="es-AR" dirty="0"/>
              <a:t>Orientado a resultados.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E59AABC3-8AB8-4ABD-364B-016B1B57CC69}"/>
              </a:ext>
            </a:extLst>
          </p:cNvPr>
          <p:cNvSpPr txBox="1"/>
          <p:nvPr/>
        </p:nvSpPr>
        <p:spPr>
          <a:xfrm>
            <a:off x="8923237" y="1677672"/>
            <a:ext cx="30805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 b="0" i="1" dirty="0">
                <a:solidFill>
                  <a:srgbClr val="464646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"Si te dedicas a aquello que te gusta y te apasiona, no es necesario contar con ningún plan maestro para alcanzar el éxito"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="" xmlns:a16="http://schemas.microsoft.com/office/drawing/2014/main" id="{246320A8-5C45-43A8-49B5-664B817EAC07}"/>
              </a:ext>
            </a:extLst>
          </p:cNvPr>
          <p:cNvSpPr txBox="1"/>
          <p:nvPr/>
        </p:nvSpPr>
        <p:spPr>
          <a:xfrm>
            <a:off x="10162037" y="2392649"/>
            <a:ext cx="20347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dirty="0">
                <a:solidFill>
                  <a:srgbClr val="464646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Mark Zuckerberg </a:t>
            </a:r>
            <a:br>
              <a:rPr lang="es-ES" sz="1000" dirty="0">
                <a:solidFill>
                  <a:srgbClr val="464646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</a:br>
            <a:r>
              <a:rPr lang="es-ES" sz="1000" b="0" i="0" dirty="0">
                <a:solidFill>
                  <a:srgbClr val="464646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Cofundador / CEO de Facebook.</a:t>
            </a:r>
            <a:endParaRPr lang="es-AR" sz="1000" dirty="0"/>
          </a:p>
        </p:txBody>
      </p:sp>
      <p:sp>
        <p:nvSpPr>
          <p:cNvPr id="8" name="CuadroTexto 7">
            <a:extLst>
              <a:ext uri="{FF2B5EF4-FFF2-40B4-BE49-F238E27FC236}">
                <a16:creationId xmlns="" xmlns:a16="http://schemas.microsoft.com/office/drawing/2014/main" id="{9ABFC5A0-963C-FD28-F202-2A66BE939D76}"/>
              </a:ext>
            </a:extLst>
          </p:cNvPr>
          <p:cNvSpPr txBox="1"/>
          <p:nvPr/>
        </p:nvSpPr>
        <p:spPr>
          <a:xfrm>
            <a:off x="8923237" y="3808866"/>
            <a:ext cx="326107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400" b="0" i="0">
                <a:solidFill>
                  <a:srgbClr val="464646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defRPr>
            </a:lvl1pPr>
          </a:lstStyle>
          <a:p>
            <a:r>
              <a:rPr lang="es-AR" sz="1200" b="1" dirty="0"/>
              <a:t>"Stay hungry, stay </a:t>
            </a:r>
            <a:r>
              <a:rPr lang="es-AR" sz="1200" b="1" dirty="0" err="1"/>
              <a:t>foolish</a:t>
            </a:r>
            <a:r>
              <a:rPr lang="es-AR" sz="1200" b="1" dirty="0"/>
              <a:t>“</a:t>
            </a:r>
            <a:r>
              <a:rPr lang="es-AR" sz="1200" dirty="0"/>
              <a:t/>
            </a:r>
            <a:br>
              <a:rPr lang="es-AR" sz="1200" dirty="0"/>
            </a:br>
            <a:r>
              <a:rPr lang="es-AR" sz="1200" dirty="0"/>
              <a:t>“</a:t>
            </a:r>
            <a:r>
              <a:rPr lang="es-ES" sz="1200" i="1" dirty="0"/>
              <a:t>Quédate con hambre, sigue alocado”. </a:t>
            </a:r>
            <a:br>
              <a:rPr lang="es-ES" sz="1200" i="1" dirty="0"/>
            </a:br>
            <a:r>
              <a:rPr lang="es-ES" sz="1200" i="1" dirty="0"/>
              <a:t>Sé insaciable, aventúrate. </a:t>
            </a:r>
            <a:br>
              <a:rPr lang="es-ES" sz="1200" i="1" dirty="0"/>
            </a:br>
            <a:r>
              <a:rPr lang="es-ES" sz="1200" i="1" dirty="0"/>
              <a:t>Haz lo que no se atreven a hacer los demás.</a:t>
            </a:r>
            <a:br>
              <a:rPr lang="es-ES" sz="1200" i="1" dirty="0"/>
            </a:br>
            <a:r>
              <a:rPr lang="es-ES" sz="1200" i="1" dirty="0"/>
              <a:t>Piensa fuera de la caja. Nunca te conformes. </a:t>
            </a:r>
            <a:br>
              <a:rPr lang="es-ES" sz="1200" i="1" dirty="0"/>
            </a:br>
            <a:r>
              <a:rPr lang="es-ES" sz="1200" i="1" dirty="0"/>
              <a:t>Sigue asombrándote como si fueras un niño…</a:t>
            </a:r>
          </a:p>
          <a:p>
            <a:r>
              <a:rPr lang="es-ES" sz="1200" dirty="0"/>
              <a:t>		</a:t>
            </a:r>
            <a:br>
              <a:rPr lang="es-ES" sz="1200" dirty="0"/>
            </a:br>
            <a:r>
              <a:rPr lang="es-ES" sz="1200" dirty="0"/>
              <a:t>		Steve Jobs</a:t>
            </a:r>
          </a:p>
        </p:txBody>
      </p:sp>
    </p:spTree>
    <p:extLst>
      <p:ext uri="{BB962C8B-B14F-4D97-AF65-F5344CB8AC3E}">
        <p14:creationId xmlns:p14="http://schemas.microsoft.com/office/powerpoint/2010/main" val="2207705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9" grpId="0"/>
      <p:bldP spid="40" grpId="0"/>
      <p:bldP spid="41" grpId="0"/>
      <p:bldP spid="47" grpId="0"/>
      <p:bldP spid="48" grpId="0"/>
      <p:bldP spid="49" grpId="0"/>
      <p:bldP spid="50" grpId="0"/>
      <p:bldP spid="5" grpId="0"/>
      <p:bldP spid="7" grpId="0"/>
      <p:bldP spid="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ENTRY"/>
  <p:tag name="ID" val="553522"/>
  <p:tag name="MH_ORDE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NUMBER"/>
  <p:tag name="ID" val="553522"/>
  <p:tag name="MH_ORDE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ENTRY"/>
  <p:tag name="ID" val="553522"/>
  <p:tag name="MH_ORDER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NUMBER"/>
  <p:tag name="ID" val="553522"/>
  <p:tag name="MH_ORDE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ENTRY"/>
  <p:tag name="ID" val="553522"/>
  <p:tag name="MH_ORDER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NUMBER"/>
  <p:tag name="ID" val="553522"/>
  <p:tag name="MH_ORDER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ENTRY"/>
  <p:tag name="ID" val="553522"/>
  <p:tag name="MH_ORDER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NUMBER"/>
  <p:tag name="ID" val="553522"/>
  <p:tag name="MH_ORDER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ENTRY"/>
  <p:tag name="ID" val="553522"/>
  <p:tag name="MH_ORDER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NUMBER"/>
  <p:tag name="ID" val="553522"/>
  <p:tag name="MH_ORDER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ENTRY"/>
  <p:tag name="ID" val="553522"/>
  <p:tag name="MH_ORDER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NUMBER"/>
  <p:tag name="ID" val="553522"/>
  <p:tag name="MH_ORDER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ENTRY"/>
  <p:tag name="ID" val="553522"/>
  <p:tag name="MH_ORDER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NUMBER"/>
  <p:tag name="ID" val="553522"/>
  <p:tag name="MH_ORDER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ENTRY"/>
  <p:tag name="ID" val="553522"/>
  <p:tag name="MH_ORDER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NUMBER"/>
  <p:tag name="ID" val="553522"/>
  <p:tag name="MH_ORDER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ENTRY"/>
  <p:tag name="ID" val="553522"/>
  <p:tag name="MH_ORDER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NUMBER"/>
  <p:tag name="ID" val="553522"/>
  <p:tag name="MH_ORDER" val="1"/>
</p:tagLst>
</file>

<file path=ppt/theme/theme1.xml><?xml version="1.0" encoding="utf-8"?>
<a:theme xmlns:a="http://schemas.openxmlformats.org/drawingml/2006/main" name="1_Titl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方正兰亭黑简体" panose="02000000000000000000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PPT模板_白色_16_9" id="{7CD4B91F-273A-4322-964F-6BD7E403B39E}" vid="{7466A2A5-F21C-401E-B6D0-CA69BF331BD4}"/>
    </a:ext>
  </a:extLst>
</a:theme>
</file>

<file path=ppt/theme/theme6.xml><?xml version="1.0" encoding="utf-8"?>
<a:theme xmlns:a="http://schemas.openxmlformats.org/drawingml/2006/main" name="5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方正兰亭黑简体" panose="02000000000000000000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Arial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Arial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Arial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Arial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3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Arial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Arial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方正兰亭黑简体" panose="02000000000000000000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21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方正兰亭黑简体" panose="02000000000000000000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22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方正兰亭黑简体" panose="02000000000000000000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23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Arial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Arial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2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方正兰亭黑简体" panose="02000000000000000000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25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方正兰亭黑简体" panose="02000000000000000000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3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PPT 模板" id="{9BBB633E-5E45-41C7-B61B-A7FDDADD335C}" vid="{FC34AD67-7538-4717-9A73-50191031DBF3}"/>
    </a:ext>
  </a:extLst>
</a:theme>
</file>

<file path=ppt/theme/theme18.xml><?xml version="1.0" encoding="utf-8"?>
<a:theme xmlns:a="http://schemas.openxmlformats.org/drawingml/2006/main" name="6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演示文稿1" id="{358AC06C-4CE3-4A3F-B594-9738C68624A0}" vid="{9E3EAF68-ABE1-42CC-9EED-BC9EE9E8453C}"/>
    </a:ext>
  </a:extLst>
</a:theme>
</file>

<file path=ppt/theme/theme19.xml><?xml version="1.0" encoding="utf-8"?>
<a:theme xmlns:a="http://schemas.openxmlformats.org/drawingml/2006/main" name="28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方正兰亭黑简体" panose="02000000000000000000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4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PPT 模板" id="{9BBB633E-5E45-41C7-B61B-A7FDDADD335C}" vid="{FC34AD67-7538-4717-9A73-50191031DBF3}"/>
    </a:ext>
  </a:extLst>
</a:theme>
</file>

<file path=ppt/theme/theme21.xml><?xml version="1.0" encoding="utf-8"?>
<a:theme xmlns:a="http://schemas.openxmlformats.org/drawingml/2006/main" name="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PPT 模板" id="{9BBB633E-5E45-41C7-B61B-A7FDDADD335C}" vid="{FC34AD67-7538-4717-9A73-50191031DBF3}"/>
    </a:ext>
  </a:extLst>
</a:theme>
</file>

<file path=ppt/theme/theme22.xml><?xml version="1.0" encoding="utf-8"?>
<a:theme xmlns:a="http://schemas.openxmlformats.org/drawingml/2006/main" name="3_内容Copytext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2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115169</TotalTime>
  <Words>421</Words>
  <Application>Microsoft Office PowerPoint</Application>
  <PresentationFormat>Personalizado</PresentationFormat>
  <Paragraphs>76</Paragraphs>
  <Slides>4</Slides>
  <Notes>4</Notes>
  <HiddenSlides>0</HiddenSlides>
  <MMClips>0</MMClips>
  <ScaleCrop>false</ScaleCrop>
  <HeadingPairs>
    <vt:vector size="4" baseType="variant">
      <vt:variant>
        <vt:lpstr>Tema</vt:lpstr>
      </vt:variant>
      <vt:variant>
        <vt:i4>22</vt:i4>
      </vt:variant>
      <vt:variant>
        <vt:lpstr>Títulos de diapositiva</vt:lpstr>
      </vt:variant>
      <vt:variant>
        <vt:i4>4</vt:i4>
      </vt:variant>
    </vt:vector>
  </HeadingPairs>
  <TitlesOfParts>
    <vt:vector size="26" baseType="lpstr">
      <vt:lpstr>1_Title Slide</vt:lpstr>
      <vt:lpstr>Chart page</vt:lpstr>
      <vt:lpstr>4_Chart page</vt:lpstr>
      <vt:lpstr>End page</vt:lpstr>
      <vt:lpstr>章节页</vt:lpstr>
      <vt:lpstr>5_Chart page</vt:lpstr>
      <vt:lpstr>6_Chart page</vt:lpstr>
      <vt:lpstr>7_Chart page</vt:lpstr>
      <vt:lpstr>8_Chart page</vt:lpstr>
      <vt:lpstr>13_Chart page</vt:lpstr>
      <vt:lpstr>14_Chart page</vt:lpstr>
      <vt:lpstr>21_Chart page</vt:lpstr>
      <vt:lpstr>22_Chart page</vt:lpstr>
      <vt:lpstr>23_Chart page</vt:lpstr>
      <vt:lpstr>24_Chart page</vt:lpstr>
      <vt:lpstr>25_Chart page</vt:lpstr>
      <vt:lpstr>3_章节页</vt:lpstr>
      <vt:lpstr>6_章节页</vt:lpstr>
      <vt:lpstr>28_Chart page</vt:lpstr>
      <vt:lpstr>4_章节页</vt:lpstr>
      <vt:lpstr>7_章节页</vt:lpstr>
      <vt:lpstr>3_内容Copytext 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Juampi</cp:lastModifiedBy>
  <cp:revision>1351</cp:revision>
  <dcterms:created xsi:type="dcterms:W3CDTF">2018-06-21T13:34:14Z</dcterms:created>
  <dcterms:modified xsi:type="dcterms:W3CDTF">2023-09-16T01:11:34Z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(3)ypgsI+ikLU6nuBk8Dy9Gfv2ZYz4ghZ1Y64BuNoo3wezqxfoBmBgJTTf6cTCXVzBoprdXmDk4
H5IbEgRDyER/r2EuJzyRdPr1xATnIsBtoKXx0pvaCr1aaWkthgzg8MScAkdbaUTn3E4uFSFy
BbQRmxVr6gwQgihQNkkKTwf2plbwWAifvihaeMStzz7Du1jFfLp9O/bv0njQgYEkVve7bAsc
U4cWlILEv1jbz3xLVH</vt:lpwstr>
  </property>
  <property fmtid="{D5CDD505-2E9C-101B-9397-08002B2CF9AE}" pid="3" name="_2015_ms_pID_7253431">
    <vt:lpwstr>fKiS15xe4P+d1aTWNhXbHUP8Q0Jd+S5p5GzDF4+5dZQLeJhxyJjMlm
Rg9klcYxoVxESH8hi8irdltohoVY3TEo87+ILCaz1Y5056bsSP9d65xu9MtRcvSIDzm7ObG5
HkUQ7nlf2dIkSkT8ptYEobk7f8xHHE1fKYLuLGlEd9y8kyjFhPQV8fgZOcwDtqnaO4AMG1yA
EB8nePMIomDlaPOAm+T9YK9dhAorqJVkgSGD</vt:lpwstr>
  </property>
  <property fmtid="{D5CDD505-2E9C-101B-9397-08002B2CF9AE}" pid="4" name="_2015_ms_pID_7253432">
    <vt:lpwstr>Gg==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1678373657</vt:lpwstr>
  </property>
  <property fmtid="{D5CDD505-2E9C-101B-9397-08002B2CF9AE}" pid="9" name="MSIP_Label_228ef38c-4357-49c8-b2ae-c9cdaf411188_Enabled">
    <vt:lpwstr>true</vt:lpwstr>
  </property>
  <property fmtid="{D5CDD505-2E9C-101B-9397-08002B2CF9AE}" pid="10" name="MSIP_Label_228ef38c-4357-49c8-b2ae-c9cdaf411188_SetDate">
    <vt:lpwstr>2023-08-18T20:22:30Z</vt:lpwstr>
  </property>
  <property fmtid="{D5CDD505-2E9C-101B-9397-08002B2CF9AE}" pid="11" name="MSIP_Label_228ef38c-4357-49c8-b2ae-c9cdaf411188_Method">
    <vt:lpwstr>Privileged</vt:lpwstr>
  </property>
  <property fmtid="{D5CDD505-2E9C-101B-9397-08002B2CF9AE}" pid="12" name="MSIP_Label_228ef38c-4357-49c8-b2ae-c9cdaf411188_Name">
    <vt:lpwstr>Personal</vt:lpwstr>
  </property>
  <property fmtid="{D5CDD505-2E9C-101B-9397-08002B2CF9AE}" pid="13" name="MSIP_Label_228ef38c-4357-49c8-b2ae-c9cdaf411188_SiteId">
    <vt:lpwstr>038018c3-616c-4b46-ad9b-aa9007f701b5</vt:lpwstr>
  </property>
  <property fmtid="{D5CDD505-2E9C-101B-9397-08002B2CF9AE}" pid="14" name="MSIP_Label_228ef38c-4357-49c8-b2ae-c9cdaf411188_ActionId">
    <vt:lpwstr>55571ca2-5162-4652-a489-cea3d1e62b92</vt:lpwstr>
  </property>
  <property fmtid="{D5CDD505-2E9C-101B-9397-08002B2CF9AE}" pid="15" name="MSIP_Label_228ef38c-4357-49c8-b2ae-c9cdaf411188_ContentBits">
    <vt:lpwstr>1</vt:lpwstr>
  </property>
  <property fmtid="{D5CDD505-2E9C-101B-9397-08002B2CF9AE}" pid="16" name="ClassificationContentMarkingHeaderLocations">
    <vt:lpwstr>1_Title Slide:3\Chart page:3\4_Chart page:5\End page:3\章节页:46\5_Chart page:5\6_Chart page:5\7_Chart page:5\8_Chart page:5\13_Chart page:5\14_Chart page:5\21_Chart page:5\22_Chart page:5\23_Chart page:5\24_Chart page:5\25_Chart page:5\3_章节页:5\6_章节页:5\28_Ch</vt:lpwstr>
  </property>
  <property fmtid="{D5CDD505-2E9C-101B-9397-08002B2CF9AE}" pid="17" name="ClassificationContentMarkingHeaderText">
    <vt:lpwstr>Documento: Personal</vt:lpwstr>
  </property>
</Properties>
</file>