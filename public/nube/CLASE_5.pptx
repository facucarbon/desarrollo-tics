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tiff" ContentType="image/tif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4.xml" ContentType="application/vnd.openxmlformats-officedocument.theme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theme/theme5.xml" ContentType="application/vnd.openxmlformats-officedocument.theme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6.xml" ContentType="application/vnd.openxmlformats-officedocument.theme+xml"/>
  <Override PartName="/ppt/slideLayouts/slideLayout45.xml" ContentType="application/vnd.openxmlformats-officedocument.presentationml.slideLayout+xml"/>
  <Override PartName="/ppt/theme/theme7.xml" ContentType="application/vnd.openxmlformats-officedocument.theme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8.xml" ContentType="application/vnd.openxmlformats-officedocument.theme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theme/theme9.xml" ContentType="application/vnd.openxmlformats-officedocument.theme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theme/theme10.xml" ContentType="application/vnd.openxmlformats-officedocument.theme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theme/theme11.xml" ContentType="application/vnd.openxmlformats-officedocument.theme+xml"/>
  <Override PartName="/ppt/theme/theme12.xml" ContentType="application/vnd.openxmlformats-officedocument.theme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theme/theme13.xml" ContentType="application/vnd.openxmlformats-officedocument.theme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theme/theme14.xml" ContentType="application/vnd.openxmlformats-officedocument.theme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theme/theme15.xml" ContentType="application/vnd.openxmlformats-officedocument.theme+xml"/>
  <Override PartName="/ppt/slideLayouts/slideLayout83.xml" ContentType="application/vnd.openxmlformats-officedocument.presentationml.slideLayout+xml"/>
  <Override PartName="/ppt/theme/theme16.xml" ContentType="application/vnd.openxmlformats-officedocument.theme+xml"/>
  <Override PartName="/ppt/theme/theme17.xml" ContentType="application/vnd.openxmlformats-officedocument.theme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theme/theme18.xml" ContentType="application/vnd.openxmlformats-officedocument.theme+xml"/>
  <Override PartName="/ppt/slideLayouts/slideLayout88.xml" ContentType="application/vnd.openxmlformats-officedocument.presentationml.slideLayout+xml"/>
  <Override PartName="/ppt/theme/theme19.xml" ContentType="application/vnd.openxmlformats-officedocument.theme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theme/theme20.xml" ContentType="application/vnd.openxmlformats-officedocument.theme+xml"/>
  <Override PartName="/ppt/theme/theme21.xml" ContentType="application/vnd.openxmlformats-officedocument.theme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theme/theme22.xml" ContentType="application/vnd.openxmlformats-officedocument.theme+xml"/>
  <Override PartName="/ppt/theme/theme23.xml" ContentType="application/vnd.openxmlformats-officedocument.theme+xml"/>
  <Override PartName="/ppt/theme/theme2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authors.xml" ContentType="application/vnd.ms-powerpoint.authors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93" r:id="rId1"/>
    <p:sldMasterId id="2147483797" r:id="rId2"/>
    <p:sldMasterId id="2147483816" r:id="rId3"/>
    <p:sldMasterId id="2147483683" r:id="rId4"/>
    <p:sldMasterId id="2147483914" r:id="rId5"/>
    <p:sldMasterId id="2147483990" r:id="rId6"/>
    <p:sldMasterId id="2147483997" r:id="rId7"/>
    <p:sldMasterId id="2147484001" r:id="rId8"/>
    <p:sldMasterId id="2147484007" r:id="rId9"/>
    <p:sldMasterId id="2147484037" r:id="rId10"/>
    <p:sldMasterId id="2147484045" r:id="rId11"/>
    <p:sldMasterId id="2147484116" r:id="rId12"/>
    <p:sldMasterId id="2147484118" r:id="rId13"/>
    <p:sldMasterId id="2147484126" r:id="rId14"/>
    <p:sldMasterId id="2147484134" r:id="rId15"/>
    <p:sldMasterId id="2147484142" r:id="rId16"/>
    <p:sldMasterId id="2147484145" r:id="rId17"/>
    <p:sldMasterId id="2147484150" r:id="rId18"/>
    <p:sldMasterId id="2147484158" r:id="rId19"/>
    <p:sldMasterId id="2147484166" r:id="rId20"/>
    <p:sldMasterId id="2147484179" r:id="rId21"/>
    <p:sldMasterId id="2147484220" r:id="rId22"/>
  </p:sldMasterIdLst>
  <p:notesMasterIdLst>
    <p:notesMasterId r:id="rId27"/>
  </p:notesMasterIdLst>
  <p:handoutMasterIdLst>
    <p:handoutMasterId r:id="rId28"/>
  </p:handoutMasterIdLst>
  <p:sldIdLst>
    <p:sldId id="2690" r:id="rId23"/>
    <p:sldId id="2676" r:id="rId24"/>
    <p:sldId id="2702" r:id="rId25"/>
    <p:sldId id="2726" r:id="rId26"/>
  </p:sldIdLst>
  <p:sldSz cx="12196763" cy="6858000"/>
  <p:notesSz cx="7104063" cy="10234613"/>
  <p:defaultTextStyle>
    <a:defPPr>
      <a:defRPr lang="en-US"/>
    </a:defPPr>
    <a:lvl1pPr marL="0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40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78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718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957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196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435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675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913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5" pos="3701" userDrawn="1">
          <p15:clr>
            <a:srgbClr val="A4A3A4"/>
          </p15:clr>
        </p15:guide>
        <p15:guide id="6" orient="horz" pos="2159" userDrawn="1">
          <p15:clr>
            <a:srgbClr val="A4A3A4"/>
          </p15:clr>
        </p15:guide>
        <p15:guide id="7" pos="3539" userDrawn="1">
          <p15:clr>
            <a:srgbClr val="A4A3A4"/>
          </p15:clr>
        </p15:guide>
      </p15:sldGuideLst>
    </p:ext>
    <p:ext uri="{2D200454-40CA-4A62-9FC3-DE9A4176ACB9}">
      <p15:notesGuideLst xmlns=""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68D29E0-DB07-FFCA-441F-CA23DE98F047}" name="Bondio Andres German" initials="BAG" userId="S::abondio@gcgestion.com.ar::e077eb19-a58e-4f43-8d77-d46f2d270b92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uziyu(Ben,Cloud)" initials="W" lastIdx="0" clrIdx="0">
    <p:extLst>
      <p:ext uri="{19B8F6BF-5375-455C-9EA6-DF929625EA0E}">
        <p15:presenceInfo xmlns="" xmlns:p15="http://schemas.microsoft.com/office/powerpoint/2012/main" userId="S-1-5-21-147214757-305610072-1517763936-28254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687C7"/>
    <a:srgbClr val="0069B8"/>
    <a:srgbClr val="1688C7"/>
    <a:srgbClr val="FFFFFF"/>
    <a:srgbClr val="006EC0"/>
    <a:srgbClr val="0060A8"/>
    <a:srgbClr val="00518E"/>
    <a:srgbClr val="188BCA"/>
    <a:srgbClr val="007AD6"/>
    <a:srgbClr val="0062A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2833802-FEF1-4C79-8D5D-14CF1EAF98D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255" autoAdjust="0"/>
    <p:restoredTop sz="93069" autoAdjust="0"/>
  </p:normalViewPr>
  <p:slideViewPr>
    <p:cSldViewPr snapToGrid="0" snapToObjects="1">
      <p:cViewPr varScale="1">
        <p:scale>
          <a:sx n="68" d="100"/>
          <a:sy n="68" d="100"/>
        </p:scale>
        <p:origin x="-1098" y="-102"/>
      </p:cViewPr>
      <p:guideLst>
        <p:guide orient="horz" pos="2159"/>
        <p:guide pos="3701"/>
        <p:guide pos="353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43" d="100"/>
          <a:sy n="43" d="100"/>
        </p:scale>
        <p:origin x="2840" y="2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Master" Target="slideMasters/slideMaster13.xml"/><Relationship Id="rId18" Type="http://schemas.openxmlformats.org/officeDocument/2006/relationships/slideMaster" Target="slideMasters/slideMaster18.xml"/><Relationship Id="rId26" Type="http://schemas.openxmlformats.org/officeDocument/2006/relationships/slide" Target="slides/slide4.xml"/><Relationship Id="rId3" Type="http://schemas.openxmlformats.org/officeDocument/2006/relationships/slideMaster" Target="slideMasters/slideMaster3.xml"/><Relationship Id="rId21" Type="http://schemas.openxmlformats.org/officeDocument/2006/relationships/slideMaster" Target="slideMasters/slideMaster21.xml"/><Relationship Id="rId7" Type="http://schemas.openxmlformats.org/officeDocument/2006/relationships/slideMaster" Target="slideMasters/slideMaster7.xml"/><Relationship Id="rId12" Type="http://schemas.openxmlformats.org/officeDocument/2006/relationships/slideMaster" Target="slideMasters/slideMaster12.xml"/><Relationship Id="rId17" Type="http://schemas.openxmlformats.org/officeDocument/2006/relationships/slideMaster" Target="slideMasters/slideMaster17.xml"/><Relationship Id="rId25" Type="http://schemas.openxmlformats.org/officeDocument/2006/relationships/slide" Target="slides/slide3.xml"/><Relationship Id="rId33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Master" Target="slideMasters/slideMaster16.xml"/><Relationship Id="rId20" Type="http://schemas.openxmlformats.org/officeDocument/2006/relationships/slideMaster" Target="slideMasters/slideMaster20.xml"/><Relationship Id="rId29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24" Type="http://schemas.openxmlformats.org/officeDocument/2006/relationships/slide" Target="slides/slide2.xml"/><Relationship Id="rId32" Type="http://schemas.openxmlformats.org/officeDocument/2006/relationships/theme" Target="theme/theme1.xml"/><Relationship Id="rId5" Type="http://schemas.openxmlformats.org/officeDocument/2006/relationships/slideMaster" Target="slideMasters/slideMaster5.xml"/><Relationship Id="rId15" Type="http://schemas.openxmlformats.org/officeDocument/2006/relationships/slideMaster" Target="slideMasters/slideMaster15.xml"/><Relationship Id="rId23" Type="http://schemas.openxmlformats.org/officeDocument/2006/relationships/slide" Target="slides/slide1.xml"/><Relationship Id="rId28" Type="http://schemas.openxmlformats.org/officeDocument/2006/relationships/handoutMaster" Target="handoutMasters/handoutMaster1.xml"/><Relationship Id="rId10" Type="http://schemas.openxmlformats.org/officeDocument/2006/relationships/slideMaster" Target="slideMasters/slideMaster10.xml"/><Relationship Id="rId19" Type="http://schemas.openxmlformats.org/officeDocument/2006/relationships/slideMaster" Target="slideMasters/slideMaster19.xml"/><Relationship Id="rId31" Type="http://schemas.openxmlformats.org/officeDocument/2006/relationships/viewProps" Target="viewProps.xml"/><Relationship Id="rId44" Type="http://schemas.microsoft.com/office/2018/10/relationships/authors" Target="authors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Master" Target="slideMasters/slideMaster14.xml"/><Relationship Id="rId22" Type="http://schemas.openxmlformats.org/officeDocument/2006/relationships/slideMaster" Target="slideMasters/slideMaster22.xml"/><Relationship Id="rId27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43" Type="http://schemas.microsoft.com/office/2016/11/relationships/changesInfo" Target="changesInfos/changesInfo1.xml"/><Relationship Id="rId8" Type="http://schemas.openxmlformats.org/officeDocument/2006/relationships/slideMaster" Target="slideMasters/slideMaster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ondio Andres German" userId="e077eb19-a58e-4f43-8d77-d46f2d270b92" providerId="ADAL" clId="{B838CCD1-A557-4104-8659-6E25C01346D2}"/>
    <pc:docChg chg="delSld modSld">
      <pc:chgData name="Bondio Andres German" userId="e077eb19-a58e-4f43-8d77-d46f2d270b92" providerId="ADAL" clId="{B838CCD1-A557-4104-8659-6E25C01346D2}" dt="2023-08-18T02:41:48.434" v="6" actId="47"/>
      <pc:docMkLst>
        <pc:docMk/>
      </pc:docMkLst>
      <pc:sldChg chg="del">
        <pc:chgData name="Bondio Andres German" userId="e077eb19-a58e-4f43-8d77-d46f2d270b92" providerId="ADAL" clId="{B838CCD1-A557-4104-8659-6E25C01346D2}" dt="2023-08-18T02:41:06.535" v="0" actId="47"/>
        <pc:sldMkLst>
          <pc:docMk/>
          <pc:sldMk cId="3127738262" sldId="2664"/>
        </pc:sldMkLst>
      </pc:sldChg>
      <pc:sldChg chg="del">
        <pc:chgData name="Bondio Andres German" userId="e077eb19-a58e-4f43-8d77-d46f2d270b92" providerId="ADAL" clId="{B838CCD1-A557-4104-8659-6E25C01346D2}" dt="2023-08-18T02:41:06.535" v="0" actId="47"/>
        <pc:sldMkLst>
          <pc:docMk/>
          <pc:sldMk cId="1033924672" sldId="2665"/>
        </pc:sldMkLst>
      </pc:sldChg>
      <pc:sldChg chg="del">
        <pc:chgData name="Bondio Andres German" userId="e077eb19-a58e-4f43-8d77-d46f2d270b92" providerId="ADAL" clId="{B838CCD1-A557-4104-8659-6E25C01346D2}" dt="2023-08-18T02:41:06.535" v="0" actId="47"/>
        <pc:sldMkLst>
          <pc:docMk/>
          <pc:sldMk cId="3971083214" sldId="2670"/>
        </pc:sldMkLst>
      </pc:sldChg>
      <pc:sldChg chg="del">
        <pc:chgData name="Bondio Andres German" userId="e077eb19-a58e-4f43-8d77-d46f2d270b92" providerId="ADAL" clId="{B838CCD1-A557-4104-8659-6E25C01346D2}" dt="2023-08-18T02:41:06.535" v="0" actId="47"/>
        <pc:sldMkLst>
          <pc:docMk/>
          <pc:sldMk cId="1633464778" sldId="2672"/>
        </pc:sldMkLst>
      </pc:sldChg>
      <pc:sldChg chg="del">
        <pc:chgData name="Bondio Andres German" userId="e077eb19-a58e-4f43-8d77-d46f2d270b92" providerId="ADAL" clId="{B838CCD1-A557-4104-8659-6E25C01346D2}" dt="2023-08-18T02:41:06.535" v="0" actId="47"/>
        <pc:sldMkLst>
          <pc:docMk/>
          <pc:sldMk cId="2646942607" sldId="2673"/>
        </pc:sldMkLst>
      </pc:sldChg>
      <pc:sldChg chg="modNotesTx">
        <pc:chgData name="Bondio Andres German" userId="e077eb19-a58e-4f43-8d77-d46f2d270b92" providerId="ADAL" clId="{B838CCD1-A557-4104-8659-6E25C01346D2}" dt="2023-08-18T02:41:23.646" v="2" actId="6549"/>
        <pc:sldMkLst>
          <pc:docMk/>
          <pc:sldMk cId="671276649" sldId="2674"/>
        </pc:sldMkLst>
      </pc:sldChg>
      <pc:sldChg chg="del">
        <pc:chgData name="Bondio Andres German" userId="e077eb19-a58e-4f43-8d77-d46f2d270b92" providerId="ADAL" clId="{B838CCD1-A557-4104-8659-6E25C01346D2}" dt="2023-08-18T02:41:06.535" v="0" actId="47"/>
        <pc:sldMkLst>
          <pc:docMk/>
          <pc:sldMk cId="2518211618" sldId="2680"/>
        </pc:sldMkLst>
      </pc:sldChg>
      <pc:sldChg chg="del">
        <pc:chgData name="Bondio Andres German" userId="e077eb19-a58e-4f43-8d77-d46f2d270b92" providerId="ADAL" clId="{B838CCD1-A557-4104-8659-6E25C01346D2}" dt="2023-08-18T02:41:06.535" v="0" actId="47"/>
        <pc:sldMkLst>
          <pc:docMk/>
          <pc:sldMk cId="447128171" sldId="2681"/>
        </pc:sldMkLst>
      </pc:sldChg>
      <pc:sldChg chg="del">
        <pc:chgData name="Bondio Andres German" userId="e077eb19-a58e-4f43-8d77-d46f2d270b92" providerId="ADAL" clId="{B838CCD1-A557-4104-8659-6E25C01346D2}" dt="2023-08-18T02:41:48.434" v="6" actId="47"/>
        <pc:sldMkLst>
          <pc:docMk/>
          <pc:sldMk cId="2793595032" sldId="2682"/>
        </pc:sldMkLst>
      </pc:sldChg>
      <pc:sldChg chg="del">
        <pc:chgData name="Bondio Andres German" userId="e077eb19-a58e-4f43-8d77-d46f2d270b92" providerId="ADAL" clId="{B838CCD1-A557-4104-8659-6E25C01346D2}" dt="2023-08-18T02:41:06.535" v="0" actId="47"/>
        <pc:sldMkLst>
          <pc:docMk/>
          <pc:sldMk cId="3989332695" sldId="2685"/>
        </pc:sldMkLst>
      </pc:sldChg>
      <pc:sldChg chg="del">
        <pc:chgData name="Bondio Andres German" userId="e077eb19-a58e-4f43-8d77-d46f2d270b92" providerId="ADAL" clId="{B838CCD1-A557-4104-8659-6E25C01346D2}" dt="2023-08-18T02:41:46.059" v="4" actId="47"/>
        <pc:sldMkLst>
          <pc:docMk/>
          <pc:sldMk cId="349814131" sldId="2688"/>
        </pc:sldMkLst>
      </pc:sldChg>
      <pc:sldChg chg="modNotesTx">
        <pc:chgData name="Bondio Andres German" userId="e077eb19-a58e-4f43-8d77-d46f2d270b92" providerId="ADAL" clId="{B838CCD1-A557-4104-8659-6E25C01346D2}" dt="2023-08-18T02:41:42.443" v="3" actId="6549"/>
        <pc:sldMkLst>
          <pc:docMk/>
          <pc:sldMk cId="4045632860" sldId="2690"/>
        </pc:sldMkLst>
      </pc:sldChg>
      <pc:sldChg chg="del">
        <pc:chgData name="Bondio Andres German" userId="e077eb19-a58e-4f43-8d77-d46f2d270b92" providerId="ADAL" clId="{B838CCD1-A557-4104-8659-6E25C01346D2}" dt="2023-08-18T02:41:47.423" v="5" actId="47"/>
        <pc:sldMkLst>
          <pc:docMk/>
          <pc:sldMk cId="127594965" sldId="2704"/>
        </pc:sldMkLst>
      </pc:sldChg>
      <pc:sldChg chg="del">
        <pc:chgData name="Bondio Andres German" userId="e077eb19-a58e-4f43-8d77-d46f2d270b92" providerId="ADAL" clId="{B838CCD1-A557-4104-8659-6E25C01346D2}" dt="2023-08-18T02:41:06.535" v="0" actId="47"/>
        <pc:sldMkLst>
          <pc:docMk/>
          <pc:sldMk cId="2632800895" sldId="2705"/>
        </pc:sldMkLst>
      </pc:sldChg>
      <pc:sldChg chg="del">
        <pc:chgData name="Bondio Andres German" userId="e077eb19-a58e-4f43-8d77-d46f2d270b92" providerId="ADAL" clId="{B838CCD1-A557-4104-8659-6E25C01346D2}" dt="2023-08-18T02:41:06.535" v="0" actId="47"/>
        <pc:sldMkLst>
          <pc:docMk/>
          <pc:sldMk cId="356073675" sldId="2706"/>
        </pc:sldMkLst>
      </pc:sldChg>
      <pc:sldChg chg="del">
        <pc:chgData name="Bondio Andres German" userId="e077eb19-a58e-4f43-8d77-d46f2d270b92" providerId="ADAL" clId="{B838CCD1-A557-4104-8659-6E25C01346D2}" dt="2023-08-18T02:41:06.535" v="0" actId="47"/>
        <pc:sldMkLst>
          <pc:docMk/>
          <pc:sldMk cId="800413683" sldId="2707"/>
        </pc:sldMkLst>
      </pc:sldChg>
      <pc:sldChg chg="del">
        <pc:chgData name="Bondio Andres German" userId="e077eb19-a58e-4f43-8d77-d46f2d270b92" providerId="ADAL" clId="{B838CCD1-A557-4104-8659-6E25C01346D2}" dt="2023-08-18T02:41:06.535" v="0" actId="47"/>
        <pc:sldMkLst>
          <pc:docMk/>
          <pc:sldMk cId="4229300861" sldId="2708"/>
        </pc:sldMkLst>
      </pc:sldChg>
      <pc:sldChg chg="del">
        <pc:chgData name="Bondio Andres German" userId="e077eb19-a58e-4f43-8d77-d46f2d270b92" providerId="ADAL" clId="{B838CCD1-A557-4104-8659-6E25C01346D2}" dt="2023-08-18T02:41:06.535" v="0" actId="47"/>
        <pc:sldMkLst>
          <pc:docMk/>
          <pc:sldMk cId="3913720101" sldId="2710"/>
        </pc:sldMkLst>
      </pc:sldChg>
      <pc:sldChg chg="del">
        <pc:chgData name="Bondio Andres German" userId="e077eb19-a58e-4f43-8d77-d46f2d270b92" providerId="ADAL" clId="{B838CCD1-A557-4104-8659-6E25C01346D2}" dt="2023-08-18T02:41:06.535" v="0" actId="47"/>
        <pc:sldMkLst>
          <pc:docMk/>
          <pc:sldMk cId="3280477966" sldId="2713"/>
        </pc:sldMkLst>
      </pc:sldChg>
      <pc:sldChg chg="del">
        <pc:chgData name="Bondio Andres German" userId="e077eb19-a58e-4f43-8d77-d46f2d270b92" providerId="ADAL" clId="{B838CCD1-A557-4104-8659-6E25C01346D2}" dt="2023-08-18T02:41:06.535" v="0" actId="47"/>
        <pc:sldMkLst>
          <pc:docMk/>
          <pc:sldMk cId="2073084887" sldId="2714"/>
        </pc:sldMkLst>
      </pc:sldChg>
      <pc:sldChg chg="del">
        <pc:chgData name="Bondio Andres German" userId="e077eb19-a58e-4f43-8d77-d46f2d270b92" providerId="ADAL" clId="{B838CCD1-A557-4104-8659-6E25C01346D2}" dt="2023-08-18T02:41:06.535" v="0" actId="47"/>
        <pc:sldMkLst>
          <pc:docMk/>
          <pc:sldMk cId="2341827007" sldId="2715"/>
        </pc:sldMkLst>
      </pc:sldChg>
      <pc:sldChg chg="del">
        <pc:chgData name="Bondio Andres German" userId="e077eb19-a58e-4f43-8d77-d46f2d270b92" providerId="ADAL" clId="{B838CCD1-A557-4104-8659-6E25C01346D2}" dt="2023-08-18T02:41:06.535" v="0" actId="47"/>
        <pc:sldMkLst>
          <pc:docMk/>
          <pc:sldMk cId="356124332" sldId="2716"/>
        </pc:sldMkLst>
      </pc:sldChg>
      <pc:sldChg chg="del">
        <pc:chgData name="Bondio Andres German" userId="e077eb19-a58e-4f43-8d77-d46f2d270b92" providerId="ADAL" clId="{B838CCD1-A557-4104-8659-6E25C01346D2}" dt="2023-08-18T02:41:06.535" v="0" actId="47"/>
        <pc:sldMkLst>
          <pc:docMk/>
          <pc:sldMk cId="3830824223" sldId="2718"/>
        </pc:sldMkLst>
      </pc:sldChg>
      <pc:sldChg chg="modNotesTx">
        <pc:chgData name="Bondio Andres German" userId="e077eb19-a58e-4f43-8d77-d46f2d270b92" providerId="ADAL" clId="{B838CCD1-A557-4104-8659-6E25C01346D2}" dt="2023-08-18T02:41:14.462" v="1" actId="6549"/>
        <pc:sldMkLst>
          <pc:docMk/>
          <pc:sldMk cId="156818256" sldId="2719"/>
        </pc:sldMkLst>
      </pc:sldChg>
      <pc:sldChg chg="del">
        <pc:chgData name="Bondio Andres German" userId="e077eb19-a58e-4f43-8d77-d46f2d270b92" providerId="ADAL" clId="{B838CCD1-A557-4104-8659-6E25C01346D2}" dt="2023-08-18T02:41:06.535" v="0" actId="47"/>
        <pc:sldMkLst>
          <pc:docMk/>
          <pc:sldMk cId="4124839253" sldId="2720"/>
        </pc:sldMkLst>
      </pc:sldChg>
      <pc:sldChg chg="del">
        <pc:chgData name="Bondio Andres German" userId="e077eb19-a58e-4f43-8d77-d46f2d270b92" providerId="ADAL" clId="{B838CCD1-A557-4104-8659-6E25C01346D2}" dt="2023-08-18T02:41:06.535" v="0" actId="47"/>
        <pc:sldMkLst>
          <pc:docMk/>
          <pc:sldMk cId="2492242624" sldId="2721"/>
        </pc:sldMkLst>
      </pc:sldChg>
      <pc:sldChg chg="del">
        <pc:chgData name="Bondio Andres German" userId="e077eb19-a58e-4f43-8d77-d46f2d270b92" providerId="ADAL" clId="{B838CCD1-A557-4104-8659-6E25C01346D2}" dt="2023-08-18T02:41:06.535" v="0" actId="47"/>
        <pc:sldMkLst>
          <pc:docMk/>
          <pc:sldMk cId="1792576407" sldId="2722"/>
        </pc:sldMkLst>
      </pc:sldChg>
      <pc:sldChg chg="del">
        <pc:chgData name="Bondio Andres German" userId="e077eb19-a58e-4f43-8d77-d46f2d270b92" providerId="ADAL" clId="{B838CCD1-A557-4104-8659-6E25C01346D2}" dt="2023-08-18T02:41:06.535" v="0" actId="47"/>
        <pc:sldMkLst>
          <pc:docMk/>
          <pc:sldMk cId="3519768842" sldId="2723"/>
        </pc:sldMkLst>
      </pc:sldChg>
      <pc:sldChg chg="del">
        <pc:chgData name="Bondio Andres German" userId="e077eb19-a58e-4f43-8d77-d46f2d270b92" providerId="ADAL" clId="{B838CCD1-A557-4104-8659-6E25C01346D2}" dt="2023-08-18T02:41:06.535" v="0" actId="47"/>
        <pc:sldMkLst>
          <pc:docMk/>
          <pc:sldMk cId="2693795593" sldId="2724"/>
        </pc:sldMkLst>
      </pc:sldChg>
      <pc:sldChg chg="del">
        <pc:chgData name="Bondio Andres German" userId="e077eb19-a58e-4f43-8d77-d46f2d270b92" providerId="ADAL" clId="{B838CCD1-A557-4104-8659-6E25C01346D2}" dt="2023-08-18T02:41:06.535" v="0" actId="47"/>
        <pc:sldMkLst>
          <pc:docMk/>
          <pc:sldMk cId="3361723917" sldId="2725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="" xmlns:a16="http://schemas.microsoft.com/office/drawing/2014/main" id="{8CC198DB-AFBD-584A-8986-364FF2B03F4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l">
              <a:defRPr sz="1300"/>
            </a:lvl1pPr>
          </a:lstStyle>
          <a:p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AD01315C-523F-A043-8029-B9921497126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023992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r">
              <a:defRPr sz="1300"/>
            </a:lvl1pPr>
          </a:lstStyle>
          <a:p>
            <a:fld id="{E8CF71B8-DF2A-2E41-BE66-2E18A767DA8A}" type="datetimeFigureOut">
              <a:rPr lang="en-US" smtClean="0">
                <a:latin typeface="Arial" panose="020B0604020202020204" pitchFamily="34" charset="0"/>
              </a:rPr>
              <a:t>9/15/2023</a:t>
            </a:fld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B9601424-70F4-1643-8E3A-557A0258D6B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l">
              <a:defRPr sz="1300"/>
            </a:lvl1pPr>
          </a:lstStyle>
          <a:p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E85BF48A-FF5C-8145-95A7-EE66A87C73D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023992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r">
              <a:defRPr sz="1300"/>
            </a:lvl1pPr>
          </a:lstStyle>
          <a:p>
            <a:fld id="{A35F0CC5-85BE-A64A-BD47-54C66F7E93E3}" type="slidenum">
              <a:rPr lang="en-US" smtClean="0">
                <a:latin typeface="Arial" panose="020B0604020202020204" pitchFamily="34" charset="0"/>
              </a:rPr>
              <a:t>‹Nº›</a:t>
            </a:fld>
            <a:endParaRPr 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909529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l">
              <a:defRPr sz="1300"/>
            </a:lvl1pPr>
          </a:lstStyle>
          <a:p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2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r">
              <a:defRPr sz="1300"/>
            </a:lvl1pPr>
          </a:lstStyle>
          <a:p>
            <a:fld id="{0DD60A27-BF12-6744-9E93-932A0E34D8BB}" type="datetimeFigureOut">
              <a:rPr lang="en-US" smtClean="0">
                <a:latin typeface="Arial" panose="020B0604020202020204" pitchFamily="34" charset="0"/>
              </a:rPr>
              <a:t>9/15/2023</a:t>
            </a:fld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75" tIns="49538" rIns="99075" bIns="49538" rtlCol="0" anchor="ctr"/>
          <a:lstStyle/>
          <a:p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</p:spPr>
        <p:txBody>
          <a:bodyPr vert="horz" lIns="99075" tIns="49538" rIns="99075" bIns="49538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l">
              <a:defRPr sz="1300"/>
            </a:lvl1pPr>
          </a:lstStyle>
          <a:p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2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r">
              <a:defRPr sz="1300"/>
            </a:lvl1pPr>
          </a:lstStyle>
          <a:p>
            <a:fld id="{F07326F3-4732-B74B-9C70-D0992466E499}" type="slidenum">
              <a:rPr lang="en-US" smtClean="0">
                <a:latin typeface="Arial" panose="020B0604020202020204" pitchFamily="34" charset="0"/>
              </a:rPr>
              <a:t>‹Nº›</a:t>
            </a:fld>
            <a:endParaRPr 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46321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651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9304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957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8609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8261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913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566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7219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>
                <a:latin typeface="Arial" panose="020B0604020202020204" pitchFamily="34" charset="0"/>
              </a:rPr>
              <a:t>1</a:t>
            </a:fld>
            <a:endParaRPr 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72917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>
                <a:latin typeface="Arial" panose="020B0604020202020204" pitchFamily="34" charset="0"/>
              </a:rPr>
              <a:t>2</a:t>
            </a:fld>
            <a:endParaRPr 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90903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>
                <a:latin typeface="Arial" panose="020B0604020202020204" pitchFamily="34" charset="0"/>
              </a:rPr>
              <a:t>3</a:t>
            </a:fld>
            <a:endParaRPr 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90636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>
                <a:latin typeface="Arial" panose="020B0604020202020204" pitchFamily="34" charset="0"/>
              </a:rPr>
              <a:t>4</a:t>
            </a:fld>
            <a:endParaRPr 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0656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4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4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0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22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探索版封面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6" y="0"/>
            <a:ext cx="12194710" cy="6858000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="" xmlns:a16="http://schemas.microsoft.com/office/drawing/2014/main" id="{8227DEE9-8BE9-0D49-BF96-9E83C5312E0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818477" y="1476364"/>
            <a:ext cx="6559809" cy="690255"/>
          </a:xfrm>
          <a:prstGeom prst="rect">
            <a:avLst/>
          </a:prstGeom>
          <a:ln>
            <a:noFill/>
            <a:prstDash val="dash"/>
          </a:ln>
        </p:spPr>
        <p:txBody>
          <a:bodyPr lIns="0" tIns="0" rIns="0" bIns="0" anchor="t">
            <a:normAutofit/>
          </a:bodyPr>
          <a:lstStyle>
            <a:lvl1pPr algn="ctr">
              <a:defRPr sz="3200" b="0" i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="" xmlns:a16="http://schemas.microsoft.com/office/drawing/2014/main" id="{2F43DA98-D48D-6947-95EF-BA3B05E6882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830460" y="2320524"/>
            <a:ext cx="6535842" cy="643926"/>
          </a:xfrm>
          <a:prstGeom prst="rect">
            <a:avLst/>
          </a:prstGeom>
        </p:spPr>
        <p:txBody>
          <a:bodyPr/>
          <a:lstStyle>
            <a:lvl1pPr algn="ctr">
              <a:defRPr sz="14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91675" y="6043569"/>
            <a:ext cx="1901836" cy="427660"/>
          </a:xfrm>
          <a:prstGeom prst="rect">
            <a:avLst/>
          </a:prstGeom>
        </p:spPr>
      </p:pic>
      <p:sp>
        <p:nvSpPr>
          <p:cNvPr id="11" name="Text Placeholder 14">
            <a:extLst>
              <a:ext uri="{FF2B5EF4-FFF2-40B4-BE49-F238E27FC236}">
                <a16:creationId xmlns="" xmlns:a16="http://schemas.microsoft.com/office/drawing/2014/main" id="{AF72FAD7-C8C3-754A-A498-D3A7EC29AB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7340" y="6270651"/>
            <a:ext cx="1982316" cy="15361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64396497"/>
      </p:ext>
    </p:extLst>
  </p:cSld>
  <p:clrMapOvr>
    <a:masterClrMapping/>
  </p:clrMapOvr>
  <p:extLst>
    <p:ext uri="{DCECCB84-F9BA-43D5-87BE-67443E8EF086}">
      <p15:sldGuideLst xmlns="" xmlns:p15="http://schemas.microsoft.com/office/powerpoint/2012/main">
        <p15:guide id="1" orient="horz" pos="3414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探索版封面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6" y="0"/>
            <a:ext cx="12194710" cy="685800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91675" y="6043569"/>
            <a:ext cx="1901836" cy="42766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="" xmlns:a16="http://schemas.microsoft.com/office/drawing/2014/main" id="{8227DEE9-8BE9-0D49-BF96-9E83C5312E0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  <a:ln>
            <a:noFill/>
            <a:prstDash val="dash"/>
          </a:ln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单击此处添加封面标题</a:t>
            </a:r>
            <a:endParaRPr lang="en-US" dirty="0"/>
          </a:p>
        </p:txBody>
      </p:sp>
      <p:sp>
        <p:nvSpPr>
          <p:cNvPr id="8" name="Text Placeholder 5">
            <a:extLst>
              <a:ext uri="{FF2B5EF4-FFF2-40B4-BE49-F238E27FC236}">
                <a16:creationId xmlns="" xmlns:a16="http://schemas.microsoft.com/office/drawing/2014/main" id="{2F43DA98-D48D-6947-95EF-BA3B05E6882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  <a:prstGeom prst="rect">
            <a:avLst/>
          </a:prstGeom>
        </p:spPr>
        <p:txBody>
          <a:bodyPr/>
          <a:lstStyle>
            <a:lvl1pPr>
              <a:defRPr sz="14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  <p:sp>
        <p:nvSpPr>
          <p:cNvPr id="9" name="Text Placeholder 14">
            <a:extLst>
              <a:ext uri="{FF2B5EF4-FFF2-40B4-BE49-F238E27FC236}">
                <a16:creationId xmlns="" xmlns:a16="http://schemas.microsoft.com/office/drawing/2014/main" id="{AF72FAD7-C8C3-754A-A498-D3A7EC29AB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7340" y="6270651"/>
            <a:ext cx="1982316" cy="15361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33631775"/>
      </p:ext>
    </p:extLst>
  </p:cSld>
  <p:clrMapOvr>
    <a:masterClrMapping/>
  </p:clrMapOvr>
  <p:extLst>
    <p:ext uri="{DCECCB84-F9BA-43D5-87BE-67443E8EF086}">
      <p15:sldGuideLst xmlns="" xmlns:p15="http://schemas.microsoft.com/office/powerpoint/2012/main">
        <p15:guide id="1" orient="horz" pos="3414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无限版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" y="0"/>
            <a:ext cx="12192000" cy="685800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91675" y="6043569"/>
            <a:ext cx="1901836" cy="427660"/>
          </a:xfrm>
          <a:prstGeom prst="rect">
            <a:avLst/>
          </a:prstGeom>
        </p:spPr>
      </p:pic>
      <p:sp>
        <p:nvSpPr>
          <p:cNvPr id="12" name="Text Placeholder 14">
            <a:extLst>
              <a:ext uri="{FF2B5EF4-FFF2-40B4-BE49-F238E27FC236}">
                <a16:creationId xmlns="" xmlns:a16="http://schemas.microsoft.com/office/drawing/2014/main" id="{AF72FAD7-C8C3-754A-A498-D3A7EC29AB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7340" y="6270651"/>
            <a:ext cx="1982316" cy="15361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="" xmlns:a16="http://schemas.microsoft.com/office/drawing/2014/main" id="{8227DEE9-8BE9-0D49-BF96-9E83C5312E0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  <a:ln>
            <a:noFill/>
            <a:prstDash val="dash"/>
          </a:ln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单击此处添加封面标题</a:t>
            </a:r>
            <a:endParaRPr lang="en-US" dirty="0"/>
          </a:p>
        </p:txBody>
      </p:sp>
      <p:sp>
        <p:nvSpPr>
          <p:cNvPr id="9" name="Text Placeholder 5">
            <a:extLst>
              <a:ext uri="{FF2B5EF4-FFF2-40B4-BE49-F238E27FC236}">
                <a16:creationId xmlns="" xmlns:a16="http://schemas.microsoft.com/office/drawing/2014/main" id="{2F43DA98-D48D-6947-95EF-BA3B05E6882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  <a:prstGeom prst="rect">
            <a:avLst/>
          </a:prstGeom>
        </p:spPr>
        <p:txBody>
          <a:bodyPr/>
          <a:lstStyle>
            <a:lvl1pPr>
              <a:defRPr sz="14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1503017"/>
      </p:ext>
    </p:extLst>
  </p:cSld>
  <p:clrMapOvr>
    <a:masterClrMapping/>
  </p:clrMapOvr>
  <p:extLst>
    <p:ext uri="{DCECCB84-F9BA-43D5-87BE-67443E8EF086}">
      <p15:sldGuideLst xmlns=""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s page"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378046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320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593900" indent="0" algn="ctr">
              <a:buNone/>
              <a:defRPr sz="2598"/>
            </a:lvl2pPr>
            <a:lvl3pPr marL="1187798" indent="0" algn="ctr">
              <a:buNone/>
              <a:defRPr sz="2338"/>
            </a:lvl3pPr>
            <a:lvl4pPr marL="1781699" indent="0" algn="ctr">
              <a:buNone/>
              <a:defRPr sz="2079"/>
            </a:lvl4pPr>
            <a:lvl5pPr marL="2375598" indent="0" algn="ctr">
              <a:buNone/>
              <a:defRPr sz="2079"/>
            </a:lvl5pPr>
            <a:lvl6pPr marL="2969497" indent="0" algn="ctr">
              <a:buNone/>
              <a:defRPr sz="2079"/>
            </a:lvl6pPr>
            <a:lvl7pPr marL="3563396" indent="0" algn="ctr">
              <a:buNone/>
              <a:defRPr sz="2079"/>
            </a:lvl7pPr>
            <a:lvl8pPr marL="4157297" indent="0" algn="ctr">
              <a:buNone/>
              <a:defRPr sz="2079"/>
            </a:lvl8pPr>
            <a:lvl9pPr marL="4751195" indent="0" algn="ctr">
              <a:buNone/>
              <a:defRPr sz="2079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="" xmlns:a16="http://schemas.microsoft.com/office/drawing/2014/main" id="{CA8B3F0C-616F-224A-B32F-9F9BF5EEE1BC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726021" y="1512875"/>
            <a:ext cx="10733557" cy="4690459"/>
          </a:xfrm>
          <a:prstGeom prst="rect">
            <a:avLst/>
          </a:prstGeom>
        </p:spPr>
        <p:txBody>
          <a:bodyPr lIns="0" tIns="0" rIns="0" bIns="0"/>
          <a:lstStyle>
            <a:lvl1pPr marL="179388" marR="0" indent="-168275" algn="l" defTabSz="11877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>
                <a:tab pos="1208088" algn="ctr"/>
              </a:tabLst>
              <a:defRPr sz="180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defRPr>
            </a:lvl1pPr>
            <a:lvl2pPr marL="329026" marR="0" indent="-168275" algn="l" defTabSz="11877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&gt;"/>
              <a:tabLst>
                <a:tab pos="1208088" algn="ctr"/>
              </a:tabLst>
              <a:defRPr sz="1600" baseline="0"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 marL="1098575" marR="0" indent="-168275" algn="l" defTabSz="11877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-"/>
              <a:tabLst>
                <a:tab pos="1208088" algn="ctr"/>
              </a:tabLst>
              <a:defRPr sz="1299" baseline="0"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 marL="525850" indent="-171159">
              <a:buFont typeface="Arial" panose="020B0604020202020204" pitchFamily="34" charset="0"/>
              <a:buChar char="•"/>
              <a:tabLst>
                <a:tab pos="1208420" algn="ctr"/>
              </a:tabLst>
              <a:defRPr sz="1299" baseline="0"/>
            </a:lvl4pPr>
            <a:lvl5pPr marL="525850" indent="-171159">
              <a:buFont typeface="Arial" panose="020B0604020202020204" pitchFamily="34" charset="0"/>
              <a:buChar char="•"/>
              <a:tabLst>
                <a:tab pos="1208420" algn="ctr"/>
              </a:tabLst>
              <a:defRPr sz="1299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  <a:p>
            <a:pPr marL="329026" marR="0" lvl="1" indent="-168275" algn="l" defTabSz="11877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8088" algn="ctr"/>
              </a:tabLst>
              <a:defRPr/>
            </a:pPr>
            <a:r>
              <a:rPr lang="zh-CN" altLang="en-US" dirty="0"/>
              <a:t>单击此处添加文本</a:t>
            </a:r>
            <a:endParaRPr lang="en-US" dirty="0"/>
          </a:p>
          <a:p>
            <a:pPr marL="1098575" marR="0" lvl="2" indent="-168275" algn="l" defTabSz="11877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8088" algn="ctr"/>
              </a:tabLst>
              <a:defRPr/>
            </a:pPr>
            <a:r>
              <a:rPr lang="zh-CN" altLang="en-US" dirty="0"/>
              <a:t>单击此处添加文本</a:t>
            </a:r>
            <a:endParaRPr lang="en-US" dirty="0"/>
          </a:p>
          <a:p>
            <a:pPr marL="1098575" marR="0" lvl="2" indent="-168275" algn="l" defTabSz="11877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8088" algn="ctr"/>
              </a:tabLst>
              <a:defRPr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975429476"/>
      </p:ext>
    </p:extLst>
  </p:cSld>
  <p:clrMapOvr>
    <a:masterClrMapping/>
  </p:clrMapOvr>
  <p:extLst>
    <p:ext uri="{DCECCB84-F9BA-43D5-87BE-67443E8EF086}">
      <p15:sldGuideLst xmlns=""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930528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探索版封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6" y="0"/>
            <a:ext cx="12194710" cy="685800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91675" y="6043569"/>
            <a:ext cx="1901836" cy="427660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="" xmlns:a16="http://schemas.microsoft.com/office/drawing/2014/main" id="{8227DEE9-8BE9-0D49-BF96-9E83C5312E0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818477" y="1630269"/>
            <a:ext cx="6559809" cy="690255"/>
          </a:xfrm>
          <a:prstGeom prst="rect">
            <a:avLst/>
          </a:prstGeom>
          <a:ln>
            <a:noFill/>
            <a:prstDash val="dash"/>
          </a:ln>
        </p:spPr>
        <p:txBody>
          <a:bodyPr lIns="0" tIns="0" rIns="0" bIns="0" anchor="t">
            <a:normAutofit/>
          </a:bodyPr>
          <a:lstStyle>
            <a:lvl1pPr algn="ctr">
              <a:defRPr sz="3200" b="0" i="0">
                <a:solidFill>
                  <a:schemeClr val="tx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13" name="Text Placeholder 5">
            <a:extLst>
              <a:ext uri="{FF2B5EF4-FFF2-40B4-BE49-F238E27FC236}">
                <a16:creationId xmlns="" xmlns:a16="http://schemas.microsoft.com/office/drawing/2014/main" id="{2F43DA98-D48D-6947-95EF-BA3B05E6882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830460" y="2474429"/>
            <a:ext cx="6535842" cy="643926"/>
          </a:xfrm>
          <a:prstGeom prst="rect">
            <a:avLst/>
          </a:prstGeom>
        </p:spPr>
        <p:txBody>
          <a:bodyPr/>
          <a:lstStyle>
            <a:lvl1pPr algn="ctr">
              <a:defRPr sz="140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718346"/>
      </p:ext>
    </p:extLst>
  </p:cSld>
  <p:clrMapOvr>
    <a:masterClrMapping/>
  </p:clrMapOvr>
  <p:extLst>
    <p:ext uri="{DCECCB84-F9BA-43D5-87BE-67443E8EF086}">
      <p15:sldGuideLst xmlns="" xmlns:p15="http://schemas.microsoft.com/office/powerpoint/2012/main">
        <p15:guide id="1" orient="horz" pos="3414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无限版封底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" y="0"/>
            <a:ext cx="12192000" cy="68580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91675" y="6043569"/>
            <a:ext cx="1901836" cy="42766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="" xmlns:a16="http://schemas.microsoft.com/office/drawing/2014/main" id="{8227DEE9-8BE9-0D49-BF96-9E83C5312E0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818477" y="1630269"/>
            <a:ext cx="6559809" cy="690255"/>
          </a:xfrm>
          <a:prstGeom prst="rect">
            <a:avLst/>
          </a:prstGeom>
          <a:ln>
            <a:noFill/>
            <a:prstDash val="dash"/>
          </a:ln>
        </p:spPr>
        <p:txBody>
          <a:bodyPr lIns="0" tIns="0" rIns="0" bIns="0" anchor="t">
            <a:normAutofit/>
          </a:bodyPr>
          <a:lstStyle>
            <a:lvl1pPr algn="ctr">
              <a:defRPr sz="3200" b="0" i="0">
                <a:solidFill>
                  <a:schemeClr val="tx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7" name="Text Placeholder 5">
            <a:extLst>
              <a:ext uri="{FF2B5EF4-FFF2-40B4-BE49-F238E27FC236}">
                <a16:creationId xmlns="" xmlns:a16="http://schemas.microsoft.com/office/drawing/2014/main" id="{2F43DA98-D48D-6947-95EF-BA3B05E6882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830460" y="2474429"/>
            <a:ext cx="6535842" cy="643926"/>
          </a:xfrm>
          <a:prstGeom prst="rect">
            <a:avLst/>
          </a:prstGeom>
        </p:spPr>
        <p:txBody>
          <a:bodyPr/>
          <a:lstStyle>
            <a:lvl1pPr algn="ctr">
              <a:defRPr sz="140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47860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320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593900" indent="0" algn="ctr">
              <a:buNone/>
              <a:defRPr sz="2598"/>
            </a:lvl2pPr>
            <a:lvl3pPr marL="1187798" indent="0" algn="ctr">
              <a:buNone/>
              <a:defRPr sz="2338"/>
            </a:lvl3pPr>
            <a:lvl4pPr marL="1781699" indent="0" algn="ctr">
              <a:buNone/>
              <a:defRPr sz="2079"/>
            </a:lvl4pPr>
            <a:lvl5pPr marL="2375598" indent="0" algn="ctr">
              <a:buNone/>
              <a:defRPr sz="2079"/>
            </a:lvl5pPr>
            <a:lvl6pPr marL="2969497" indent="0" algn="ctr">
              <a:buNone/>
              <a:defRPr sz="2079"/>
            </a:lvl6pPr>
            <a:lvl7pPr marL="3563396" indent="0" algn="ctr">
              <a:buNone/>
              <a:defRPr sz="2079"/>
            </a:lvl7pPr>
            <a:lvl8pPr marL="4157297" indent="0" algn="ctr">
              <a:buNone/>
              <a:defRPr sz="2079"/>
            </a:lvl8pPr>
            <a:lvl9pPr marL="4751195" indent="0" algn="ctr">
              <a:buNone/>
              <a:defRPr sz="2079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="" xmlns:a16="http://schemas.microsoft.com/office/drawing/2014/main" id="{CA8B3F0C-616F-224A-B32F-9F9BF5EEE1BC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726021" y="1512875"/>
            <a:ext cx="10733557" cy="4690459"/>
          </a:xfrm>
          <a:prstGeom prst="rect">
            <a:avLst/>
          </a:prstGeom>
        </p:spPr>
        <p:txBody>
          <a:bodyPr lIns="0" tIns="0" rIns="0" bIns="0"/>
          <a:lstStyle>
            <a:lvl1pPr marL="179388" marR="0" indent="-168275" algn="l" defTabSz="11877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>
                <a:tab pos="1208088" algn="ctr"/>
              </a:tabLst>
              <a:defRPr sz="180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defRPr>
            </a:lvl1pPr>
            <a:lvl2pPr marL="329026" marR="0" indent="-168275" algn="l" defTabSz="11877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&gt;"/>
              <a:tabLst>
                <a:tab pos="1208088" algn="ctr"/>
              </a:tabLst>
              <a:defRPr sz="1600" baseline="0"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 marL="1098575" marR="0" indent="-168275" algn="l" defTabSz="11877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-"/>
              <a:tabLst>
                <a:tab pos="1208088" algn="ctr"/>
              </a:tabLst>
              <a:defRPr sz="1299" baseline="0"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 marL="525850" indent="-171159">
              <a:buFont typeface="Arial" panose="020B0604020202020204" pitchFamily="34" charset="0"/>
              <a:buChar char="•"/>
              <a:tabLst>
                <a:tab pos="1208420" algn="ctr"/>
              </a:tabLst>
              <a:defRPr sz="1299" baseline="0"/>
            </a:lvl4pPr>
            <a:lvl5pPr marL="525850" indent="-171159">
              <a:buFont typeface="Arial" panose="020B0604020202020204" pitchFamily="34" charset="0"/>
              <a:buChar char="•"/>
              <a:tabLst>
                <a:tab pos="1208420" algn="ctr"/>
              </a:tabLst>
              <a:defRPr sz="1299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  <a:p>
            <a:pPr marL="329026" marR="0" lvl="1" indent="-168275" algn="l" defTabSz="11877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8088" algn="ctr"/>
              </a:tabLst>
              <a:defRPr/>
            </a:pPr>
            <a:r>
              <a:rPr lang="zh-CN" altLang="en-US" dirty="0"/>
              <a:t>单击此处添加文本</a:t>
            </a:r>
            <a:endParaRPr lang="en-US" dirty="0"/>
          </a:p>
          <a:p>
            <a:pPr marL="1098575" marR="0" lvl="2" indent="-168275" algn="l" defTabSz="11877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8088" algn="ctr"/>
              </a:tabLst>
              <a:defRPr/>
            </a:pPr>
            <a:r>
              <a:rPr lang="zh-CN" altLang="en-US" dirty="0"/>
              <a:t>单击此处添加文本</a:t>
            </a:r>
            <a:endParaRPr lang="en-US" dirty="0"/>
          </a:p>
          <a:p>
            <a:pPr marL="1098575" marR="0" lvl="2" indent="-168275" algn="l" defTabSz="11877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8088" algn="ctr"/>
              </a:tabLst>
              <a:defRPr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590109599"/>
      </p:ext>
    </p:extLst>
  </p:cSld>
  <p:clrMapOvr>
    <a:masterClrMapping/>
  </p:clrMapOvr>
  <p:extLst>
    <p:ext uri="{DCECCB84-F9BA-43D5-87BE-67443E8EF086}">
      <p15:sldGuideLst xmlns="" xmlns:p15="http://schemas.microsoft.com/office/powerpoint/2012/main">
        <p15:guide id="1" pos="3842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167238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320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593900" indent="0" algn="ctr">
              <a:buNone/>
              <a:defRPr sz="2598"/>
            </a:lvl2pPr>
            <a:lvl3pPr marL="1187798" indent="0" algn="ctr">
              <a:buNone/>
              <a:defRPr sz="2338"/>
            </a:lvl3pPr>
            <a:lvl4pPr marL="1781699" indent="0" algn="ctr">
              <a:buNone/>
              <a:defRPr sz="2079"/>
            </a:lvl4pPr>
            <a:lvl5pPr marL="2375598" indent="0" algn="ctr">
              <a:buNone/>
              <a:defRPr sz="2079"/>
            </a:lvl5pPr>
            <a:lvl6pPr marL="2969497" indent="0" algn="ctr">
              <a:buNone/>
              <a:defRPr sz="2079"/>
            </a:lvl6pPr>
            <a:lvl7pPr marL="3563396" indent="0" algn="ctr">
              <a:buNone/>
              <a:defRPr sz="2079"/>
            </a:lvl7pPr>
            <a:lvl8pPr marL="4157297" indent="0" algn="ctr">
              <a:buNone/>
              <a:defRPr sz="2079"/>
            </a:lvl8pPr>
            <a:lvl9pPr marL="4751195" indent="0" algn="ctr">
              <a:buNone/>
              <a:defRPr sz="2079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="" xmlns:a16="http://schemas.microsoft.com/office/drawing/2014/main" id="{CA8B3F0C-616F-224A-B32F-9F9BF5EEE1BC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726021" y="1512875"/>
            <a:ext cx="10733557" cy="4690459"/>
          </a:xfrm>
          <a:prstGeom prst="rect">
            <a:avLst/>
          </a:prstGeom>
        </p:spPr>
        <p:txBody>
          <a:bodyPr lIns="0" tIns="0" rIns="0" bIns="0"/>
          <a:lstStyle>
            <a:lvl1pPr marL="179388" marR="0" indent="-168275" algn="l" defTabSz="11877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>
                <a:tab pos="1208088" algn="ctr"/>
              </a:tabLst>
              <a:defRPr sz="180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defRPr>
            </a:lvl1pPr>
            <a:lvl2pPr marL="329026" marR="0" indent="-168275" algn="l" defTabSz="11877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&gt;"/>
              <a:tabLst>
                <a:tab pos="1208088" algn="ctr"/>
              </a:tabLst>
              <a:defRPr sz="1600" baseline="0"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 marL="1098575" marR="0" indent="-168275" algn="l" defTabSz="11877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-"/>
              <a:tabLst>
                <a:tab pos="1208088" algn="ctr"/>
              </a:tabLst>
              <a:defRPr sz="1299" baseline="0"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 marL="525850" indent="-171159">
              <a:buFont typeface="Arial" panose="020B0604020202020204" pitchFamily="34" charset="0"/>
              <a:buChar char="•"/>
              <a:tabLst>
                <a:tab pos="1208420" algn="ctr"/>
              </a:tabLst>
              <a:defRPr sz="1299" baseline="0"/>
            </a:lvl4pPr>
            <a:lvl5pPr marL="525850" indent="-171159">
              <a:buFont typeface="Arial" panose="020B0604020202020204" pitchFamily="34" charset="0"/>
              <a:buChar char="•"/>
              <a:tabLst>
                <a:tab pos="1208420" algn="ctr"/>
              </a:tabLst>
              <a:defRPr sz="1299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  <a:p>
            <a:pPr marL="329026" marR="0" lvl="1" indent="-168275" algn="l" defTabSz="11877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8088" algn="ctr"/>
              </a:tabLst>
              <a:defRPr/>
            </a:pPr>
            <a:r>
              <a:rPr lang="zh-CN" altLang="en-US" dirty="0"/>
              <a:t>单击此处添加文本</a:t>
            </a:r>
            <a:endParaRPr lang="en-US" dirty="0"/>
          </a:p>
          <a:p>
            <a:pPr marL="1098575" marR="0" lvl="2" indent="-168275" algn="l" defTabSz="11877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8088" algn="ctr"/>
              </a:tabLst>
              <a:defRPr/>
            </a:pPr>
            <a:r>
              <a:rPr lang="zh-CN" altLang="en-US" dirty="0"/>
              <a:t>单击此处添加文本</a:t>
            </a:r>
            <a:endParaRPr lang="en-US" dirty="0"/>
          </a:p>
          <a:p>
            <a:pPr marL="1098575" marR="0" lvl="2" indent="-168275" algn="l" defTabSz="11877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8088" algn="ctr"/>
              </a:tabLst>
              <a:defRPr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441014359"/>
      </p:ext>
    </p:extLst>
  </p:cSld>
  <p:clrMapOvr>
    <a:masterClrMapping/>
  </p:clrMapOvr>
  <p:extLst>
    <p:ext uri="{DCECCB84-F9BA-43D5-87BE-67443E8EF086}">
      <p15:sldGuideLst xmlns="" xmlns:p15="http://schemas.microsoft.com/office/powerpoint/2012/main">
        <p15:guide id="1" pos="3842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289761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09630" y="468677"/>
            <a:ext cx="11377506" cy="10422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81" y="1599829"/>
            <a:ext cx="10977404" cy="452650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049334090"/>
      </p:ext>
    </p:extLst>
  </p:cSld>
  <p:clrMapOvr>
    <a:masterClrMapping/>
  </p:clrMapOvr>
  <p:transition spd="med" advClick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2400" baseline="0"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defRPr>
            </a:lvl1pPr>
            <a:lvl2pPr marL="593900" indent="0" algn="ctr">
              <a:buNone/>
              <a:defRPr sz="2598"/>
            </a:lvl2pPr>
            <a:lvl3pPr marL="1187798" indent="0" algn="ctr">
              <a:buNone/>
              <a:defRPr sz="2338"/>
            </a:lvl3pPr>
            <a:lvl4pPr marL="1781699" indent="0" algn="ctr">
              <a:buNone/>
              <a:defRPr sz="2079"/>
            </a:lvl4pPr>
            <a:lvl5pPr marL="2375598" indent="0" algn="ctr">
              <a:buNone/>
              <a:defRPr sz="2079"/>
            </a:lvl5pPr>
            <a:lvl6pPr marL="2969497" indent="0" algn="ctr">
              <a:buNone/>
              <a:defRPr sz="2079"/>
            </a:lvl6pPr>
            <a:lvl7pPr marL="3563396" indent="0" algn="ctr">
              <a:buNone/>
              <a:defRPr sz="2079"/>
            </a:lvl7pPr>
            <a:lvl8pPr marL="4157297" indent="0" algn="ctr">
              <a:buNone/>
              <a:defRPr sz="2079"/>
            </a:lvl8pPr>
            <a:lvl9pPr marL="4751195" indent="0" algn="ctr">
              <a:buNone/>
              <a:defRPr sz="2079"/>
            </a:lvl9pPr>
          </a:lstStyle>
          <a:p>
            <a:r>
              <a:rPr lang="en-US" altLang="zh-CN" dirty="0"/>
              <a:t>Ari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6718601"/>
      </p:ext>
    </p:extLst>
  </p:cSld>
  <p:clrMapOvr>
    <a:masterClrMapping/>
  </p:clrMapOvr>
  <p:extLst>
    <p:ext uri="{DCECCB84-F9BA-43D5-87BE-67443E8EF086}">
      <p15:sldGuideLst xmlns="" xmlns:p15="http://schemas.microsoft.com/office/powerpoint/2012/main">
        <p15:guide id="1" pos="3842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2694247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9349" y="289515"/>
            <a:ext cx="11660392" cy="89966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42660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24001176"/>
      </p:ext>
    </p:extLst>
  </p:cSld>
  <p:clrMapOvr>
    <a:masterClrMapping/>
  </p:clrMapOvr>
  <p:transition advClick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20363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4784900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1467588" cy="49759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29"/>
              </a:lnSpc>
              <a:spcBef>
                <a:spcPts val="0"/>
              </a:spcBef>
              <a:buNone/>
              <a:defRPr sz="280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593662" indent="0" algn="ctr">
              <a:buNone/>
              <a:defRPr sz="2597"/>
            </a:lvl2pPr>
            <a:lvl3pPr marL="1187323" indent="0" algn="ctr">
              <a:buNone/>
              <a:defRPr sz="2337"/>
            </a:lvl3pPr>
            <a:lvl4pPr marL="1780986" indent="0" algn="ctr">
              <a:buNone/>
              <a:defRPr sz="2078"/>
            </a:lvl4pPr>
            <a:lvl5pPr marL="2374648" indent="0" algn="ctr">
              <a:buNone/>
              <a:defRPr sz="2078"/>
            </a:lvl5pPr>
            <a:lvl6pPr marL="2968309" indent="0" algn="ctr">
              <a:buNone/>
              <a:defRPr sz="2078"/>
            </a:lvl6pPr>
            <a:lvl7pPr marL="3561971" indent="0" algn="ctr">
              <a:buNone/>
              <a:defRPr sz="2078"/>
            </a:lvl7pPr>
            <a:lvl8pPr marL="4155634" indent="0" algn="ctr">
              <a:buNone/>
              <a:defRPr sz="2078"/>
            </a:lvl8pPr>
            <a:lvl9pPr marL="4749295" indent="0" algn="ctr">
              <a:buNone/>
              <a:defRPr sz="2078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365954"/>
      </p:ext>
    </p:extLst>
  </p:cSld>
  <p:clrMapOvr>
    <a:masterClrMapping/>
  </p:clrMapOvr>
  <p:extLst>
    <p:ext uri="{DCECCB84-F9BA-43D5-87BE-67443E8EF086}">
      <p15:sldGuideLst xmlns="" xmlns:p15="http://schemas.microsoft.com/office/powerpoint/2012/main">
        <p15:guide id="1" pos="3842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defRPr>
            </a:lvl1pPr>
            <a:lvl2pPr marL="593900" indent="0" algn="ctr">
              <a:buNone/>
              <a:defRPr sz="2598"/>
            </a:lvl2pPr>
            <a:lvl3pPr marL="1187798" indent="0" algn="ctr">
              <a:buNone/>
              <a:defRPr sz="2338"/>
            </a:lvl3pPr>
            <a:lvl4pPr marL="1781699" indent="0" algn="ctr">
              <a:buNone/>
              <a:defRPr sz="2079"/>
            </a:lvl4pPr>
            <a:lvl5pPr marL="2375598" indent="0" algn="ctr">
              <a:buNone/>
              <a:defRPr sz="2079"/>
            </a:lvl5pPr>
            <a:lvl6pPr marL="2969497" indent="0" algn="ctr">
              <a:buNone/>
              <a:defRPr sz="2079"/>
            </a:lvl6pPr>
            <a:lvl7pPr marL="3563396" indent="0" algn="ctr">
              <a:buNone/>
              <a:defRPr sz="2079"/>
            </a:lvl7pPr>
            <a:lvl8pPr marL="4157297" indent="0" algn="ctr">
              <a:buNone/>
              <a:defRPr sz="2079"/>
            </a:lvl8pPr>
            <a:lvl9pPr marL="4751195" indent="0" algn="ctr">
              <a:buNone/>
              <a:defRPr sz="2079"/>
            </a:lvl9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="" xmlns:a16="http://schemas.microsoft.com/office/drawing/2014/main" id="{8A4EAA63-3827-DA40-B921-C01084B9DA87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726023" y="1501989"/>
            <a:ext cx="10733557" cy="4690459"/>
          </a:xfrm>
          <a:prstGeom prst="rect">
            <a:avLst/>
          </a:prstGeom>
        </p:spPr>
        <p:txBody>
          <a:bodyPr lIns="0" tIns="0" rIns="0" bIns="0"/>
          <a:lstStyle>
            <a:lvl1pPr marL="12373" indent="0">
              <a:lnSpc>
                <a:spcPct val="100000"/>
              </a:lnSpc>
              <a:spcBef>
                <a:spcPts val="0"/>
              </a:spcBef>
              <a:buFontTx/>
              <a:buNone/>
              <a:tabLst>
                <a:tab pos="1208420" algn="ctr"/>
              </a:tabLst>
              <a:defRPr sz="1800" baseline="0"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defRPr>
            </a:lvl1pPr>
            <a:lvl2pPr marL="525850" indent="-171159">
              <a:buFont typeface="Arial" panose="020B0604020202020204" pitchFamily="34" charset="0"/>
              <a:buChar char="•"/>
              <a:tabLst>
                <a:tab pos="1208420" algn="ctr"/>
              </a:tabLst>
              <a:defRPr sz="1299" baseline="0"/>
            </a:lvl2pPr>
            <a:lvl3pPr marL="525850" indent="-171159">
              <a:buFont typeface="Arial" panose="020B0604020202020204" pitchFamily="34" charset="0"/>
              <a:buChar char="•"/>
              <a:tabLst>
                <a:tab pos="1208420" algn="ctr"/>
              </a:tabLst>
              <a:defRPr sz="1299" baseline="0"/>
            </a:lvl3pPr>
            <a:lvl4pPr marL="525850" indent="-171159">
              <a:buFont typeface="Arial" panose="020B0604020202020204" pitchFamily="34" charset="0"/>
              <a:buChar char="•"/>
              <a:tabLst>
                <a:tab pos="1208420" algn="ctr"/>
              </a:tabLst>
              <a:defRPr sz="1299" baseline="0"/>
            </a:lvl4pPr>
            <a:lvl5pPr marL="525850" indent="-171159">
              <a:buFont typeface="Arial" panose="020B0604020202020204" pitchFamily="34" charset="0"/>
              <a:buChar char="•"/>
              <a:tabLst>
                <a:tab pos="1208420" algn="ctr"/>
              </a:tabLst>
              <a:defRPr sz="1299" baseline="0"/>
            </a:lvl5pPr>
          </a:lstStyle>
          <a:p>
            <a:pPr lvl="0"/>
            <a:r>
              <a:rPr lang="en-US" dirty="0"/>
              <a:t>Click to edit Master text style</a:t>
            </a:r>
          </a:p>
        </p:txBody>
      </p:sp>
    </p:spTree>
    <p:extLst>
      <p:ext uri="{BB962C8B-B14F-4D97-AF65-F5344CB8AC3E}">
        <p14:creationId xmlns:p14="http://schemas.microsoft.com/office/powerpoint/2010/main" val="617360292"/>
      </p:ext>
    </p:extLst>
  </p:cSld>
  <p:clrMapOvr>
    <a:masterClrMapping/>
  </p:clrMapOvr>
  <p:extLst>
    <p:ext uri="{DCECCB84-F9BA-43D5-87BE-67443E8EF086}">
      <p15:sldGuideLst xmlns="" xmlns:p15="http://schemas.microsoft.com/office/powerpoint/2012/main">
        <p15:guide id="1" pos="3842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61943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章节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6053040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9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29"/>
              </a:lnSpc>
              <a:spcBef>
                <a:spcPts val="0"/>
              </a:spcBef>
              <a:buNone/>
              <a:defRPr sz="2799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593722" indent="0" algn="ctr">
              <a:buNone/>
              <a:defRPr sz="2597"/>
            </a:lvl2pPr>
            <a:lvl3pPr marL="1187441" indent="0" algn="ctr">
              <a:buNone/>
              <a:defRPr sz="2338"/>
            </a:lvl3pPr>
            <a:lvl4pPr marL="1781165" indent="0" algn="ctr">
              <a:buNone/>
              <a:defRPr sz="2079"/>
            </a:lvl4pPr>
            <a:lvl5pPr marL="2374885" indent="0" algn="ctr">
              <a:buNone/>
              <a:defRPr sz="2079"/>
            </a:lvl5pPr>
            <a:lvl6pPr marL="2968606" indent="0" algn="ctr">
              <a:buNone/>
              <a:defRPr sz="2079"/>
            </a:lvl6pPr>
            <a:lvl7pPr marL="3562327" indent="0" algn="ctr">
              <a:buNone/>
              <a:defRPr sz="2079"/>
            </a:lvl7pPr>
            <a:lvl8pPr marL="4156050" indent="0" algn="ctr">
              <a:buNone/>
              <a:defRPr sz="2079"/>
            </a:lvl8pPr>
            <a:lvl9pPr marL="4749770" indent="0" algn="ctr">
              <a:buNone/>
              <a:defRPr sz="2079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2455155"/>
      </p:ext>
    </p:extLst>
  </p:cSld>
  <p:clrMapOvr>
    <a:masterClrMapping/>
  </p:clrMapOvr>
  <p:extLst>
    <p:ext uri="{DCECCB84-F9BA-43D5-87BE-67443E8EF086}">
      <p15:sldGuideLst xmlns="" xmlns:p15="http://schemas.microsoft.com/office/powerpoint/2012/main">
        <p15:guide id="1" pos="3842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364472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6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280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593900" indent="0" algn="ctr">
              <a:buNone/>
              <a:defRPr sz="2598"/>
            </a:lvl2pPr>
            <a:lvl3pPr marL="1187798" indent="0" algn="ctr">
              <a:buNone/>
              <a:defRPr sz="2338"/>
            </a:lvl3pPr>
            <a:lvl4pPr marL="1781699" indent="0" algn="ctr">
              <a:buNone/>
              <a:defRPr sz="2079"/>
            </a:lvl4pPr>
            <a:lvl5pPr marL="2375598" indent="0" algn="ctr">
              <a:buNone/>
              <a:defRPr sz="2079"/>
            </a:lvl5pPr>
            <a:lvl6pPr marL="2969497" indent="0" algn="ctr">
              <a:buNone/>
              <a:defRPr sz="2079"/>
            </a:lvl6pPr>
            <a:lvl7pPr marL="3563396" indent="0" algn="ctr">
              <a:buNone/>
              <a:defRPr sz="2079"/>
            </a:lvl7pPr>
            <a:lvl8pPr marL="4157297" indent="0" algn="ctr">
              <a:buNone/>
              <a:defRPr sz="2079"/>
            </a:lvl8pPr>
            <a:lvl9pPr marL="4751195" indent="0" algn="ctr">
              <a:buNone/>
              <a:defRPr sz="2079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1076421"/>
      </p:ext>
    </p:extLst>
  </p:cSld>
  <p:clrMapOvr>
    <a:masterClrMapping/>
  </p:clrMapOvr>
  <p:extLst>
    <p:ext uri="{DCECCB84-F9BA-43D5-87BE-67443E8EF086}">
      <p15:sldGuideLst xmlns="" xmlns:p15="http://schemas.microsoft.com/office/powerpoint/2012/main">
        <p15:guide id="1" pos="3842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8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9176" y="451861"/>
            <a:ext cx="10740513" cy="444567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>
            <a:lvl1pPr marL="0" indent="0" algn="l">
              <a:lnSpc>
                <a:spcPts val="3428"/>
              </a:lnSpc>
              <a:spcBef>
                <a:spcPts val="0"/>
              </a:spcBef>
              <a:buNone/>
              <a:defRPr sz="2399" b="1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593648" indent="0" algn="ctr">
              <a:buNone/>
              <a:defRPr sz="2597"/>
            </a:lvl2pPr>
            <a:lvl3pPr marL="1187293" indent="0" algn="ctr">
              <a:buNone/>
              <a:defRPr sz="2337"/>
            </a:lvl3pPr>
            <a:lvl4pPr marL="1780942" indent="0" algn="ctr">
              <a:buNone/>
              <a:defRPr sz="2079"/>
            </a:lvl4pPr>
            <a:lvl5pPr marL="2374589" indent="0" algn="ctr">
              <a:buNone/>
              <a:defRPr sz="2079"/>
            </a:lvl5pPr>
            <a:lvl6pPr marL="2968235" indent="0" algn="ctr">
              <a:buNone/>
              <a:defRPr sz="2079"/>
            </a:lvl6pPr>
            <a:lvl7pPr marL="3561882" indent="0" algn="ctr">
              <a:buNone/>
              <a:defRPr sz="2079"/>
            </a:lvl7pPr>
            <a:lvl8pPr marL="4155531" indent="0" algn="ctr">
              <a:buNone/>
              <a:defRPr sz="2079"/>
            </a:lvl8pPr>
            <a:lvl9pPr marL="4749176" indent="0" algn="ctr">
              <a:buNone/>
              <a:defRPr sz="2079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318779"/>
      </p:ext>
    </p:extLst>
  </p:cSld>
  <p:clrMapOvr>
    <a:masterClrMapping/>
  </p:clrMapOvr>
  <p:extLst>
    <p:ext uri="{DCECCB84-F9BA-43D5-87BE-67443E8EF086}">
      <p15:sldGuideLst xmlns="" xmlns:p15="http://schemas.microsoft.com/office/powerpoint/2012/main">
        <p15:guide id="1" pos="3842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9176" y="456134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ts val="3428"/>
              </a:lnSpc>
              <a:spcBef>
                <a:spcPts val="0"/>
              </a:spcBef>
              <a:buNone/>
              <a:defRPr sz="2799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593663" indent="0" algn="ctr">
              <a:buNone/>
              <a:defRPr sz="2597"/>
            </a:lvl2pPr>
            <a:lvl3pPr marL="1187323" indent="0" algn="ctr">
              <a:buNone/>
              <a:defRPr sz="2337"/>
            </a:lvl3pPr>
            <a:lvl4pPr marL="1780987" indent="0" algn="ctr">
              <a:buNone/>
              <a:defRPr sz="2078"/>
            </a:lvl4pPr>
            <a:lvl5pPr marL="2374648" indent="0" algn="ctr">
              <a:buNone/>
              <a:defRPr sz="2078"/>
            </a:lvl5pPr>
            <a:lvl6pPr marL="2968309" indent="0" algn="ctr">
              <a:buNone/>
              <a:defRPr sz="2078"/>
            </a:lvl6pPr>
            <a:lvl7pPr marL="3561971" indent="0" algn="ctr">
              <a:buNone/>
              <a:defRPr sz="2078"/>
            </a:lvl7pPr>
            <a:lvl8pPr marL="4155634" indent="0" algn="ctr">
              <a:buNone/>
              <a:defRPr sz="2078"/>
            </a:lvl8pPr>
            <a:lvl9pPr marL="4749295" indent="0" algn="ctr">
              <a:buNone/>
              <a:defRPr sz="2078"/>
            </a:lvl9pPr>
          </a:lstStyle>
          <a:p>
            <a:r>
              <a:rPr lang="zh-CN" altLang="en-US"/>
              <a:t>单击此处添加标题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5773020"/>
      </p:ext>
    </p:extLst>
  </p:cSld>
  <p:clrMapOvr>
    <a:masterClrMapping/>
  </p:clrMapOvr>
  <p:extLst>
    <p:ext uri="{DCECCB84-F9BA-43D5-87BE-67443E8EF086}">
      <p15:sldGuideLst xmlns="" xmlns:p15="http://schemas.microsoft.com/office/powerpoint/2012/main">
        <p15:guide id="1" pos="3842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章节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320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593900" indent="0" algn="ctr">
              <a:buNone/>
              <a:defRPr sz="2598"/>
            </a:lvl2pPr>
            <a:lvl3pPr marL="1187798" indent="0" algn="ctr">
              <a:buNone/>
              <a:defRPr sz="2338"/>
            </a:lvl3pPr>
            <a:lvl4pPr marL="1781699" indent="0" algn="ctr">
              <a:buNone/>
              <a:defRPr sz="2079"/>
            </a:lvl4pPr>
            <a:lvl5pPr marL="2375598" indent="0" algn="ctr">
              <a:buNone/>
              <a:defRPr sz="2079"/>
            </a:lvl5pPr>
            <a:lvl6pPr marL="2969497" indent="0" algn="ctr">
              <a:buNone/>
              <a:defRPr sz="2079"/>
            </a:lvl6pPr>
            <a:lvl7pPr marL="3563396" indent="0" algn="ctr">
              <a:buNone/>
              <a:defRPr sz="2079"/>
            </a:lvl7pPr>
            <a:lvl8pPr marL="4157297" indent="0" algn="ctr">
              <a:buNone/>
              <a:defRPr sz="2079"/>
            </a:lvl8pPr>
            <a:lvl9pPr marL="4751195" indent="0" algn="ctr">
              <a:buNone/>
              <a:defRPr sz="2079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0277484"/>
      </p:ext>
    </p:extLst>
  </p:cSld>
  <p:clrMapOvr>
    <a:masterClrMapping/>
  </p:clrMapOvr>
  <p:extLst>
    <p:ext uri="{DCECCB84-F9BA-43D5-87BE-67443E8EF086}">
      <p15:sldGuideLst xmlns="" xmlns:p15="http://schemas.microsoft.com/office/powerpoint/2012/main"/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8"/>
          <p:cNvSpPr>
            <a:spLocks noGrp="1"/>
          </p:cNvSpPr>
          <p:nvPr>
            <p:ph type="title"/>
          </p:nvPr>
        </p:nvSpPr>
        <p:spPr>
          <a:xfrm>
            <a:off x="838528" y="365126"/>
            <a:ext cx="10519708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5920466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1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320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593900" indent="0" algn="ctr">
              <a:buNone/>
              <a:defRPr sz="2598"/>
            </a:lvl2pPr>
            <a:lvl3pPr marL="1187798" indent="0" algn="ctr">
              <a:buNone/>
              <a:defRPr sz="2338"/>
            </a:lvl3pPr>
            <a:lvl4pPr marL="1781699" indent="0" algn="ctr">
              <a:buNone/>
              <a:defRPr sz="2079"/>
            </a:lvl4pPr>
            <a:lvl5pPr marL="2375598" indent="0" algn="ctr">
              <a:buNone/>
              <a:defRPr sz="2079"/>
            </a:lvl5pPr>
            <a:lvl6pPr marL="2969497" indent="0" algn="ctr">
              <a:buNone/>
              <a:defRPr sz="2079"/>
            </a:lvl6pPr>
            <a:lvl7pPr marL="3563396" indent="0" algn="ctr">
              <a:buNone/>
              <a:defRPr sz="2079"/>
            </a:lvl7pPr>
            <a:lvl8pPr marL="4157297" indent="0" algn="ctr">
              <a:buNone/>
              <a:defRPr sz="2079"/>
            </a:lvl8pPr>
            <a:lvl9pPr marL="4751195" indent="0" algn="ctr">
              <a:buNone/>
              <a:defRPr sz="2079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="" xmlns:a16="http://schemas.microsoft.com/office/drawing/2014/main" id="{8A4EAA63-3827-DA40-B921-C01084B9DA87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736908" y="1501989"/>
            <a:ext cx="10733557" cy="4690459"/>
          </a:xfrm>
          <a:prstGeom prst="rect">
            <a:avLst/>
          </a:prstGeom>
        </p:spPr>
        <p:txBody>
          <a:bodyPr lIns="0" tIns="0" rIns="0" bIns="0"/>
          <a:lstStyle>
            <a:lvl1pPr marL="12373" indent="0">
              <a:lnSpc>
                <a:spcPct val="100000"/>
              </a:lnSpc>
              <a:spcBef>
                <a:spcPts val="0"/>
              </a:spcBef>
              <a:buFontTx/>
              <a:buNone/>
              <a:tabLst>
                <a:tab pos="1208420" algn="ctr"/>
              </a:tabLst>
              <a:defRPr sz="180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defRPr>
            </a:lvl1pPr>
            <a:lvl2pPr marL="525850" indent="-171159">
              <a:buFont typeface="Arial" panose="020B0604020202020204" pitchFamily="34" charset="0"/>
              <a:buChar char="•"/>
              <a:tabLst>
                <a:tab pos="1208420" algn="ctr"/>
              </a:tabLst>
              <a:defRPr sz="1299" baseline="0"/>
            </a:lvl2pPr>
            <a:lvl3pPr marL="525850" indent="-171159">
              <a:buFont typeface="Arial" panose="020B0604020202020204" pitchFamily="34" charset="0"/>
              <a:buChar char="•"/>
              <a:tabLst>
                <a:tab pos="1208420" algn="ctr"/>
              </a:tabLst>
              <a:defRPr sz="1299" baseline="0"/>
            </a:lvl3pPr>
            <a:lvl4pPr marL="525850" indent="-171159">
              <a:buFont typeface="Arial" panose="020B0604020202020204" pitchFamily="34" charset="0"/>
              <a:buChar char="•"/>
              <a:tabLst>
                <a:tab pos="1208420" algn="ctr"/>
              </a:tabLst>
              <a:defRPr sz="1299" baseline="0"/>
            </a:lvl4pPr>
            <a:lvl5pPr marL="525850" indent="-171159">
              <a:buFont typeface="Arial" panose="020B0604020202020204" pitchFamily="34" charset="0"/>
              <a:buChar char="•"/>
              <a:tabLst>
                <a:tab pos="1208420" algn="ctr"/>
              </a:tabLst>
              <a:defRPr sz="1299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552740"/>
      </p:ext>
    </p:extLst>
  </p:cSld>
  <p:clrMapOvr>
    <a:masterClrMapping/>
  </p:clrMapOvr>
  <p:extLst>
    <p:ext uri="{DCECCB84-F9BA-43D5-87BE-67443E8EF086}">
      <p15:sldGuideLst xmlns="" xmlns:p15="http://schemas.microsoft.com/office/powerpoint/2012/main">
        <p15:guide id="1" pos="3842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>
            <a:extLst>
              <a:ext uri="{FF2B5EF4-FFF2-40B4-BE49-F238E27FC236}">
                <a16:creationId xmlns="" xmlns:a16="http://schemas.microsoft.com/office/drawing/2014/main" id="{CA8B3F0C-616F-224A-B32F-9F9BF5EEE1BC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442275" y="1244339"/>
            <a:ext cx="11265816" cy="4958996"/>
          </a:xfrm>
          <a:prstGeom prst="rect">
            <a:avLst/>
          </a:prstGeom>
        </p:spPr>
        <p:txBody>
          <a:bodyPr lIns="0" tIns="0" rIns="0" bIns="0"/>
          <a:lstStyle>
            <a:lvl1pPr marL="179172" marR="0" indent="-168074" algn="l" defTabSz="11863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>
                <a:tab pos="1206639" algn="ctr"/>
              </a:tabLst>
              <a:defRPr sz="1797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8630" marR="0" indent="-168074" algn="l" defTabSz="11863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&gt;"/>
              <a:tabLst>
                <a:tab pos="1206639" algn="ctr"/>
              </a:tabLst>
              <a:defRPr sz="1597" baseline="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29184" marR="0" indent="0" algn="l" defTabSz="11863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None/>
              <a:tabLst>
                <a:tab pos="1206639" algn="ctr"/>
              </a:tabLst>
              <a:defRPr sz="1296" baseline="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525220" indent="-170955">
              <a:buFont typeface="Arial" panose="020B0604020202020204" pitchFamily="34" charset="0"/>
              <a:buChar char="•"/>
              <a:tabLst>
                <a:tab pos="1206971" algn="ctr"/>
              </a:tabLst>
              <a:defRPr sz="1296" baseline="0"/>
            </a:lvl4pPr>
            <a:lvl5pPr marL="525220" indent="-170955">
              <a:buFont typeface="Arial" panose="020B0604020202020204" pitchFamily="34" charset="0"/>
              <a:buChar char="•"/>
              <a:tabLst>
                <a:tab pos="1206971" algn="ctr"/>
              </a:tabLst>
              <a:defRPr sz="1296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altLang="zh-CN" dirty="0"/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442277" y="348791"/>
            <a:ext cx="11265817" cy="559472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797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grpSp>
        <p:nvGrpSpPr>
          <p:cNvPr id="4" name="Group 46"/>
          <p:cNvGrpSpPr>
            <a:grpSpLocks noChangeAspect="1"/>
          </p:cNvGrpSpPr>
          <p:nvPr userDrawn="1"/>
        </p:nvGrpSpPr>
        <p:grpSpPr>
          <a:xfrm>
            <a:off x="12295786" y="2625395"/>
            <a:ext cx="1963324" cy="4233515"/>
            <a:chOff x="5343883" y="-48857"/>
            <a:chExt cx="3263588" cy="7037279"/>
          </a:xfrm>
        </p:grpSpPr>
        <p:sp>
          <p:nvSpPr>
            <p:cNvPr id="7" name="矩形 13"/>
            <p:cNvSpPr/>
            <p:nvPr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196/0/84</a:t>
              </a:r>
            </a:p>
          </p:txBody>
        </p:sp>
        <p:sp>
          <p:nvSpPr>
            <p:cNvPr id="8" name="文本框 15"/>
            <p:cNvSpPr txBox="1"/>
            <p:nvPr/>
          </p:nvSpPr>
          <p:spPr>
            <a:xfrm>
              <a:off x="5352721" y="1694497"/>
              <a:ext cx="1636699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defTabSz="913381"/>
              <a:r>
                <a:rPr kumimoji="1" lang="zh-CN" altLang="en-US" sz="800">
                  <a:solidFill>
                    <a:srgbClr val="1B1B18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公司辅助色</a:t>
              </a:r>
              <a:endParaRPr kumimoji="1" lang="zh-CN" altLang="en-US" sz="800" dirty="0">
                <a:solidFill>
                  <a:srgbClr val="1B1B18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" name="矩形 13"/>
            <p:cNvSpPr/>
            <p:nvPr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203/55/120</a:t>
              </a:r>
            </a:p>
          </p:txBody>
        </p:sp>
        <p:sp>
          <p:nvSpPr>
            <p:cNvPr id="10" name="矩形 13"/>
            <p:cNvSpPr/>
            <p:nvPr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237/109/0</a:t>
              </a:r>
            </a:p>
          </p:txBody>
        </p:sp>
        <p:sp>
          <p:nvSpPr>
            <p:cNvPr id="11" name="矩形 13"/>
            <p:cNvSpPr/>
            <p:nvPr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153/54/54</a:t>
              </a:r>
            </a:p>
          </p:txBody>
        </p:sp>
        <p:sp>
          <p:nvSpPr>
            <p:cNvPr id="12" name="矩形 13"/>
            <p:cNvSpPr/>
            <p:nvPr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98/178/48</a:t>
              </a:r>
            </a:p>
          </p:txBody>
        </p:sp>
        <p:sp>
          <p:nvSpPr>
            <p:cNvPr id="13" name="矩形 13"/>
            <p:cNvSpPr/>
            <p:nvPr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242/137/68</a:t>
              </a:r>
              <a:endParaRPr kumimoji="1" lang="mr-IN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charset="0"/>
                <a:cs typeface="Arial" charset="0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PANTONE 185C</a:t>
              </a:r>
            </a:p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199/0/11  </a:t>
              </a:r>
            </a:p>
          </p:txBody>
        </p:sp>
        <p:sp>
          <p:nvSpPr>
            <p:cNvPr id="15" name="文本框 15"/>
            <p:cNvSpPr txBox="1"/>
            <p:nvPr/>
          </p:nvSpPr>
          <p:spPr>
            <a:xfrm>
              <a:off x="5343883" y="-48857"/>
              <a:ext cx="1358295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defTabSz="913381"/>
              <a:r>
                <a:rPr kumimoji="1" lang="zh-CN" altLang="en-US" sz="800">
                  <a:solidFill>
                    <a:srgbClr val="1B1B18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公司色</a:t>
              </a:r>
              <a:endParaRPr kumimoji="1" lang="zh-CN" altLang="en-US" sz="800" dirty="0">
                <a:solidFill>
                  <a:srgbClr val="1B1B18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" name="矩形 13"/>
            <p:cNvSpPr/>
            <p:nvPr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PANTONE 186C</a:t>
              </a:r>
            </a:p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200/16/46  </a:t>
              </a:r>
            </a:p>
          </p:txBody>
        </p:sp>
        <p:sp>
          <p:nvSpPr>
            <p:cNvPr id="17" name="矩形 13"/>
            <p:cNvSpPr/>
            <p:nvPr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127/0/1</a:t>
              </a:r>
            </a:p>
          </p:txBody>
        </p:sp>
        <p:sp>
          <p:nvSpPr>
            <p:cNvPr id="18" name="矩形 13"/>
            <p:cNvSpPr/>
            <p:nvPr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52/200/0</a:t>
              </a:r>
            </a:p>
          </p:txBody>
        </p:sp>
        <p:sp>
          <p:nvSpPr>
            <p:cNvPr id="19" name="矩形 13"/>
            <p:cNvSpPr/>
            <p:nvPr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48/181/197</a:t>
              </a:r>
            </a:p>
          </p:txBody>
        </p:sp>
        <p:sp>
          <p:nvSpPr>
            <p:cNvPr id="20" name="矩形 13"/>
            <p:cNvSpPr/>
            <p:nvPr/>
          </p:nvSpPr>
          <p:spPr>
            <a:xfrm>
              <a:off x="6194511" y="4866463"/>
              <a:ext cx="791510" cy="664397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129/193/95</a:t>
              </a:r>
            </a:p>
          </p:txBody>
        </p:sp>
        <p:sp>
          <p:nvSpPr>
            <p:cNvPr id="21" name="矩形 13"/>
            <p:cNvSpPr/>
            <p:nvPr/>
          </p:nvSpPr>
          <p:spPr>
            <a:xfrm>
              <a:off x="6192274" y="4134866"/>
              <a:ext cx="791510" cy="664397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253/211/81</a:t>
              </a:r>
            </a:p>
          </p:txBody>
        </p:sp>
        <p:sp>
          <p:nvSpPr>
            <p:cNvPr id="22" name="矩形 13"/>
            <p:cNvSpPr/>
            <p:nvPr/>
          </p:nvSpPr>
          <p:spPr>
            <a:xfrm>
              <a:off x="6192274" y="5596166"/>
              <a:ext cx="791510" cy="664397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86/196/210</a:t>
              </a:r>
            </a:p>
          </p:txBody>
        </p:sp>
        <p:sp>
          <p:nvSpPr>
            <p:cNvPr id="23" name="矩形 13"/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211/57/65</a:t>
              </a:r>
            </a:p>
          </p:txBody>
        </p:sp>
        <p:sp>
          <p:nvSpPr>
            <p:cNvPr id="24" name="矩形 13"/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 </a:t>
              </a:r>
            </a:p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211/56/89</a:t>
              </a:r>
            </a:p>
          </p:txBody>
        </p:sp>
        <p:sp>
          <p:nvSpPr>
            <p:cNvPr id="25" name="矩形 13"/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 221/128/170</a:t>
              </a:r>
            </a:p>
          </p:txBody>
        </p:sp>
        <p:sp>
          <p:nvSpPr>
            <p:cNvPr id="26" name="矩形 13"/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  <a:defRPr/>
              </a:pPr>
              <a:r>
                <a:rPr kumimoji="1" lang="en-US" altLang="zh-CN" sz="500" b="1" dirty="0">
                  <a:solidFill>
                    <a:srgbClr val="1B1B18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 191/128/130</a:t>
              </a:r>
            </a:p>
          </p:txBody>
        </p:sp>
        <p:sp>
          <p:nvSpPr>
            <p:cNvPr id="27" name="矩形 13"/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 246/183/140</a:t>
              </a:r>
              <a:endParaRPr kumimoji="1" lang="mr-IN" altLang="zh-CN" sz="500" b="1" dirty="0">
                <a:solidFill>
                  <a:srgbClr val="1B1B18"/>
                </a:solidFill>
                <a:latin typeface="Arial" panose="020B0604020202020204" pitchFamily="34" charset="0"/>
                <a:ea typeface="Arial" charset="0"/>
                <a:cs typeface="Arial" charset="0"/>
              </a:endParaRPr>
            </a:p>
          </p:txBody>
        </p:sp>
        <p:sp>
          <p:nvSpPr>
            <p:cNvPr id="28" name="矩形 13"/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 176/216/156</a:t>
              </a:r>
            </a:p>
          </p:txBody>
        </p:sp>
        <p:sp>
          <p:nvSpPr>
            <p:cNvPr id="29" name="矩形 13"/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 253/227/181</a:t>
              </a:r>
            </a:p>
          </p:txBody>
        </p:sp>
        <p:sp>
          <p:nvSpPr>
            <p:cNvPr id="30" name="矩形 13"/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 148/218/226</a:t>
              </a:r>
            </a:p>
          </p:txBody>
        </p:sp>
        <p:sp>
          <p:nvSpPr>
            <p:cNvPr id="31" name="矩形 13"/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 226/129/137</a:t>
              </a:r>
            </a:p>
          </p:txBody>
        </p:sp>
        <p:sp>
          <p:nvSpPr>
            <p:cNvPr id="32" name="矩形 13"/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 226/129/152</a:t>
              </a:r>
            </a:p>
          </p:txBody>
        </p:sp>
        <p:sp>
          <p:nvSpPr>
            <p:cNvPr id="33" name="矩形 13"/>
            <p:cNvSpPr/>
            <p:nvPr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 235/179/204</a:t>
              </a:r>
            </a:p>
          </p:txBody>
        </p:sp>
        <p:sp>
          <p:nvSpPr>
            <p:cNvPr id="34" name="矩形 13"/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  <a:defRPr/>
              </a:pPr>
              <a:r>
                <a:rPr kumimoji="1" lang="en-US" altLang="zh-CN" sz="500" b="1" dirty="0">
                  <a:solidFill>
                    <a:srgbClr val="1B1B18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 216/179/179</a:t>
              </a:r>
            </a:p>
          </p:txBody>
        </p:sp>
        <p:sp>
          <p:nvSpPr>
            <p:cNvPr id="35" name="矩形 13"/>
            <p:cNvSpPr/>
            <p:nvPr/>
          </p:nvSpPr>
          <p:spPr>
            <a:xfrm>
              <a:off x="7806130" y="3415851"/>
              <a:ext cx="791510" cy="664397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 250/211/187</a:t>
              </a:r>
              <a:endParaRPr kumimoji="1" lang="mr-IN" altLang="zh-CN" sz="500" b="1" dirty="0">
                <a:solidFill>
                  <a:srgbClr val="1B1B18"/>
                </a:solidFill>
                <a:latin typeface="Arial" panose="020B0604020202020204" pitchFamily="34" charset="0"/>
                <a:ea typeface="Arial" charset="0"/>
                <a:cs typeface="Arial" charset="0"/>
              </a:endParaRPr>
            </a:p>
          </p:txBody>
        </p:sp>
        <p:sp>
          <p:nvSpPr>
            <p:cNvPr id="36" name="矩形 13"/>
            <p:cNvSpPr/>
            <p:nvPr/>
          </p:nvSpPr>
          <p:spPr>
            <a:xfrm>
              <a:off x="7815961" y="4866463"/>
              <a:ext cx="791510" cy="664397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 208/232/196</a:t>
              </a:r>
            </a:p>
          </p:txBody>
        </p:sp>
        <p:sp>
          <p:nvSpPr>
            <p:cNvPr id="37" name="矩形 13"/>
            <p:cNvSpPr/>
            <p:nvPr/>
          </p:nvSpPr>
          <p:spPr>
            <a:xfrm>
              <a:off x="7813724" y="4134866"/>
              <a:ext cx="791510" cy="664397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 254/238/193</a:t>
              </a:r>
            </a:p>
          </p:txBody>
        </p:sp>
        <p:sp>
          <p:nvSpPr>
            <p:cNvPr id="38" name="矩形 13"/>
            <p:cNvSpPr/>
            <p:nvPr/>
          </p:nvSpPr>
          <p:spPr>
            <a:xfrm>
              <a:off x="7813724" y="5596166"/>
              <a:ext cx="791510" cy="664397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1B1B18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1B1B18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190/23/238</a:t>
              </a:r>
            </a:p>
          </p:txBody>
        </p:sp>
        <p:sp>
          <p:nvSpPr>
            <p:cNvPr id="39" name="矩形 13"/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 239/178/184</a:t>
              </a:r>
            </a:p>
          </p:txBody>
        </p:sp>
        <p:sp>
          <p:nvSpPr>
            <p:cNvPr id="40" name="矩形 13"/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 238/179/193</a:t>
              </a:r>
            </a:p>
          </p:txBody>
        </p:sp>
        <p:sp>
          <p:nvSpPr>
            <p:cNvPr id="41" name="矩形 13"/>
            <p:cNvSpPr/>
            <p:nvPr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35/24/21</a:t>
              </a:r>
            </a:p>
          </p:txBody>
        </p:sp>
        <p:sp>
          <p:nvSpPr>
            <p:cNvPr id="42" name="矩形 13"/>
            <p:cNvSpPr/>
            <p:nvPr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 </a:t>
              </a:r>
            </a:p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89/87/87</a:t>
              </a:r>
            </a:p>
          </p:txBody>
        </p:sp>
        <p:sp>
          <p:nvSpPr>
            <p:cNvPr id="43" name="矩形 13"/>
            <p:cNvSpPr/>
            <p:nvPr/>
          </p:nvSpPr>
          <p:spPr>
            <a:xfrm>
              <a:off x="6450318" y="6324025"/>
              <a:ext cx="513579" cy="664397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</a:t>
              </a:r>
            </a:p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137</a:t>
              </a:r>
            </a:p>
          </p:txBody>
        </p:sp>
        <p:sp>
          <p:nvSpPr>
            <p:cNvPr id="44" name="矩形 13"/>
            <p:cNvSpPr/>
            <p:nvPr/>
          </p:nvSpPr>
          <p:spPr>
            <a:xfrm>
              <a:off x="6998296" y="6324025"/>
              <a:ext cx="513579" cy="664397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</a:t>
              </a:r>
            </a:p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181</a:t>
              </a:r>
            </a:p>
          </p:txBody>
        </p:sp>
        <p:sp>
          <p:nvSpPr>
            <p:cNvPr id="45" name="矩形 13"/>
            <p:cNvSpPr/>
            <p:nvPr/>
          </p:nvSpPr>
          <p:spPr>
            <a:xfrm>
              <a:off x="7541580" y="6324025"/>
              <a:ext cx="513579" cy="664397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1B1B18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1B1B18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221</a:t>
              </a:r>
            </a:p>
          </p:txBody>
        </p:sp>
        <p:sp>
          <p:nvSpPr>
            <p:cNvPr id="46" name="矩形 13"/>
            <p:cNvSpPr/>
            <p:nvPr/>
          </p:nvSpPr>
          <p:spPr>
            <a:xfrm>
              <a:off x="8083608" y="6324025"/>
              <a:ext cx="513579" cy="66439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</a:t>
              </a:r>
            </a:p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255/255/</a:t>
              </a:r>
              <a:br>
                <a:rPr kumimoji="1" lang="en-US" altLang="zh-CN" sz="500" b="1" dirty="0">
                  <a:solidFill>
                    <a:srgbClr val="1B1B18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1B1B18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255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654006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extLst>
    <p:ext uri="{DCECCB84-F9BA-43D5-87BE-67443E8EF086}">
      <p15:sldGuideLst xmlns="" xmlns:p15="http://schemas.microsoft.com/office/powerpoint/2012/main">
        <p15:guide id="1" pos="3841">
          <p15:clr>
            <a:srgbClr val="FBAE40"/>
          </p15:clr>
        </p15:guide>
        <p15:guide id="2" orient="horz" pos="2160">
          <p15:clr>
            <a:srgbClr val="FBAE40"/>
          </p15:clr>
        </p15:guide>
        <p15:guide id="3" pos="303">
          <p15:clr>
            <a:srgbClr val="FBAE40"/>
          </p15:clr>
        </p15:guide>
        <p15:guide id="4" pos="7380">
          <p15:clr>
            <a:srgbClr val="FBAE40"/>
          </p15:clr>
        </p15:guide>
        <p15:guide id="5" orient="horz" pos="640">
          <p15:clr>
            <a:srgbClr val="FBAE40"/>
          </p15:clr>
        </p15:guide>
        <p15:guide id="6" orient="horz" pos="3952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5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9175" y="456135"/>
            <a:ext cx="10740640" cy="9934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ts val="3428"/>
              </a:lnSpc>
              <a:spcBef>
                <a:spcPts val="0"/>
              </a:spcBef>
              <a:buNone/>
              <a:defRPr sz="3199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593648" indent="0" algn="ctr">
              <a:buNone/>
              <a:defRPr sz="2597"/>
            </a:lvl2pPr>
            <a:lvl3pPr marL="1187293" indent="0" algn="ctr">
              <a:buNone/>
              <a:defRPr sz="2337"/>
            </a:lvl3pPr>
            <a:lvl4pPr marL="1780942" indent="0" algn="ctr">
              <a:buNone/>
              <a:defRPr sz="2079"/>
            </a:lvl4pPr>
            <a:lvl5pPr marL="2374589" indent="0" algn="ctr">
              <a:buNone/>
              <a:defRPr sz="2079"/>
            </a:lvl5pPr>
            <a:lvl6pPr marL="2968235" indent="0" algn="ctr">
              <a:buNone/>
              <a:defRPr sz="2079"/>
            </a:lvl6pPr>
            <a:lvl7pPr marL="3561882" indent="0" algn="ctr">
              <a:buNone/>
              <a:defRPr sz="2079"/>
            </a:lvl7pPr>
            <a:lvl8pPr marL="4155531" indent="0" algn="ctr">
              <a:buNone/>
              <a:defRPr sz="2079"/>
            </a:lvl8pPr>
            <a:lvl9pPr marL="4749176" indent="0" algn="ctr">
              <a:buNone/>
              <a:defRPr sz="2079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="" xmlns:a16="http://schemas.microsoft.com/office/drawing/2014/main" id="{8A4EAA63-3827-DA40-B921-C01084B9DA87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736909" y="1501989"/>
            <a:ext cx="10733557" cy="4690459"/>
          </a:xfrm>
          <a:prstGeom prst="rect">
            <a:avLst/>
          </a:prstGeom>
        </p:spPr>
        <p:txBody>
          <a:bodyPr lIns="0" tIns="0" rIns="0" bIns="0"/>
          <a:lstStyle>
            <a:lvl1pPr marL="12368" indent="0">
              <a:lnSpc>
                <a:spcPct val="100000"/>
              </a:lnSpc>
              <a:spcBef>
                <a:spcPts val="0"/>
              </a:spcBef>
              <a:buFontTx/>
              <a:buNone/>
              <a:tabLst>
                <a:tab pos="1207906" algn="ctr"/>
              </a:tabLst>
              <a:defRPr sz="1799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defRPr>
            </a:lvl1pPr>
            <a:lvl2pPr marL="525627" indent="-171086">
              <a:buFont typeface="Arial" panose="020B0604020202020204" pitchFamily="34" charset="0"/>
              <a:buChar char="•"/>
              <a:tabLst>
                <a:tab pos="1207906" algn="ctr"/>
              </a:tabLst>
              <a:defRPr sz="1299" baseline="0"/>
            </a:lvl2pPr>
            <a:lvl3pPr marL="525627" indent="-171086">
              <a:buFont typeface="Arial" panose="020B0604020202020204" pitchFamily="34" charset="0"/>
              <a:buChar char="•"/>
              <a:tabLst>
                <a:tab pos="1207906" algn="ctr"/>
              </a:tabLst>
              <a:defRPr sz="1299" baseline="0"/>
            </a:lvl3pPr>
            <a:lvl4pPr marL="525627" indent="-171086">
              <a:buFont typeface="Arial" panose="020B0604020202020204" pitchFamily="34" charset="0"/>
              <a:buChar char="•"/>
              <a:tabLst>
                <a:tab pos="1207906" algn="ctr"/>
              </a:tabLst>
              <a:defRPr sz="1299" baseline="0"/>
            </a:lvl4pPr>
            <a:lvl5pPr marL="525627" indent="-171086">
              <a:buFont typeface="Arial" panose="020B0604020202020204" pitchFamily="34" charset="0"/>
              <a:buChar char="•"/>
              <a:tabLst>
                <a:tab pos="1207906" algn="ctr"/>
              </a:tabLst>
              <a:defRPr sz="1299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6563346"/>
      </p:ext>
    </p:extLst>
  </p:cSld>
  <p:clrMapOvr>
    <a:masterClrMapping/>
  </p:clrMapOvr>
  <p:extLst>
    <p:ext uri="{DCECCB84-F9BA-43D5-87BE-67443E8EF086}">
      <p15:sldGuideLst xmlns="" xmlns:p15="http://schemas.microsoft.com/office/powerpoint/2012/main">
        <p15:guide id="1" pos="3842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46928598"/>
      </p:ext>
    </p:extLst>
  </p:cSld>
  <p:clrMapOvr>
    <a:masterClrMapping/>
  </p:clrMapOvr>
  <p:extLst>
    <p:ext uri="{DCECCB84-F9BA-43D5-87BE-67443E8EF086}">
      <p15:sldGuideLst xmlns="" xmlns:p15="http://schemas.microsoft.com/office/powerpoint/2012/main">
        <p15:guide id="1" pos="3842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章节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280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593900" indent="0" algn="ctr">
              <a:buNone/>
              <a:defRPr sz="2598"/>
            </a:lvl2pPr>
            <a:lvl3pPr marL="1187798" indent="0" algn="ctr">
              <a:buNone/>
              <a:defRPr sz="2338"/>
            </a:lvl3pPr>
            <a:lvl4pPr marL="1781699" indent="0" algn="ctr">
              <a:buNone/>
              <a:defRPr sz="2079"/>
            </a:lvl4pPr>
            <a:lvl5pPr marL="2375598" indent="0" algn="ctr">
              <a:buNone/>
              <a:defRPr sz="2079"/>
            </a:lvl5pPr>
            <a:lvl6pPr marL="2969497" indent="0" algn="ctr">
              <a:buNone/>
              <a:defRPr sz="2079"/>
            </a:lvl6pPr>
            <a:lvl7pPr marL="3563396" indent="0" algn="ctr">
              <a:buNone/>
              <a:defRPr sz="2079"/>
            </a:lvl7pPr>
            <a:lvl8pPr marL="4157297" indent="0" algn="ctr">
              <a:buNone/>
              <a:defRPr sz="2079"/>
            </a:lvl8pPr>
            <a:lvl9pPr marL="4751195" indent="0" algn="ctr">
              <a:buNone/>
              <a:defRPr sz="2079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5318137"/>
      </p:ext>
    </p:extLst>
  </p:cSld>
  <p:clrMapOvr>
    <a:masterClrMapping/>
  </p:clrMapOvr>
  <p:extLst>
    <p:ext uri="{DCECCB84-F9BA-43D5-87BE-67443E8EF086}">
      <p15:sldGuideLst xmlns="" xmlns:p15="http://schemas.microsoft.com/office/powerpoint/2012/main">
        <p15:guide id="1" pos="3842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章节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0740640" cy="9934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320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593900" indent="0" algn="ctr">
              <a:buNone/>
              <a:defRPr sz="2598"/>
            </a:lvl2pPr>
            <a:lvl3pPr marL="1187798" indent="0" algn="ctr">
              <a:buNone/>
              <a:defRPr sz="2338"/>
            </a:lvl3pPr>
            <a:lvl4pPr marL="1781699" indent="0" algn="ctr">
              <a:buNone/>
              <a:defRPr sz="2079"/>
            </a:lvl4pPr>
            <a:lvl5pPr marL="2375598" indent="0" algn="ctr">
              <a:buNone/>
              <a:defRPr sz="2079"/>
            </a:lvl5pPr>
            <a:lvl6pPr marL="2969497" indent="0" algn="ctr">
              <a:buNone/>
              <a:defRPr sz="2079"/>
            </a:lvl6pPr>
            <a:lvl7pPr marL="3563396" indent="0" algn="ctr">
              <a:buNone/>
              <a:defRPr sz="2079"/>
            </a:lvl7pPr>
            <a:lvl8pPr marL="4157297" indent="0" algn="ctr">
              <a:buNone/>
              <a:defRPr sz="2079"/>
            </a:lvl8pPr>
            <a:lvl9pPr marL="4751195" indent="0" algn="ctr">
              <a:buNone/>
              <a:defRPr sz="2079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="" xmlns:a16="http://schemas.microsoft.com/office/drawing/2014/main" id="{CA8B3F0C-616F-224A-B32F-9F9BF5EEE1BC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726021" y="1512875"/>
            <a:ext cx="10733557" cy="4690459"/>
          </a:xfrm>
          <a:prstGeom prst="rect">
            <a:avLst/>
          </a:prstGeom>
        </p:spPr>
        <p:txBody>
          <a:bodyPr lIns="0" tIns="0" rIns="0" bIns="0"/>
          <a:lstStyle>
            <a:lvl1pPr marL="179388" marR="0" indent="-168275" algn="l" defTabSz="11877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>
                <a:tab pos="1208088" algn="ctr"/>
              </a:tabLst>
              <a:defRPr sz="180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defRPr>
            </a:lvl1pPr>
            <a:lvl2pPr marL="329026" marR="0" indent="-168275" algn="l" defTabSz="11877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&gt;"/>
              <a:tabLst>
                <a:tab pos="1208088" algn="ctr"/>
              </a:tabLst>
              <a:defRPr sz="1600" baseline="0"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 marL="1098575" marR="0" indent="-168275" algn="l" defTabSz="11877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-"/>
              <a:tabLst>
                <a:tab pos="1208088" algn="ctr"/>
              </a:tabLst>
              <a:defRPr sz="1299" baseline="0"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 marL="525850" indent="-171159">
              <a:buFont typeface="Arial" panose="020B0604020202020204" pitchFamily="34" charset="0"/>
              <a:buChar char="•"/>
              <a:tabLst>
                <a:tab pos="1208420" algn="ctr"/>
              </a:tabLst>
              <a:defRPr sz="1299" baseline="0"/>
            </a:lvl4pPr>
            <a:lvl5pPr marL="525850" indent="-171159">
              <a:buFont typeface="Arial" panose="020B0604020202020204" pitchFamily="34" charset="0"/>
              <a:buChar char="•"/>
              <a:tabLst>
                <a:tab pos="1208420" algn="ctr"/>
              </a:tabLst>
              <a:defRPr sz="1299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  <a:p>
            <a:pPr marL="329026" marR="0" lvl="1" indent="-168275" algn="l" defTabSz="11877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8088" algn="ctr"/>
              </a:tabLst>
              <a:defRPr/>
            </a:pPr>
            <a:r>
              <a:rPr lang="zh-CN" altLang="en-US" dirty="0"/>
              <a:t>单击此处添加文本</a:t>
            </a:r>
            <a:endParaRPr lang="en-US" dirty="0"/>
          </a:p>
          <a:p>
            <a:pPr marL="1098575" marR="0" lvl="2" indent="-168275" algn="l" defTabSz="11877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8088" algn="ctr"/>
              </a:tabLst>
              <a:defRPr/>
            </a:pPr>
            <a:r>
              <a:rPr lang="zh-CN" altLang="en-US" dirty="0"/>
              <a:t>单击此处添加文本</a:t>
            </a:r>
            <a:endParaRPr lang="en-US" dirty="0"/>
          </a:p>
          <a:p>
            <a:pPr marL="1098575" marR="0" lvl="2" indent="-168275" algn="l" defTabSz="11877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8088" algn="ctr"/>
              </a:tabLst>
              <a:defRPr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564078949"/>
      </p:ext>
    </p:extLst>
  </p:cSld>
  <p:clrMapOvr>
    <a:masterClrMapping/>
  </p:clrMapOvr>
  <p:extLst>
    <p:ext uri="{DCECCB84-F9BA-43D5-87BE-67443E8EF086}">
      <p15:sldGuideLst xmlns="" xmlns:p15="http://schemas.microsoft.com/office/powerpoint/2012/main">
        <p15:guide id="1" pos="3842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模板刷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22833" y="520852"/>
            <a:ext cx="11034000" cy="54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 defTabSz="914217" rtl="0" eaLnBrk="1" fontAlgn="base" latinLnBrk="0" hangingPunct="1">
              <a:lnSpc>
                <a:spcPts val="3428"/>
              </a:lnSpc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None/>
              <a:defRPr lang="en-US" sz="2798" b="1" kern="0" dirty="0">
                <a:solidFill>
                  <a:srgbClr val="C00000"/>
                </a:solidFill>
                <a:latin typeface="Huawei Sans" panose="020B0604020202020204"/>
                <a:ea typeface="微软雅黑"/>
                <a:cs typeface="+mn-ea"/>
              </a:defRPr>
            </a:lvl1pPr>
            <a:lvl2pPr marL="593705" indent="0" algn="ctr">
              <a:buNone/>
              <a:defRPr sz="2598"/>
            </a:lvl2pPr>
            <a:lvl3pPr marL="1187412" indent="0" algn="ctr">
              <a:buNone/>
              <a:defRPr sz="2336"/>
            </a:lvl3pPr>
            <a:lvl4pPr marL="1781121" indent="0" algn="ctr">
              <a:buNone/>
              <a:defRPr sz="2080"/>
            </a:lvl4pPr>
            <a:lvl5pPr marL="2374828" indent="0" algn="ctr">
              <a:buNone/>
              <a:defRPr sz="2080"/>
            </a:lvl5pPr>
            <a:lvl6pPr marL="2968531" indent="0" algn="ctr">
              <a:buNone/>
              <a:defRPr sz="2080"/>
            </a:lvl6pPr>
            <a:lvl7pPr marL="3562237" indent="0" algn="ctr">
              <a:buNone/>
              <a:defRPr sz="2080"/>
            </a:lvl7pPr>
            <a:lvl8pPr marL="4155945" indent="0" algn="ctr">
              <a:buNone/>
              <a:defRPr sz="2080"/>
            </a:lvl8pPr>
            <a:lvl9pPr marL="4749650" indent="0" algn="ctr">
              <a:buNone/>
              <a:defRPr sz="2080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8192440"/>
      </p:ext>
    </p:extLst>
  </p:cSld>
  <p:clrMapOvr>
    <a:masterClrMapping/>
  </p:clrMapOvr>
  <p:extLst>
    <p:ext uri="{DCECCB84-F9BA-43D5-87BE-67443E8EF086}">
      <p15:sldGuideLst xmlns="" xmlns:p15="http://schemas.microsoft.com/office/powerpoint/2012/main">
        <p15:guide id="1" pos="3842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章节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2800" b="1" baseline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593900" indent="0" algn="ctr">
              <a:buNone/>
              <a:defRPr sz="2598"/>
            </a:lvl2pPr>
            <a:lvl3pPr marL="1187798" indent="0" algn="ctr">
              <a:buNone/>
              <a:defRPr sz="2338"/>
            </a:lvl3pPr>
            <a:lvl4pPr marL="1781699" indent="0" algn="ctr">
              <a:buNone/>
              <a:defRPr sz="2079"/>
            </a:lvl4pPr>
            <a:lvl5pPr marL="2375598" indent="0" algn="ctr">
              <a:buNone/>
              <a:defRPr sz="2079"/>
            </a:lvl5pPr>
            <a:lvl6pPr marL="2969497" indent="0" algn="ctr">
              <a:buNone/>
              <a:defRPr sz="2079"/>
            </a:lvl6pPr>
            <a:lvl7pPr marL="3563396" indent="0" algn="ctr">
              <a:buNone/>
              <a:defRPr sz="2079"/>
            </a:lvl7pPr>
            <a:lvl8pPr marL="4157297" indent="0" algn="ctr">
              <a:buNone/>
              <a:defRPr sz="2079"/>
            </a:lvl8pPr>
            <a:lvl9pPr marL="4751195" indent="0" algn="ctr">
              <a:buNone/>
              <a:defRPr sz="2079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5259265"/>
      </p:ext>
    </p:extLst>
  </p:cSld>
  <p:clrMapOvr>
    <a:masterClrMapping/>
  </p:clrMapOvr>
  <p:extLst>
    <p:ext uri="{DCECCB84-F9BA-43D5-87BE-67443E8EF086}">
      <p15:sldGuideLst xmlns="" xmlns:p15="http://schemas.microsoft.com/office/powerpoint/2012/main"/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2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29"/>
              </a:lnSpc>
              <a:spcBef>
                <a:spcPts val="0"/>
              </a:spcBef>
              <a:buNone/>
              <a:defRPr sz="2799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593662" indent="0" algn="ctr">
              <a:buNone/>
              <a:defRPr sz="2597"/>
            </a:lvl2pPr>
            <a:lvl3pPr marL="1187323" indent="0" algn="ctr">
              <a:buNone/>
              <a:defRPr sz="2337"/>
            </a:lvl3pPr>
            <a:lvl4pPr marL="1780986" indent="0" algn="ctr">
              <a:buNone/>
              <a:defRPr sz="2078"/>
            </a:lvl4pPr>
            <a:lvl5pPr marL="2374648" indent="0" algn="ctr">
              <a:buNone/>
              <a:defRPr sz="2078"/>
            </a:lvl5pPr>
            <a:lvl6pPr marL="2968309" indent="0" algn="ctr">
              <a:buNone/>
              <a:defRPr sz="2078"/>
            </a:lvl6pPr>
            <a:lvl7pPr marL="3561971" indent="0" algn="ctr">
              <a:buNone/>
              <a:defRPr sz="2078"/>
            </a:lvl7pPr>
            <a:lvl8pPr marL="4155634" indent="0" algn="ctr">
              <a:buNone/>
              <a:defRPr sz="2078"/>
            </a:lvl8pPr>
            <a:lvl9pPr marL="4749295" indent="0" algn="ctr">
              <a:buNone/>
              <a:defRPr sz="2078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3706542"/>
      </p:ext>
    </p:extLst>
  </p:cSld>
  <p:clrMapOvr>
    <a:masterClrMapping/>
  </p:clrMapOvr>
  <p:extLst>
    <p:ext uri="{DCECCB84-F9BA-43D5-87BE-67443E8EF086}">
      <p15:sldGuideLst xmlns="" xmlns:p15="http://schemas.microsoft.com/office/powerpoint/2012/main">
        <p15:guide id="1" pos="3842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409010" y="170349"/>
            <a:ext cx="11235233" cy="935887"/>
          </a:xfrm>
          <a:prstGeom prst="rect">
            <a:avLst/>
          </a:prstGeom>
        </p:spPr>
        <p:txBody>
          <a:bodyPr>
            <a:noAutofit/>
          </a:bodyPr>
          <a:lstStyle>
            <a:lvl1pPr marL="0" marR="0" indent="0" algn="l" defTabSz="1218225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97" b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defRPr>
            </a:lvl1pPr>
          </a:lstStyle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465099545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8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9355009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99030109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320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593900" indent="0" algn="ctr">
              <a:buNone/>
              <a:defRPr sz="2598"/>
            </a:lvl2pPr>
            <a:lvl3pPr marL="1187798" indent="0" algn="ctr">
              <a:buNone/>
              <a:defRPr sz="2338"/>
            </a:lvl3pPr>
            <a:lvl4pPr marL="1781699" indent="0" algn="ctr">
              <a:buNone/>
              <a:defRPr sz="2079"/>
            </a:lvl4pPr>
            <a:lvl5pPr marL="2375598" indent="0" algn="ctr">
              <a:buNone/>
              <a:defRPr sz="2079"/>
            </a:lvl5pPr>
            <a:lvl6pPr marL="2969497" indent="0" algn="ctr">
              <a:buNone/>
              <a:defRPr sz="2079"/>
            </a:lvl6pPr>
            <a:lvl7pPr marL="3563396" indent="0" algn="ctr">
              <a:buNone/>
              <a:defRPr sz="2079"/>
            </a:lvl7pPr>
            <a:lvl8pPr marL="4157297" indent="0" algn="ctr">
              <a:buNone/>
              <a:defRPr sz="2079"/>
            </a:lvl8pPr>
            <a:lvl9pPr marL="4751195" indent="0" algn="ctr">
              <a:buNone/>
              <a:defRPr sz="2079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="" xmlns:a16="http://schemas.microsoft.com/office/drawing/2014/main" id="{CA8B3F0C-616F-224A-B32F-9F9BF5EEE1BC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726021" y="1512875"/>
            <a:ext cx="10733557" cy="4690459"/>
          </a:xfrm>
          <a:prstGeom prst="rect">
            <a:avLst/>
          </a:prstGeom>
        </p:spPr>
        <p:txBody>
          <a:bodyPr lIns="0" tIns="0" rIns="0" bIns="0"/>
          <a:lstStyle>
            <a:lvl1pPr marL="179388" marR="0" indent="-168275" algn="l" defTabSz="11877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>
                <a:tab pos="1208088" algn="ctr"/>
              </a:tabLst>
              <a:defRPr sz="180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defRPr>
            </a:lvl1pPr>
            <a:lvl2pPr marL="329026" marR="0" indent="-168275" algn="l" defTabSz="11877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&gt;"/>
              <a:tabLst>
                <a:tab pos="1208088" algn="ctr"/>
              </a:tabLst>
              <a:defRPr sz="1600" baseline="0"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 marL="1098575" marR="0" indent="-168275" algn="l" defTabSz="11877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-"/>
              <a:tabLst>
                <a:tab pos="1208088" algn="ctr"/>
              </a:tabLst>
              <a:defRPr sz="1299" baseline="0"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 marL="525850" indent="-171159">
              <a:buFont typeface="Arial" panose="020B0604020202020204" pitchFamily="34" charset="0"/>
              <a:buChar char="•"/>
              <a:tabLst>
                <a:tab pos="1208420" algn="ctr"/>
              </a:tabLst>
              <a:defRPr sz="1299" baseline="0"/>
            </a:lvl4pPr>
            <a:lvl5pPr marL="525850" indent="-171159">
              <a:buFont typeface="Arial" panose="020B0604020202020204" pitchFamily="34" charset="0"/>
              <a:buChar char="•"/>
              <a:tabLst>
                <a:tab pos="1208420" algn="ctr"/>
              </a:tabLst>
              <a:defRPr sz="1299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  <a:p>
            <a:pPr marL="329026" marR="0" lvl="1" indent="-168275" algn="l" defTabSz="11877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8088" algn="ctr"/>
              </a:tabLst>
              <a:defRPr/>
            </a:pPr>
            <a:r>
              <a:rPr lang="zh-CN" altLang="en-US" dirty="0"/>
              <a:t>单击此处添加文本</a:t>
            </a:r>
            <a:endParaRPr lang="en-US" dirty="0"/>
          </a:p>
          <a:p>
            <a:pPr marL="1098575" marR="0" lvl="2" indent="-168275" algn="l" defTabSz="11877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8088" algn="ctr"/>
              </a:tabLst>
              <a:defRPr/>
            </a:pPr>
            <a:r>
              <a:rPr lang="zh-CN" altLang="en-US" dirty="0"/>
              <a:t>单击此处添加文本</a:t>
            </a:r>
            <a:endParaRPr lang="en-US" dirty="0"/>
          </a:p>
          <a:p>
            <a:pPr marL="1098575" marR="0" lvl="2" indent="-168275" algn="l" defTabSz="11877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8088" algn="ctr"/>
              </a:tabLst>
              <a:defRPr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517366637"/>
      </p:ext>
    </p:extLst>
  </p:cSld>
  <p:clrMapOvr>
    <a:masterClrMapping/>
  </p:clrMapOvr>
  <p:extLst>
    <p:ext uri="{DCECCB84-F9BA-43D5-87BE-67443E8EF086}">
      <p15:sldGuideLst xmlns="" xmlns:p15="http://schemas.microsoft.com/office/powerpoint/2012/main"/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>
            <a:extLst>
              <a:ext uri="{FF2B5EF4-FFF2-40B4-BE49-F238E27FC236}">
                <a16:creationId xmlns="" xmlns:a16="http://schemas.microsoft.com/office/drawing/2014/main" id="{CA8B3F0C-616F-224A-B32F-9F9BF5EEE1BC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442275" y="1244339"/>
            <a:ext cx="11265816" cy="4958996"/>
          </a:xfrm>
          <a:prstGeom prst="rect">
            <a:avLst/>
          </a:prstGeom>
        </p:spPr>
        <p:txBody>
          <a:bodyPr lIns="0" tIns="0" rIns="0" bIns="0"/>
          <a:lstStyle>
            <a:lvl1pPr marL="179172" marR="0" indent="-168074" algn="l" defTabSz="11863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>
                <a:tab pos="1206639" algn="ctr"/>
              </a:tabLst>
              <a:defRPr sz="1797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8630" marR="0" indent="-168074" algn="l" defTabSz="11863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&gt;"/>
              <a:tabLst>
                <a:tab pos="1206639" algn="ctr"/>
              </a:tabLst>
              <a:defRPr sz="1597" baseline="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29184" marR="0" indent="0" algn="l" defTabSz="11863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None/>
              <a:tabLst>
                <a:tab pos="1206639" algn="ctr"/>
              </a:tabLst>
              <a:defRPr sz="1296" baseline="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525220" indent="-170955">
              <a:buFont typeface="Arial" panose="020B0604020202020204" pitchFamily="34" charset="0"/>
              <a:buChar char="•"/>
              <a:tabLst>
                <a:tab pos="1206971" algn="ctr"/>
              </a:tabLst>
              <a:defRPr sz="1296" baseline="0"/>
            </a:lvl4pPr>
            <a:lvl5pPr marL="525220" indent="-170955">
              <a:buFont typeface="Arial" panose="020B0604020202020204" pitchFamily="34" charset="0"/>
              <a:buChar char="•"/>
              <a:tabLst>
                <a:tab pos="1206971" algn="ctr"/>
              </a:tabLst>
              <a:defRPr sz="1296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altLang="zh-CN" dirty="0"/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442277" y="348791"/>
            <a:ext cx="11265817" cy="559472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797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grpSp>
        <p:nvGrpSpPr>
          <p:cNvPr id="4" name="Group 46"/>
          <p:cNvGrpSpPr>
            <a:grpSpLocks noChangeAspect="1"/>
          </p:cNvGrpSpPr>
          <p:nvPr userDrawn="1"/>
        </p:nvGrpSpPr>
        <p:grpSpPr>
          <a:xfrm>
            <a:off x="12295786" y="2625395"/>
            <a:ext cx="1963324" cy="4233515"/>
            <a:chOff x="5343883" y="-48857"/>
            <a:chExt cx="3263588" cy="7037279"/>
          </a:xfrm>
        </p:grpSpPr>
        <p:sp>
          <p:nvSpPr>
            <p:cNvPr id="7" name="矩形 13"/>
            <p:cNvSpPr/>
            <p:nvPr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196/0/84</a:t>
              </a:r>
            </a:p>
          </p:txBody>
        </p:sp>
        <p:sp>
          <p:nvSpPr>
            <p:cNvPr id="8" name="文本框 15"/>
            <p:cNvSpPr txBox="1"/>
            <p:nvPr/>
          </p:nvSpPr>
          <p:spPr>
            <a:xfrm>
              <a:off x="5352721" y="1694497"/>
              <a:ext cx="1636699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defTabSz="913381"/>
              <a:r>
                <a:rPr kumimoji="1" lang="zh-CN" altLang="en-US" sz="800">
                  <a:solidFill>
                    <a:srgbClr val="1B1B18"/>
                  </a:solidFill>
                  <a:cs typeface="Arial" panose="020B0604020202020204" pitchFamily="34" charset="0"/>
                </a:rPr>
                <a:t>公司辅助色</a:t>
              </a:r>
              <a:endParaRPr kumimoji="1" lang="zh-CN" altLang="en-US" sz="800" dirty="0">
                <a:solidFill>
                  <a:srgbClr val="1B1B18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9" name="矩形 13"/>
            <p:cNvSpPr/>
            <p:nvPr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203/55/120</a:t>
              </a:r>
            </a:p>
          </p:txBody>
        </p:sp>
        <p:sp>
          <p:nvSpPr>
            <p:cNvPr id="10" name="矩形 13"/>
            <p:cNvSpPr/>
            <p:nvPr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237/109/0</a:t>
              </a:r>
            </a:p>
          </p:txBody>
        </p:sp>
        <p:sp>
          <p:nvSpPr>
            <p:cNvPr id="11" name="矩形 13"/>
            <p:cNvSpPr/>
            <p:nvPr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153/54/54</a:t>
              </a:r>
            </a:p>
          </p:txBody>
        </p:sp>
        <p:sp>
          <p:nvSpPr>
            <p:cNvPr id="12" name="矩形 13"/>
            <p:cNvSpPr/>
            <p:nvPr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98/178/48</a:t>
              </a:r>
            </a:p>
          </p:txBody>
        </p:sp>
        <p:sp>
          <p:nvSpPr>
            <p:cNvPr id="13" name="矩形 13"/>
            <p:cNvSpPr/>
            <p:nvPr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242/137/68</a:t>
              </a:r>
              <a:endParaRPr kumimoji="1" lang="mr-IN" altLang="zh-CN" sz="500" b="1" dirty="0">
                <a:solidFill>
                  <a:srgbClr val="FFFFFF"/>
                </a:solidFill>
                <a:ea typeface="Arial" charset="0"/>
                <a:cs typeface="Arial" charset="0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PANTONE 185C</a:t>
              </a:r>
            </a:p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199/0/11  </a:t>
              </a:r>
            </a:p>
          </p:txBody>
        </p:sp>
        <p:sp>
          <p:nvSpPr>
            <p:cNvPr id="15" name="文本框 15"/>
            <p:cNvSpPr txBox="1"/>
            <p:nvPr/>
          </p:nvSpPr>
          <p:spPr>
            <a:xfrm>
              <a:off x="5343883" y="-48857"/>
              <a:ext cx="1358295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defTabSz="913381"/>
              <a:r>
                <a:rPr kumimoji="1" lang="zh-CN" altLang="en-US" sz="800">
                  <a:solidFill>
                    <a:srgbClr val="1B1B18"/>
                  </a:solidFill>
                  <a:cs typeface="Arial" panose="020B0604020202020204" pitchFamily="34" charset="0"/>
                </a:rPr>
                <a:t>公司色</a:t>
              </a:r>
              <a:endParaRPr kumimoji="1" lang="zh-CN" altLang="en-US" sz="800" dirty="0">
                <a:solidFill>
                  <a:srgbClr val="1B1B18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16" name="矩形 13"/>
            <p:cNvSpPr/>
            <p:nvPr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PANTONE 186C</a:t>
              </a:r>
            </a:p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200/16/46  </a:t>
              </a:r>
            </a:p>
          </p:txBody>
        </p:sp>
        <p:sp>
          <p:nvSpPr>
            <p:cNvPr id="17" name="矩形 13"/>
            <p:cNvSpPr/>
            <p:nvPr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127/0/1</a:t>
              </a:r>
            </a:p>
          </p:txBody>
        </p:sp>
        <p:sp>
          <p:nvSpPr>
            <p:cNvPr id="18" name="矩形 13"/>
            <p:cNvSpPr/>
            <p:nvPr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52/200/0</a:t>
              </a:r>
            </a:p>
          </p:txBody>
        </p:sp>
        <p:sp>
          <p:nvSpPr>
            <p:cNvPr id="19" name="矩形 13"/>
            <p:cNvSpPr/>
            <p:nvPr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48/181/197</a:t>
              </a:r>
            </a:p>
          </p:txBody>
        </p:sp>
        <p:sp>
          <p:nvSpPr>
            <p:cNvPr id="20" name="矩形 13"/>
            <p:cNvSpPr/>
            <p:nvPr/>
          </p:nvSpPr>
          <p:spPr>
            <a:xfrm>
              <a:off x="6194511" y="4866463"/>
              <a:ext cx="791510" cy="664397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129/193/95</a:t>
              </a:r>
            </a:p>
          </p:txBody>
        </p:sp>
        <p:sp>
          <p:nvSpPr>
            <p:cNvPr id="21" name="矩形 13"/>
            <p:cNvSpPr/>
            <p:nvPr/>
          </p:nvSpPr>
          <p:spPr>
            <a:xfrm>
              <a:off x="6192274" y="4134866"/>
              <a:ext cx="791510" cy="664397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253/211/81</a:t>
              </a:r>
            </a:p>
          </p:txBody>
        </p:sp>
        <p:sp>
          <p:nvSpPr>
            <p:cNvPr id="22" name="矩形 13"/>
            <p:cNvSpPr/>
            <p:nvPr/>
          </p:nvSpPr>
          <p:spPr>
            <a:xfrm>
              <a:off x="6192274" y="5596166"/>
              <a:ext cx="791510" cy="664397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86/196/210</a:t>
              </a:r>
            </a:p>
          </p:txBody>
        </p:sp>
        <p:sp>
          <p:nvSpPr>
            <p:cNvPr id="23" name="矩形 13"/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211/57/65</a:t>
              </a:r>
            </a:p>
          </p:txBody>
        </p:sp>
        <p:sp>
          <p:nvSpPr>
            <p:cNvPr id="24" name="矩形 13"/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 </a:t>
              </a:r>
            </a:p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211/56/89</a:t>
              </a:r>
            </a:p>
          </p:txBody>
        </p:sp>
        <p:sp>
          <p:nvSpPr>
            <p:cNvPr id="25" name="矩形 13"/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221/128/170</a:t>
              </a:r>
            </a:p>
          </p:txBody>
        </p:sp>
        <p:sp>
          <p:nvSpPr>
            <p:cNvPr id="26" name="矩形 13"/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  <a:defRPr/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191/128/130</a:t>
              </a:r>
            </a:p>
          </p:txBody>
        </p:sp>
        <p:sp>
          <p:nvSpPr>
            <p:cNvPr id="27" name="矩形 13"/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246/183/140</a:t>
              </a:r>
              <a:endParaRPr kumimoji="1" lang="mr-IN" altLang="zh-CN" sz="500" b="1" dirty="0">
                <a:solidFill>
                  <a:srgbClr val="1B1B18"/>
                </a:solidFill>
                <a:ea typeface="Arial" charset="0"/>
                <a:cs typeface="Arial" charset="0"/>
              </a:endParaRPr>
            </a:p>
          </p:txBody>
        </p:sp>
        <p:sp>
          <p:nvSpPr>
            <p:cNvPr id="28" name="矩形 13"/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176/216/156</a:t>
              </a:r>
            </a:p>
          </p:txBody>
        </p:sp>
        <p:sp>
          <p:nvSpPr>
            <p:cNvPr id="29" name="矩形 13"/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253/227/181</a:t>
              </a:r>
            </a:p>
          </p:txBody>
        </p:sp>
        <p:sp>
          <p:nvSpPr>
            <p:cNvPr id="30" name="矩形 13"/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148/218/226</a:t>
              </a:r>
            </a:p>
          </p:txBody>
        </p:sp>
        <p:sp>
          <p:nvSpPr>
            <p:cNvPr id="31" name="矩形 13"/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226/129/137</a:t>
              </a:r>
            </a:p>
          </p:txBody>
        </p:sp>
        <p:sp>
          <p:nvSpPr>
            <p:cNvPr id="32" name="矩形 13"/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226/129/152</a:t>
              </a:r>
            </a:p>
          </p:txBody>
        </p:sp>
        <p:sp>
          <p:nvSpPr>
            <p:cNvPr id="33" name="矩形 13"/>
            <p:cNvSpPr/>
            <p:nvPr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235/179/204</a:t>
              </a:r>
            </a:p>
          </p:txBody>
        </p:sp>
        <p:sp>
          <p:nvSpPr>
            <p:cNvPr id="34" name="矩形 13"/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  <a:defRPr/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216/179/179</a:t>
              </a:r>
            </a:p>
          </p:txBody>
        </p:sp>
        <p:sp>
          <p:nvSpPr>
            <p:cNvPr id="35" name="矩形 13"/>
            <p:cNvSpPr/>
            <p:nvPr/>
          </p:nvSpPr>
          <p:spPr>
            <a:xfrm>
              <a:off x="7806130" y="3415851"/>
              <a:ext cx="791510" cy="664397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250/211/187</a:t>
              </a:r>
              <a:endParaRPr kumimoji="1" lang="mr-IN" altLang="zh-CN" sz="500" b="1" dirty="0">
                <a:solidFill>
                  <a:srgbClr val="1B1B18"/>
                </a:solidFill>
                <a:ea typeface="Arial" charset="0"/>
                <a:cs typeface="Arial" charset="0"/>
              </a:endParaRPr>
            </a:p>
          </p:txBody>
        </p:sp>
        <p:sp>
          <p:nvSpPr>
            <p:cNvPr id="36" name="矩形 13"/>
            <p:cNvSpPr/>
            <p:nvPr/>
          </p:nvSpPr>
          <p:spPr>
            <a:xfrm>
              <a:off x="7815961" y="4866463"/>
              <a:ext cx="791510" cy="664397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208/232/196</a:t>
              </a:r>
            </a:p>
          </p:txBody>
        </p:sp>
        <p:sp>
          <p:nvSpPr>
            <p:cNvPr id="37" name="矩形 13"/>
            <p:cNvSpPr/>
            <p:nvPr/>
          </p:nvSpPr>
          <p:spPr>
            <a:xfrm>
              <a:off x="7813724" y="4134866"/>
              <a:ext cx="791510" cy="664397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254/238/193</a:t>
              </a:r>
            </a:p>
          </p:txBody>
        </p:sp>
        <p:sp>
          <p:nvSpPr>
            <p:cNvPr id="38" name="矩形 13"/>
            <p:cNvSpPr/>
            <p:nvPr/>
          </p:nvSpPr>
          <p:spPr>
            <a:xfrm>
              <a:off x="7813724" y="5596166"/>
              <a:ext cx="791510" cy="664397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190/23/238</a:t>
              </a:r>
            </a:p>
          </p:txBody>
        </p:sp>
        <p:sp>
          <p:nvSpPr>
            <p:cNvPr id="39" name="矩形 13"/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239/178/184</a:t>
              </a:r>
            </a:p>
          </p:txBody>
        </p:sp>
        <p:sp>
          <p:nvSpPr>
            <p:cNvPr id="40" name="矩形 13"/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238/179/193</a:t>
              </a:r>
            </a:p>
          </p:txBody>
        </p:sp>
        <p:sp>
          <p:nvSpPr>
            <p:cNvPr id="41" name="矩形 13"/>
            <p:cNvSpPr/>
            <p:nvPr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35/24/21</a:t>
              </a:r>
            </a:p>
          </p:txBody>
        </p:sp>
        <p:sp>
          <p:nvSpPr>
            <p:cNvPr id="42" name="矩形 13"/>
            <p:cNvSpPr/>
            <p:nvPr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 </a:t>
              </a:r>
            </a:p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89/87/87</a:t>
              </a:r>
            </a:p>
          </p:txBody>
        </p:sp>
        <p:sp>
          <p:nvSpPr>
            <p:cNvPr id="43" name="矩形 13"/>
            <p:cNvSpPr/>
            <p:nvPr/>
          </p:nvSpPr>
          <p:spPr>
            <a:xfrm>
              <a:off x="6450318" y="6324025"/>
              <a:ext cx="513579" cy="664397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</a:t>
              </a:r>
            </a:p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137</a:t>
              </a:r>
            </a:p>
          </p:txBody>
        </p:sp>
        <p:sp>
          <p:nvSpPr>
            <p:cNvPr id="44" name="矩形 13"/>
            <p:cNvSpPr/>
            <p:nvPr/>
          </p:nvSpPr>
          <p:spPr>
            <a:xfrm>
              <a:off x="6998296" y="6324025"/>
              <a:ext cx="513579" cy="664397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</a:t>
              </a:r>
            </a:p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181</a:t>
              </a:r>
            </a:p>
          </p:txBody>
        </p:sp>
        <p:sp>
          <p:nvSpPr>
            <p:cNvPr id="45" name="矩形 13"/>
            <p:cNvSpPr/>
            <p:nvPr/>
          </p:nvSpPr>
          <p:spPr>
            <a:xfrm>
              <a:off x="7541580" y="6324025"/>
              <a:ext cx="513579" cy="664397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221</a:t>
              </a:r>
            </a:p>
          </p:txBody>
        </p:sp>
        <p:sp>
          <p:nvSpPr>
            <p:cNvPr id="46" name="矩形 13"/>
            <p:cNvSpPr/>
            <p:nvPr/>
          </p:nvSpPr>
          <p:spPr>
            <a:xfrm>
              <a:off x="8083608" y="6324025"/>
              <a:ext cx="513579" cy="66439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</a:t>
              </a:r>
            </a:p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255/255/</a:t>
              </a:r>
              <a:b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255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261134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extLst>
    <p:ext uri="{DCECCB84-F9BA-43D5-87BE-67443E8EF086}">
      <p15:sldGuideLst xmlns="" xmlns:p15="http://schemas.microsoft.com/office/powerpoint/2012/main">
        <p15:guide id="1" pos="3841">
          <p15:clr>
            <a:srgbClr val="FBAE40"/>
          </p15:clr>
        </p15:guide>
        <p15:guide id="2" orient="horz" pos="2160">
          <p15:clr>
            <a:srgbClr val="FBAE40"/>
          </p15:clr>
        </p15:guide>
        <p15:guide id="3" pos="303">
          <p15:clr>
            <a:srgbClr val="FBAE40"/>
          </p15:clr>
        </p15:guide>
        <p15:guide id="4" pos="7380">
          <p15:clr>
            <a:srgbClr val="FBAE40"/>
          </p15:clr>
        </p15:guide>
        <p15:guide id="5" orient="horz" pos="640">
          <p15:clr>
            <a:srgbClr val="FBAE40"/>
          </p15:clr>
        </p15:guide>
        <p15:guide id="6" orient="horz" pos="3952">
          <p15:clr>
            <a:srgbClr val="FBAE4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09630" y="468677"/>
            <a:ext cx="11377506" cy="10422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81" y="1599829"/>
            <a:ext cx="10977404" cy="452650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0623864"/>
      </p:ext>
    </p:extLst>
  </p:cSld>
  <p:clrMapOvr>
    <a:masterClrMapping/>
  </p:clrMapOvr>
  <p:transition spd="med" advClick="0"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77910024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6097776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>
            <a:extLst>
              <a:ext uri="{FF2B5EF4-FFF2-40B4-BE49-F238E27FC236}">
                <a16:creationId xmlns="" xmlns:a16="http://schemas.microsoft.com/office/drawing/2014/main" id="{CA8B3F0C-616F-224A-B32F-9F9BF5EEE1BC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442275" y="1244339"/>
            <a:ext cx="11265816" cy="4958996"/>
          </a:xfrm>
          <a:prstGeom prst="rect">
            <a:avLst/>
          </a:prstGeom>
        </p:spPr>
        <p:txBody>
          <a:bodyPr lIns="0" tIns="0" rIns="0" bIns="0"/>
          <a:lstStyle>
            <a:lvl1pPr marL="179100" marR="0" indent="-168007" algn="l" defTabSz="11858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>
                <a:tab pos="1206156" algn="ctr"/>
              </a:tabLst>
              <a:defRPr sz="1796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8499" marR="0" indent="-168007" algn="l" defTabSz="11858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&gt;"/>
              <a:tabLst>
                <a:tab pos="1206156" algn="ctr"/>
              </a:tabLst>
              <a:defRPr sz="1596" baseline="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28812" marR="0" indent="0" algn="l" defTabSz="11858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None/>
              <a:tabLst>
                <a:tab pos="1206156" algn="ctr"/>
              </a:tabLst>
              <a:defRPr sz="1295" baseline="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525010" indent="-170887">
              <a:buFont typeface="Arial" panose="020B0604020202020204" pitchFamily="34" charset="0"/>
              <a:buChar char="•"/>
              <a:tabLst>
                <a:tab pos="1206488" algn="ctr"/>
              </a:tabLst>
              <a:defRPr sz="1295" baseline="0"/>
            </a:lvl4pPr>
            <a:lvl5pPr marL="525010" indent="-170887">
              <a:buFont typeface="Arial" panose="020B0604020202020204" pitchFamily="34" charset="0"/>
              <a:buChar char="•"/>
              <a:tabLst>
                <a:tab pos="1206488" algn="ctr"/>
              </a:tabLst>
              <a:defRPr sz="1295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altLang="zh-CN" dirty="0"/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442278" y="348791"/>
            <a:ext cx="11265817" cy="559472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796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grpSp>
        <p:nvGrpSpPr>
          <p:cNvPr id="4" name="Group 46"/>
          <p:cNvGrpSpPr>
            <a:grpSpLocks noChangeAspect="1"/>
          </p:cNvGrpSpPr>
          <p:nvPr userDrawn="1"/>
        </p:nvGrpSpPr>
        <p:grpSpPr>
          <a:xfrm>
            <a:off x="12295786" y="2625397"/>
            <a:ext cx="1963324" cy="4233515"/>
            <a:chOff x="5343883" y="-48857"/>
            <a:chExt cx="3263588" cy="7037279"/>
          </a:xfrm>
        </p:grpSpPr>
        <p:sp>
          <p:nvSpPr>
            <p:cNvPr id="7" name="矩形 13"/>
            <p:cNvSpPr/>
            <p:nvPr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196/0/84</a:t>
              </a:r>
            </a:p>
          </p:txBody>
        </p:sp>
        <p:sp>
          <p:nvSpPr>
            <p:cNvPr id="8" name="文本框 15"/>
            <p:cNvSpPr txBox="1"/>
            <p:nvPr/>
          </p:nvSpPr>
          <p:spPr>
            <a:xfrm>
              <a:off x="5352721" y="1694497"/>
              <a:ext cx="1636699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defTabSz="913016"/>
              <a:r>
                <a:rPr kumimoji="1" lang="zh-CN" altLang="en-US" sz="800">
                  <a:solidFill>
                    <a:srgbClr val="1B1B18"/>
                  </a:solidFill>
                  <a:cs typeface="Arial" panose="020B0604020202020204" pitchFamily="34" charset="0"/>
                </a:rPr>
                <a:t>公司辅助色</a:t>
              </a:r>
              <a:endParaRPr kumimoji="1" lang="zh-CN" altLang="en-US" sz="800" dirty="0">
                <a:solidFill>
                  <a:srgbClr val="1B1B18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9" name="矩形 13"/>
            <p:cNvSpPr/>
            <p:nvPr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203/55/120</a:t>
              </a:r>
            </a:p>
          </p:txBody>
        </p:sp>
        <p:sp>
          <p:nvSpPr>
            <p:cNvPr id="10" name="矩形 13"/>
            <p:cNvSpPr/>
            <p:nvPr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237/109/0</a:t>
              </a:r>
            </a:p>
          </p:txBody>
        </p:sp>
        <p:sp>
          <p:nvSpPr>
            <p:cNvPr id="11" name="矩形 13"/>
            <p:cNvSpPr/>
            <p:nvPr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153/54/54</a:t>
              </a:r>
            </a:p>
          </p:txBody>
        </p:sp>
        <p:sp>
          <p:nvSpPr>
            <p:cNvPr id="12" name="矩形 13"/>
            <p:cNvSpPr/>
            <p:nvPr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98/178/48</a:t>
              </a:r>
            </a:p>
          </p:txBody>
        </p:sp>
        <p:sp>
          <p:nvSpPr>
            <p:cNvPr id="13" name="矩形 13"/>
            <p:cNvSpPr/>
            <p:nvPr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242/137/68</a:t>
              </a:r>
              <a:endParaRPr kumimoji="1" lang="mr-IN" altLang="zh-CN" sz="500" b="1" dirty="0">
                <a:solidFill>
                  <a:srgbClr val="FFFFFF"/>
                </a:solidFill>
                <a:ea typeface="Arial" charset="0"/>
                <a:cs typeface="Arial" charset="0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PANTONE 185C</a:t>
              </a:r>
            </a:p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199/0/11  </a:t>
              </a:r>
            </a:p>
          </p:txBody>
        </p:sp>
        <p:sp>
          <p:nvSpPr>
            <p:cNvPr id="15" name="文本框 15"/>
            <p:cNvSpPr txBox="1"/>
            <p:nvPr/>
          </p:nvSpPr>
          <p:spPr>
            <a:xfrm>
              <a:off x="5343883" y="-48857"/>
              <a:ext cx="1358295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defTabSz="913016"/>
              <a:r>
                <a:rPr kumimoji="1" lang="zh-CN" altLang="en-US" sz="800">
                  <a:solidFill>
                    <a:srgbClr val="1B1B18"/>
                  </a:solidFill>
                  <a:cs typeface="Arial" panose="020B0604020202020204" pitchFamily="34" charset="0"/>
                </a:rPr>
                <a:t>公司色</a:t>
              </a:r>
              <a:endParaRPr kumimoji="1" lang="zh-CN" altLang="en-US" sz="800" dirty="0">
                <a:solidFill>
                  <a:srgbClr val="1B1B18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16" name="矩形 13"/>
            <p:cNvSpPr/>
            <p:nvPr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PANTONE 186C</a:t>
              </a:r>
            </a:p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200/16/46  </a:t>
              </a:r>
            </a:p>
          </p:txBody>
        </p:sp>
        <p:sp>
          <p:nvSpPr>
            <p:cNvPr id="17" name="矩形 13"/>
            <p:cNvSpPr/>
            <p:nvPr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127/0/1</a:t>
              </a:r>
            </a:p>
          </p:txBody>
        </p:sp>
        <p:sp>
          <p:nvSpPr>
            <p:cNvPr id="18" name="矩形 13"/>
            <p:cNvSpPr/>
            <p:nvPr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52/200/0</a:t>
              </a:r>
            </a:p>
          </p:txBody>
        </p:sp>
        <p:sp>
          <p:nvSpPr>
            <p:cNvPr id="19" name="矩形 13"/>
            <p:cNvSpPr/>
            <p:nvPr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48/181/197</a:t>
              </a:r>
            </a:p>
          </p:txBody>
        </p:sp>
        <p:sp>
          <p:nvSpPr>
            <p:cNvPr id="20" name="矩形 13"/>
            <p:cNvSpPr/>
            <p:nvPr/>
          </p:nvSpPr>
          <p:spPr>
            <a:xfrm>
              <a:off x="6194511" y="4866463"/>
              <a:ext cx="791510" cy="664397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129/193/95</a:t>
              </a:r>
            </a:p>
          </p:txBody>
        </p:sp>
        <p:sp>
          <p:nvSpPr>
            <p:cNvPr id="21" name="矩形 13"/>
            <p:cNvSpPr/>
            <p:nvPr/>
          </p:nvSpPr>
          <p:spPr>
            <a:xfrm>
              <a:off x="6192274" y="4134866"/>
              <a:ext cx="791510" cy="664397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253/211/81</a:t>
              </a:r>
            </a:p>
          </p:txBody>
        </p:sp>
        <p:sp>
          <p:nvSpPr>
            <p:cNvPr id="22" name="矩形 13"/>
            <p:cNvSpPr/>
            <p:nvPr/>
          </p:nvSpPr>
          <p:spPr>
            <a:xfrm>
              <a:off x="6192274" y="5596166"/>
              <a:ext cx="791510" cy="664397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86/196/210</a:t>
              </a:r>
            </a:p>
          </p:txBody>
        </p:sp>
        <p:sp>
          <p:nvSpPr>
            <p:cNvPr id="23" name="矩形 13"/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211/57/65</a:t>
              </a:r>
            </a:p>
          </p:txBody>
        </p:sp>
        <p:sp>
          <p:nvSpPr>
            <p:cNvPr id="24" name="矩形 13"/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 </a:t>
              </a:r>
            </a:p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211/56/89</a:t>
              </a:r>
            </a:p>
          </p:txBody>
        </p:sp>
        <p:sp>
          <p:nvSpPr>
            <p:cNvPr id="25" name="矩形 13"/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221/128/170</a:t>
              </a:r>
            </a:p>
          </p:txBody>
        </p:sp>
        <p:sp>
          <p:nvSpPr>
            <p:cNvPr id="26" name="矩形 13"/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  <a:defRPr/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191/128/130</a:t>
              </a:r>
            </a:p>
          </p:txBody>
        </p:sp>
        <p:sp>
          <p:nvSpPr>
            <p:cNvPr id="27" name="矩形 13"/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246/183/140</a:t>
              </a:r>
              <a:endParaRPr kumimoji="1" lang="mr-IN" altLang="zh-CN" sz="500" b="1" dirty="0">
                <a:solidFill>
                  <a:srgbClr val="1B1B18"/>
                </a:solidFill>
                <a:ea typeface="Arial" charset="0"/>
                <a:cs typeface="Arial" charset="0"/>
              </a:endParaRPr>
            </a:p>
          </p:txBody>
        </p:sp>
        <p:sp>
          <p:nvSpPr>
            <p:cNvPr id="28" name="矩形 13"/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176/216/156</a:t>
              </a:r>
            </a:p>
          </p:txBody>
        </p:sp>
        <p:sp>
          <p:nvSpPr>
            <p:cNvPr id="29" name="矩形 13"/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253/227/181</a:t>
              </a:r>
            </a:p>
          </p:txBody>
        </p:sp>
        <p:sp>
          <p:nvSpPr>
            <p:cNvPr id="30" name="矩形 13"/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148/218/226</a:t>
              </a:r>
            </a:p>
          </p:txBody>
        </p:sp>
        <p:sp>
          <p:nvSpPr>
            <p:cNvPr id="31" name="矩形 13"/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226/129/137</a:t>
              </a:r>
            </a:p>
          </p:txBody>
        </p:sp>
        <p:sp>
          <p:nvSpPr>
            <p:cNvPr id="32" name="矩形 13"/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226/129/152</a:t>
              </a:r>
            </a:p>
          </p:txBody>
        </p:sp>
        <p:sp>
          <p:nvSpPr>
            <p:cNvPr id="33" name="矩形 13"/>
            <p:cNvSpPr/>
            <p:nvPr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235/179/204</a:t>
              </a:r>
            </a:p>
          </p:txBody>
        </p:sp>
        <p:sp>
          <p:nvSpPr>
            <p:cNvPr id="34" name="矩形 13"/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  <a:defRPr/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216/179/179</a:t>
              </a:r>
            </a:p>
          </p:txBody>
        </p:sp>
        <p:sp>
          <p:nvSpPr>
            <p:cNvPr id="35" name="矩形 13"/>
            <p:cNvSpPr/>
            <p:nvPr/>
          </p:nvSpPr>
          <p:spPr>
            <a:xfrm>
              <a:off x="7806130" y="3415851"/>
              <a:ext cx="791510" cy="664397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250/211/187</a:t>
              </a:r>
              <a:endParaRPr kumimoji="1" lang="mr-IN" altLang="zh-CN" sz="500" b="1" dirty="0">
                <a:solidFill>
                  <a:srgbClr val="1B1B18"/>
                </a:solidFill>
                <a:ea typeface="Arial" charset="0"/>
                <a:cs typeface="Arial" charset="0"/>
              </a:endParaRPr>
            </a:p>
          </p:txBody>
        </p:sp>
        <p:sp>
          <p:nvSpPr>
            <p:cNvPr id="36" name="矩形 13"/>
            <p:cNvSpPr/>
            <p:nvPr/>
          </p:nvSpPr>
          <p:spPr>
            <a:xfrm>
              <a:off x="7815961" y="4866463"/>
              <a:ext cx="791510" cy="664397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208/232/196</a:t>
              </a:r>
            </a:p>
          </p:txBody>
        </p:sp>
        <p:sp>
          <p:nvSpPr>
            <p:cNvPr id="37" name="矩形 13"/>
            <p:cNvSpPr/>
            <p:nvPr/>
          </p:nvSpPr>
          <p:spPr>
            <a:xfrm>
              <a:off x="7813724" y="4134866"/>
              <a:ext cx="791510" cy="664397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254/238/193</a:t>
              </a:r>
            </a:p>
          </p:txBody>
        </p:sp>
        <p:sp>
          <p:nvSpPr>
            <p:cNvPr id="38" name="矩形 13"/>
            <p:cNvSpPr/>
            <p:nvPr/>
          </p:nvSpPr>
          <p:spPr>
            <a:xfrm>
              <a:off x="7813724" y="5596166"/>
              <a:ext cx="791510" cy="664397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190/23/238</a:t>
              </a:r>
            </a:p>
          </p:txBody>
        </p:sp>
        <p:sp>
          <p:nvSpPr>
            <p:cNvPr id="39" name="矩形 13"/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239/178/184</a:t>
              </a:r>
            </a:p>
          </p:txBody>
        </p:sp>
        <p:sp>
          <p:nvSpPr>
            <p:cNvPr id="40" name="矩形 13"/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238/179/193</a:t>
              </a:r>
            </a:p>
          </p:txBody>
        </p:sp>
        <p:sp>
          <p:nvSpPr>
            <p:cNvPr id="41" name="矩形 13"/>
            <p:cNvSpPr/>
            <p:nvPr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35/24/21</a:t>
              </a:r>
            </a:p>
          </p:txBody>
        </p:sp>
        <p:sp>
          <p:nvSpPr>
            <p:cNvPr id="42" name="矩形 13"/>
            <p:cNvSpPr/>
            <p:nvPr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 </a:t>
              </a:r>
            </a:p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89/87/87</a:t>
              </a:r>
            </a:p>
          </p:txBody>
        </p:sp>
        <p:sp>
          <p:nvSpPr>
            <p:cNvPr id="43" name="矩形 13"/>
            <p:cNvSpPr/>
            <p:nvPr/>
          </p:nvSpPr>
          <p:spPr>
            <a:xfrm>
              <a:off x="6450318" y="6324025"/>
              <a:ext cx="513579" cy="664397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</a:t>
              </a:r>
            </a:p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137</a:t>
              </a:r>
            </a:p>
          </p:txBody>
        </p:sp>
        <p:sp>
          <p:nvSpPr>
            <p:cNvPr id="44" name="矩形 13"/>
            <p:cNvSpPr/>
            <p:nvPr/>
          </p:nvSpPr>
          <p:spPr>
            <a:xfrm>
              <a:off x="6998296" y="6324025"/>
              <a:ext cx="513579" cy="664397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</a:t>
              </a:r>
            </a:p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181</a:t>
              </a:r>
            </a:p>
          </p:txBody>
        </p:sp>
        <p:sp>
          <p:nvSpPr>
            <p:cNvPr id="45" name="矩形 13"/>
            <p:cNvSpPr/>
            <p:nvPr/>
          </p:nvSpPr>
          <p:spPr>
            <a:xfrm>
              <a:off x="7541580" y="6324025"/>
              <a:ext cx="513579" cy="664397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221</a:t>
              </a:r>
            </a:p>
          </p:txBody>
        </p:sp>
        <p:sp>
          <p:nvSpPr>
            <p:cNvPr id="46" name="矩形 13"/>
            <p:cNvSpPr/>
            <p:nvPr/>
          </p:nvSpPr>
          <p:spPr>
            <a:xfrm>
              <a:off x="8083608" y="6324025"/>
              <a:ext cx="513579" cy="66439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</a:t>
              </a:r>
            </a:p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255/255/</a:t>
              </a:r>
              <a:b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255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68876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extLst>
    <p:ext uri="{DCECCB84-F9BA-43D5-87BE-67443E8EF086}">
      <p15:sldGuideLst xmlns="" xmlns:p15="http://schemas.microsoft.com/office/powerpoint/2012/main">
        <p15:guide id="1" pos="3841">
          <p15:clr>
            <a:srgbClr val="FBAE40"/>
          </p15:clr>
        </p15:guide>
        <p15:guide id="2" orient="horz" pos="2160">
          <p15:clr>
            <a:srgbClr val="FBAE40"/>
          </p15:clr>
        </p15:guide>
        <p15:guide id="3" pos="303">
          <p15:clr>
            <a:srgbClr val="FBAE40"/>
          </p15:clr>
        </p15:guide>
        <p15:guide id="4" pos="7380">
          <p15:clr>
            <a:srgbClr val="FBAE40"/>
          </p15:clr>
        </p15:guide>
        <p15:guide id="5" orient="horz" pos="640">
          <p15:clr>
            <a:srgbClr val="FBAE40"/>
          </p15:clr>
        </p15:guide>
        <p15:guide id="6" orient="horz" pos="3952">
          <p15:clr>
            <a:srgbClr val="FBAE4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98579862"/>
      </p:ext>
    </p:extLst>
  </p:cSld>
  <p:clrMapOvr>
    <a:masterClrMapping/>
  </p:clrMapOvr>
  <p:transition spd="med"/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90213598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>
            <a:extLst>
              <a:ext uri="{FF2B5EF4-FFF2-40B4-BE49-F238E27FC236}">
                <a16:creationId xmlns="" xmlns:a16="http://schemas.microsoft.com/office/drawing/2014/main" id="{CA8B3F0C-616F-224A-B32F-9F9BF5EEE1BC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442275" y="1244339"/>
            <a:ext cx="11265816" cy="4958996"/>
          </a:xfrm>
          <a:prstGeom prst="rect">
            <a:avLst/>
          </a:prstGeom>
        </p:spPr>
        <p:txBody>
          <a:bodyPr lIns="0" tIns="0" rIns="0" bIns="0"/>
          <a:lstStyle>
            <a:lvl1pPr marL="179100" marR="0" indent="-168007" algn="l" defTabSz="11858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>
                <a:tab pos="1206156" algn="ctr"/>
              </a:tabLst>
              <a:defRPr sz="1796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8499" marR="0" indent="-168007" algn="l" defTabSz="11858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&gt;"/>
              <a:tabLst>
                <a:tab pos="1206156" algn="ctr"/>
              </a:tabLst>
              <a:defRPr sz="1596" baseline="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28812" marR="0" indent="0" algn="l" defTabSz="11858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None/>
              <a:tabLst>
                <a:tab pos="1206156" algn="ctr"/>
              </a:tabLst>
              <a:defRPr sz="1295" baseline="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525010" indent="-170887">
              <a:buFont typeface="Arial" panose="020B0604020202020204" pitchFamily="34" charset="0"/>
              <a:buChar char="•"/>
              <a:tabLst>
                <a:tab pos="1206488" algn="ctr"/>
              </a:tabLst>
              <a:defRPr sz="1295" baseline="0"/>
            </a:lvl4pPr>
            <a:lvl5pPr marL="525010" indent="-170887">
              <a:buFont typeface="Arial" panose="020B0604020202020204" pitchFamily="34" charset="0"/>
              <a:buChar char="•"/>
              <a:tabLst>
                <a:tab pos="1206488" algn="ctr"/>
              </a:tabLst>
              <a:defRPr sz="1295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altLang="zh-CN" dirty="0"/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442278" y="348791"/>
            <a:ext cx="11265817" cy="559472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796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grpSp>
        <p:nvGrpSpPr>
          <p:cNvPr id="4" name="Group 46"/>
          <p:cNvGrpSpPr>
            <a:grpSpLocks noChangeAspect="1"/>
          </p:cNvGrpSpPr>
          <p:nvPr userDrawn="1"/>
        </p:nvGrpSpPr>
        <p:grpSpPr>
          <a:xfrm>
            <a:off x="12295786" y="2625397"/>
            <a:ext cx="1963324" cy="4233515"/>
            <a:chOff x="5343883" y="-48857"/>
            <a:chExt cx="3263588" cy="7037279"/>
          </a:xfrm>
        </p:grpSpPr>
        <p:sp>
          <p:nvSpPr>
            <p:cNvPr id="7" name="矩形 13"/>
            <p:cNvSpPr/>
            <p:nvPr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196/0/84</a:t>
              </a:r>
            </a:p>
          </p:txBody>
        </p:sp>
        <p:sp>
          <p:nvSpPr>
            <p:cNvPr id="8" name="文本框 15"/>
            <p:cNvSpPr txBox="1"/>
            <p:nvPr/>
          </p:nvSpPr>
          <p:spPr>
            <a:xfrm>
              <a:off x="5352721" y="1694497"/>
              <a:ext cx="1636699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defTabSz="913016"/>
              <a:r>
                <a:rPr kumimoji="1" lang="zh-CN" altLang="en-US" sz="800">
                  <a:solidFill>
                    <a:srgbClr val="1B1B18"/>
                  </a:solidFill>
                  <a:cs typeface="Arial" panose="020B0604020202020204" pitchFamily="34" charset="0"/>
                </a:rPr>
                <a:t>公司辅助色</a:t>
              </a:r>
              <a:endParaRPr kumimoji="1" lang="zh-CN" altLang="en-US" sz="800" dirty="0">
                <a:solidFill>
                  <a:srgbClr val="1B1B18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9" name="矩形 13"/>
            <p:cNvSpPr/>
            <p:nvPr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203/55/120</a:t>
              </a:r>
            </a:p>
          </p:txBody>
        </p:sp>
        <p:sp>
          <p:nvSpPr>
            <p:cNvPr id="10" name="矩形 13"/>
            <p:cNvSpPr/>
            <p:nvPr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237/109/0</a:t>
              </a:r>
            </a:p>
          </p:txBody>
        </p:sp>
        <p:sp>
          <p:nvSpPr>
            <p:cNvPr id="11" name="矩形 13"/>
            <p:cNvSpPr/>
            <p:nvPr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153/54/54</a:t>
              </a:r>
            </a:p>
          </p:txBody>
        </p:sp>
        <p:sp>
          <p:nvSpPr>
            <p:cNvPr id="12" name="矩形 13"/>
            <p:cNvSpPr/>
            <p:nvPr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98/178/48</a:t>
              </a:r>
            </a:p>
          </p:txBody>
        </p:sp>
        <p:sp>
          <p:nvSpPr>
            <p:cNvPr id="13" name="矩形 13"/>
            <p:cNvSpPr/>
            <p:nvPr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242/137/68</a:t>
              </a:r>
              <a:endParaRPr kumimoji="1" lang="mr-IN" altLang="zh-CN" sz="500" b="1" dirty="0">
                <a:solidFill>
                  <a:srgbClr val="FFFFFF"/>
                </a:solidFill>
                <a:ea typeface="Arial" charset="0"/>
                <a:cs typeface="Arial" charset="0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PANTONE 185C</a:t>
              </a:r>
            </a:p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199/0/11  </a:t>
              </a:r>
            </a:p>
          </p:txBody>
        </p:sp>
        <p:sp>
          <p:nvSpPr>
            <p:cNvPr id="15" name="文本框 15"/>
            <p:cNvSpPr txBox="1"/>
            <p:nvPr/>
          </p:nvSpPr>
          <p:spPr>
            <a:xfrm>
              <a:off x="5343883" y="-48857"/>
              <a:ext cx="1358295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defTabSz="913016"/>
              <a:r>
                <a:rPr kumimoji="1" lang="zh-CN" altLang="en-US" sz="800">
                  <a:solidFill>
                    <a:srgbClr val="1B1B18"/>
                  </a:solidFill>
                  <a:cs typeface="Arial" panose="020B0604020202020204" pitchFamily="34" charset="0"/>
                </a:rPr>
                <a:t>公司色</a:t>
              </a:r>
              <a:endParaRPr kumimoji="1" lang="zh-CN" altLang="en-US" sz="800" dirty="0">
                <a:solidFill>
                  <a:srgbClr val="1B1B18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16" name="矩形 13"/>
            <p:cNvSpPr/>
            <p:nvPr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PANTONE 186C</a:t>
              </a:r>
            </a:p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200/16/46  </a:t>
              </a:r>
            </a:p>
          </p:txBody>
        </p:sp>
        <p:sp>
          <p:nvSpPr>
            <p:cNvPr id="17" name="矩形 13"/>
            <p:cNvSpPr/>
            <p:nvPr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127/0/1</a:t>
              </a:r>
            </a:p>
          </p:txBody>
        </p:sp>
        <p:sp>
          <p:nvSpPr>
            <p:cNvPr id="18" name="矩形 13"/>
            <p:cNvSpPr/>
            <p:nvPr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52/200/0</a:t>
              </a:r>
            </a:p>
          </p:txBody>
        </p:sp>
        <p:sp>
          <p:nvSpPr>
            <p:cNvPr id="19" name="矩形 13"/>
            <p:cNvSpPr/>
            <p:nvPr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48/181/197</a:t>
              </a:r>
            </a:p>
          </p:txBody>
        </p:sp>
        <p:sp>
          <p:nvSpPr>
            <p:cNvPr id="20" name="矩形 13"/>
            <p:cNvSpPr/>
            <p:nvPr/>
          </p:nvSpPr>
          <p:spPr>
            <a:xfrm>
              <a:off x="6194511" y="4866463"/>
              <a:ext cx="791510" cy="664397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129/193/95</a:t>
              </a:r>
            </a:p>
          </p:txBody>
        </p:sp>
        <p:sp>
          <p:nvSpPr>
            <p:cNvPr id="21" name="矩形 13"/>
            <p:cNvSpPr/>
            <p:nvPr/>
          </p:nvSpPr>
          <p:spPr>
            <a:xfrm>
              <a:off x="6192274" y="4134866"/>
              <a:ext cx="791510" cy="664397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253/211/81</a:t>
              </a:r>
            </a:p>
          </p:txBody>
        </p:sp>
        <p:sp>
          <p:nvSpPr>
            <p:cNvPr id="22" name="矩形 13"/>
            <p:cNvSpPr/>
            <p:nvPr/>
          </p:nvSpPr>
          <p:spPr>
            <a:xfrm>
              <a:off x="6192274" y="5596166"/>
              <a:ext cx="791510" cy="664397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86/196/210</a:t>
              </a:r>
            </a:p>
          </p:txBody>
        </p:sp>
        <p:sp>
          <p:nvSpPr>
            <p:cNvPr id="23" name="矩形 13"/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211/57/65</a:t>
              </a:r>
            </a:p>
          </p:txBody>
        </p:sp>
        <p:sp>
          <p:nvSpPr>
            <p:cNvPr id="24" name="矩形 13"/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 </a:t>
              </a:r>
            </a:p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211/56/89</a:t>
              </a:r>
            </a:p>
          </p:txBody>
        </p:sp>
        <p:sp>
          <p:nvSpPr>
            <p:cNvPr id="25" name="矩形 13"/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221/128/170</a:t>
              </a:r>
            </a:p>
          </p:txBody>
        </p:sp>
        <p:sp>
          <p:nvSpPr>
            <p:cNvPr id="26" name="矩形 13"/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  <a:defRPr/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191/128/130</a:t>
              </a:r>
            </a:p>
          </p:txBody>
        </p:sp>
        <p:sp>
          <p:nvSpPr>
            <p:cNvPr id="27" name="矩形 13"/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246/183/140</a:t>
              </a:r>
              <a:endParaRPr kumimoji="1" lang="mr-IN" altLang="zh-CN" sz="500" b="1" dirty="0">
                <a:solidFill>
                  <a:srgbClr val="1B1B18"/>
                </a:solidFill>
                <a:ea typeface="Arial" charset="0"/>
                <a:cs typeface="Arial" charset="0"/>
              </a:endParaRPr>
            </a:p>
          </p:txBody>
        </p:sp>
        <p:sp>
          <p:nvSpPr>
            <p:cNvPr id="28" name="矩形 13"/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176/216/156</a:t>
              </a:r>
            </a:p>
          </p:txBody>
        </p:sp>
        <p:sp>
          <p:nvSpPr>
            <p:cNvPr id="29" name="矩形 13"/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253/227/181</a:t>
              </a:r>
            </a:p>
          </p:txBody>
        </p:sp>
        <p:sp>
          <p:nvSpPr>
            <p:cNvPr id="30" name="矩形 13"/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148/218/226</a:t>
              </a:r>
            </a:p>
          </p:txBody>
        </p:sp>
        <p:sp>
          <p:nvSpPr>
            <p:cNvPr id="31" name="矩形 13"/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226/129/137</a:t>
              </a:r>
            </a:p>
          </p:txBody>
        </p:sp>
        <p:sp>
          <p:nvSpPr>
            <p:cNvPr id="32" name="矩形 13"/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226/129/152</a:t>
              </a:r>
            </a:p>
          </p:txBody>
        </p:sp>
        <p:sp>
          <p:nvSpPr>
            <p:cNvPr id="33" name="矩形 13"/>
            <p:cNvSpPr/>
            <p:nvPr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235/179/204</a:t>
              </a:r>
            </a:p>
          </p:txBody>
        </p:sp>
        <p:sp>
          <p:nvSpPr>
            <p:cNvPr id="34" name="矩形 13"/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  <a:defRPr/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216/179/179</a:t>
              </a:r>
            </a:p>
          </p:txBody>
        </p:sp>
        <p:sp>
          <p:nvSpPr>
            <p:cNvPr id="35" name="矩形 13"/>
            <p:cNvSpPr/>
            <p:nvPr/>
          </p:nvSpPr>
          <p:spPr>
            <a:xfrm>
              <a:off x="7806130" y="3415851"/>
              <a:ext cx="791510" cy="664397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250/211/187</a:t>
              </a:r>
              <a:endParaRPr kumimoji="1" lang="mr-IN" altLang="zh-CN" sz="500" b="1" dirty="0">
                <a:solidFill>
                  <a:srgbClr val="1B1B18"/>
                </a:solidFill>
                <a:ea typeface="Arial" charset="0"/>
                <a:cs typeface="Arial" charset="0"/>
              </a:endParaRPr>
            </a:p>
          </p:txBody>
        </p:sp>
        <p:sp>
          <p:nvSpPr>
            <p:cNvPr id="36" name="矩形 13"/>
            <p:cNvSpPr/>
            <p:nvPr/>
          </p:nvSpPr>
          <p:spPr>
            <a:xfrm>
              <a:off x="7815961" y="4866463"/>
              <a:ext cx="791510" cy="664397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208/232/196</a:t>
              </a:r>
            </a:p>
          </p:txBody>
        </p:sp>
        <p:sp>
          <p:nvSpPr>
            <p:cNvPr id="37" name="矩形 13"/>
            <p:cNvSpPr/>
            <p:nvPr/>
          </p:nvSpPr>
          <p:spPr>
            <a:xfrm>
              <a:off x="7813724" y="4134866"/>
              <a:ext cx="791510" cy="664397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254/238/193</a:t>
              </a:r>
            </a:p>
          </p:txBody>
        </p:sp>
        <p:sp>
          <p:nvSpPr>
            <p:cNvPr id="38" name="矩形 13"/>
            <p:cNvSpPr/>
            <p:nvPr/>
          </p:nvSpPr>
          <p:spPr>
            <a:xfrm>
              <a:off x="7813724" y="5596166"/>
              <a:ext cx="791510" cy="664397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190/23/238</a:t>
              </a:r>
            </a:p>
          </p:txBody>
        </p:sp>
        <p:sp>
          <p:nvSpPr>
            <p:cNvPr id="39" name="矩形 13"/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239/178/184</a:t>
              </a:r>
            </a:p>
          </p:txBody>
        </p:sp>
        <p:sp>
          <p:nvSpPr>
            <p:cNvPr id="40" name="矩形 13"/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238/179/193</a:t>
              </a:r>
            </a:p>
          </p:txBody>
        </p:sp>
        <p:sp>
          <p:nvSpPr>
            <p:cNvPr id="41" name="矩形 13"/>
            <p:cNvSpPr/>
            <p:nvPr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35/24/21</a:t>
              </a:r>
            </a:p>
          </p:txBody>
        </p:sp>
        <p:sp>
          <p:nvSpPr>
            <p:cNvPr id="42" name="矩形 13"/>
            <p:cNvSpPr/>
            <p:nvPr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 </a:t>
              </a:r>
            </a:p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89/87/87</a:t>
              </a:r>
            </a:p>
          </p:txBody>
        </p:sp>
        <p:sp>
          <p:nvSpPr>
            <p:cNvPr id="43" name="矩形 13"/>
            <p:cNvSpPr/>
            <p:nvPr/>
          </p:nvSpPr>
          <p:spPr>
            <a:xfrm>
              <a:off x="6450318" y="6324025"/>
              <a:ext cx="513579" cy="664397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</a:t>
              </a:r>
            </a:p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137</a:t>
              </a:r>
            </a:p>
          </p:txBody>
        </p:sp>
        <p:sp>
          <p:nvSpPr>
            <p:cNvPr id="44" name="矩形 13"/>
            <p:cNvSpPr/>
            <p:nvPr/>
          </p:nvSpPr>
          <p:spPr>
            <a:xfrm>
              <a:off x="6998296" y="6324025"/>
              <a:ext cx="513579" cy="664397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</a:t>
              </a:r>
            </a:p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181</a:t>
              </a:r>
            </a:p>
          </p:txBody>
        </p:sp>
        <p:sp>
          <p:nvSpPr>
            <p:cNvPr id="45" name="矩形 13"/>
            <p:cNvSpPr/>
            <p:nvPr/>
          </p:nvSpPr>
          <p:spPr>
            <a:xfrm>
              <a:off x="7541580" y="6324025"/>
              <a:ext cx="513579" cy="664397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221</a:t>
              </a:r>
            </a:p>
          </p:txBody>
        </p:sp>
        <p:sp>
          <p:nvSpPr>
            <p:cNvPr id="46" name="矩形 13"/>
            <p:cNvSpPr/>
            <p:nvPr/>
          </p:nvSpPr>
          <p:spPr>
            <a:xfrm>
              <a:off x="8083608" y="6324025"/>
              <a:ext cx="513579" cy="66439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</a:t>
              </a:r>
            </a:p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255/255/</a:t>
              </a:r>
              <a:b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255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922970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extLst>
    <p:ext uri="{DCECCB84-F9BA-43D5-87BE-67443E8EF086}">
      <p15:sldGuideLst xmlns="" xmlns:p15="http://schemas.microsoft.com/office/powerpoint/2012/main">
        <p15:guide id="1" pos="3841">
          <p15:clr>
            <a:srgbClr val="FBAE40"/>
          </p15:clr>
        </p15:guide>
        <p15:guide id="2" orient="horz" pos="2160">
          <p15:clr>
            <a:srgbClr val="FBAE40"/>
          </p15:clr>
        </p15:guide>
        <p15:guide id="3" pos="303">
          <p15:clr>
            <a:srgbClr val="FBAE40"/>
          </p15:clr>
        </p15:guide>
        <p15:guide id="4" pos="7380">
          <p15:clr>
            <a:srgbClr val="FBAE40"/>
          </p15:clr>
        </p15:guide>
        <p15:guide id="5" orient="horz" pos="640">
          <p15:clr>
            <a:srgbClr val="FBAE40"/>
          </p15:clr>
        </p15:guide>
        <p15:guide id="6" orient="horz" pos="3952">
          <p15:clr>
            <a:srgbClr val="FBAE40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73633419"/>
      </p:ext>
    </p:extLst>
  </p:cSld>
  <p:clrMapOvr>
    <a:masterClrMapping/>
  </p:clrMapOvr>
  <p:transition spd="med"/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09631" y="468677"/>
            <a:ext cx="11377506" cy="10422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82" y="1599829"/>
            <a:ext cx="10977404" cy="452650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021608789"/>
      </p:ext>
    </p:extLst>
  </p:cSld>
  <p:clrMapOvr>
    <a:masterClrMapping/>
  </p:clrMapOvr>
  <p:transition spd="med" advClick="0"/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639764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44499555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>
            <a:extLst>
              <a:ext uri="{FF2B5EF4-FFF2-40B4-BE49-F238E27FC236}">
                <a16:creationId xmlns="" xmlns:a16="http://schemas.microsoft.com/office/drawing/2014/main" id="{CA8B3F0C-616F-224A-B32F-9F9BF5EEE1BC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442275" y="1244339"/>
            <a:ext cx="11265816" cy="4958996"/>
          </a:xfrm>
          <a:prstGeom prst="rect">
            <a:avLst/>
          </a:prstGeom>
        </p:spPr>
        <p:txBody>
          <a:bodyPr lIns="0" tIns="0" rIns="0" bIns="0"/>
          <a:lstStyle>
            <a:lvl1pPr marL="179100" marR="0" indent="-168007" algn="l" defTabSz="11858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>
                <a:tab pos="1206156" algn="ctr"/>
              </a:tabLst>
              <a:defRPr sz="1796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8499" marR="0" indent="-168007" algn="l" defTabSz="11858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&gt;"/>
              <a:tabLst>
                <a:tab pos="1206156" algn="ctr"/>
              </a:tabLst>
              <a:defRPr sz="1596" baseline="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28812" marR="0" indent="0" algn="l" defTabSz="11858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None/>
              <a:tabLst>
                <a:tab pos="1206156" algn="ctr"/>
              </a:tabLst>
              <a:defRPr sz="1295" baseline="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525010" indent="-170887">
              <a:buFont typeface="Arial" panose="020B0604020202020204" pitchFamily="34" charset="0"/>
              <a:buChar char="•"/>
              <a:tabLst>
                <a:tab pos="1206488" algn="ctr"/>
              </a:tabLst>
              <a:defRPr sz="1295" baseline="0"/>
            </a:lvl4pPr>
            <a:lvl5pPr marL="525010" indent="-170887">
              <a:buFont typeface="Arial" panose="020B0604020202020204" pitchFamily="34" charset="0"/>
              <a:buChar char="•"/>
              <a:tabLst>
                <a:tab pos="1206488" algn="ctr"/>
              </a:tabLst>
              <a:defRPr sz="1295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altLang="zh-CN" dirty="0"/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442278" y="348791"/>
            <a:ext cx="11265817" cy="559472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796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grpSp>
        <p:nvGrpSpPr>
          <p:cNvPr id="4" name="Group 46"/>
          <p:cNvGrpSpPr>
            <a:grpSpLocks noChangeAspect="1"/>
          </p:cNvGrpSpPr>
          <p:nvPr userDrawn="1"/>
        </p:nvGrpSpPr>
        <p:grpSpPr>
          <a:xfrm>
            <a:off x="12295786" y="2625397"/>
            <a:ext cx="1963324" cy="4233515"/>
            <a:chOff x="5343883" y="-48857"/>
            <a:chExt cx="3263588" cy="7037279"/>
          </a:xfrm>
        </p:grpSpPr>
        <p:sp>
          <p:nvSpPr>
            <p:cNvPr id="7" name="矩形 13"/>
            <p:cNvSpPr/>
            <p:nvPr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196/0/84</a:t>
              </a:r>
            </a:p>
          </p:txBody>
        </p:sp>
        <p:sp>
          <p:nvSpPr>
            <p:cNvPr id="8" name="文本框 15"/>
            <p:cNvSpPr txBox="1"/>
            <p:nvPr/>
          </p:nvSpPr>
          <p:spPr>
            <a:xfrm>
              <a:off x="5352721" y="1694497"/>
              <a:ext cx="1636699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defTabSz="913016"/>
              <a:r>
                <a:rPr kumimoji="1" lang="zh-CN" altLang="en-US" sz="800">
                  <a:solidFill>
                    <a:srgbClr val="1B1B18"/>
                  </a:solidFill>
                  <a:cs typeface="Arial" panose="020B0604020202020204" pitchFamily="34" charset="0"/>
                </a:rPr>
                <a:t>公司辅助色</a:t>
              </a:r>
              <a:endParaRPr kumimoji="1" lang="zh-CN" altLang="en-US" sz="800" dirty="0">
                <a:solidFill>
                  <a:srgbClr val="1B1B18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9" name="矩形 13"/>
            <p:cNvSpPr/>
            <p:nvPr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203/55/120</a:t>
              </a:r>
            </a:p>
          </p:txBody>
        </p:sp>
        <p:sp>
          <p:nvSpPr>
            <p:cNvPr id="10" name="矩形 13"/>
            <p:cNvSpPr/>
            <p:nvPr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237/109/0</a:t>
              </a:r>
            </a:p>
          </p:txBody>
        </p:sp>
        <p:sp>
          <p:nvSpPr>
            <p:cNvPr id="11" name="矩形 13"/>
            <p:cNvSpPr/>
            <p:nvPr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153/54/54</a:t>
              </a:r>
            </a:p>
          </p:txBody>
        </p:sp>
        <p:sp>
          <p:nvSpPr>
            <p:cNvPr id="12" name="矩形 13"/>
            <p:cNvSpPr/>
            <p:nvPr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98/178/48</a:t>
              </a:r>
            </a:p>
          </p:txBody>
        </p:sp>
        <p:sp>
          <p:nvSpPr>
            <p:cNvPr id="13" name="矩形 13"/>
            <p:cNvSpPr/>
            <p:nvPr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242/137/68</a:t>
              </a:r>
              <a:endParaRPr kumimoji="1" lang="mr-IN" altLang="zh-CN" sz="500" b="1" dirty="0">
                <a:solidFill>
                  <a:srgbClr val="FFFFFF"/>
                </a:solidFill>
                <a:ea typeface="Arial" charset="0"/>
                <a:cs typeface="Arial" charset="0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PANTONE 185C</a:t>
              </a:r>
            </a:p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199/0/11  </a:t>
              </a:r>
            </a:p>
          </p:txBody>
        </p:sp>
        <p:sp>
          <p:nvSpPr>
            <p:cNvPr id="15" name="文本框 15"/>
            <p:cNvSpPr txBox="1"/>
            <p:nvPr/>
          </p:nvSpPr>
          <p:spPr>
            <a:xfrm>
              <a:off x="5343883" y="-48857"/>
              <a:ext cx="1358295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defTabSz="913016"/>
              <a:r>
                <a:rPr kumimoji="1" lang="zh-CN" altLang="en-US" sz="800">
                  <a:solidFill>
                    <a:srgbClr val="1B1B18"/>
                  </a:solidFill>
                  <a:cs typeface="Arial" panose="020B0604020202020204" pitchFamily="34" charset="0"/>
                </a:rPr>
                <a:t>公司色</a:t>
              </a:r>
              <a:endParaRPr kumimoji="1" lang="zh-CN" altLang="en-US" sz="800" dirty="0">
                <a:solidFill>
                  <a:srgbClr val="1B1B18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16" name="矩形 13"/>
            <p:cNvSpPr/>
            <p:nvPr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PANTONE 186C</a:t>
              </a:r>
            </a:p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200/16/46  </a:t>
              </a:r>
            </a:p>
          </p:txBody>
        </p:sp>
        <p:sp>
          <p:nvSpPr>
            <p:cNvPr id="17" name="矩形 13"/>
            <p:cNvSpPr/>
            <p:nvPr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127/0/1</a:t>
              </a:r>
            </a:p>
          </p:txBody>
        </p:sp>
        <p:sp>
          <p:nvSpPr>
            <p:cNvPr id="18" name="矩形 13"/>
            <p:cNvSpPr/>
            <p:nvPr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52/200/0</a:t>
              </a:r>
            </a:p>
          </p:txBody>
        </p:sp>
        <p:sp>
          <p:nvSpPr>
            <p:cNvPr id="19" name="矩形 13"/>
            <p:cNvSpPr/>
            <p:nvPr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48/181/197</a:t>
              </a:r>
            </a:p>
          </p:txBody>
        </p:sp>
        <p:sp>
          <p:nvSpPr>
            <p:cNvPr id="20" name="矩形 13"/>
            <p:cNvSpPr/>
            <p:nvPr/>
          </p:nvSpPr>
          <p:spPr>
            <a:xfrm>
              <a:off x="6194511" y="4866463"/>
              <a:ext cx="791510" cy="664397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129/193/95</a:t>
              </a:r>
            </a:p>
          </p:txBody>
        </p:sp>
        <p:sp>
          <p:nvSpPr>
            <p:cNvPr id="21" name="矩形 13"/>
            <p:cNvSpPr/>
            <p:nvPr/>
          </p:nvSpPr>
          <p:spPr>
            <a:xfrm>
              <a:off x="6192274" y="4134866"/>
              <a:ext cx="791510" cy="664397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253/211/81</a:t>
              </a:r>
            </a:p>
          </p:txBody>
        </p:sp>
        <p:sp>
          <p:nvSpPr>
            <p:cNvPr id="22" name="矩形 13"/>
            <p:cNvSpPr/>
            <p:nvPr/>
          </p:nvSpPr>
          <p:spPr>
            <a:xfrm>
              <a:off x="6192274" y="5596166"/>
              <a:ext cx="791510" cy="664397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86/196/210</a:t>
              </a:r>
            </a:p>
          </p:txBody>
        </p:sp>
        <p:sp>
          <p:nvSpPr>
            <p:cNvPr id="23" name="矩形 13"/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211/57/65</a:t>
              </a:r>
            </a:p>
          </p:txBody>
        </p:sp>
        <p:sp>
          <p:nvSpPr>
            <p:cNvPr id="24" name="矩形 13"/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 </a:t>
              </a:r>
            </a:p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211/56/89</a:t>
              </a:r>
            </a:p>
          </p:txBody>
        </p:sp>
        <p:sp>
          <p:nvSpPr>
            <p:cNvPr id="25" name="矩形 13"/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221/128/170</a:t>
              </a:r>
            </a:p>
          </p:txBody>
        </p:sp>
        <p:sp>
          <p:nvSpPr>
            <p:cNvPr id="26" name="矩形 13"/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  <a:defRPr/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191/128/130</a:t>
              </a:r>
            </a:p>
          </p:txBody>
        </p:sp>
        <p:sp>
          <p:nvSpPr>
            <p:cNvPr id="27" name="矩形 13"/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246/183/140</a:t>
              </a:r>
              <a:endParaRPr kumimoji="1" lang="mr-IN" altLang="zh-CN" sz="500" b="1" dirty="0">
                <a:solidFill>
                  <a:srgbClr val="1B1B18"/>
                </a:solidFill>
                <a:ea typeface="Arial" charset="0"/>
                <a:cs typeface="Arial" charset="0"/>
              </a:endParaRPr>
            </a:p>
          </p:txBody>
        </p:sp>
        <p:sp>
          <p:nvSpPr>
            <p:cNvPr id="28" name="矩形 13"/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176/216/156</a:t>
              </a:r>
            </a:p>
          </p:txBody>
        </p:sp>
        <p:sp>
          <p:nvSpPr>
            <p:cNvPr id="29" name="矩形 13"/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253/227/181</a:t>
              </a:r>
            </a:p>
          </p:txBody>
        </p:sp>
        <p:sp>
          <p:nvSpPr>
            <p:cNvPr id="30" name="矩形 13"/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148/218/226</a:t>
              </a:r>
            </a:p>
          </p:txBody>
        </p:sp>
        <p:sp>
          <p:nvSpPr>
            <p:cNvPr id="31" name="矩形 13"/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226/129/137</a:t>
              </a:r>
            </a:p>
          </p:txBody>
        </p:sp>
        <p:sp>
          <p:nvSpPr>
            <p:cNvPr id="32" name="矩形 13"/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226/129/152</a:t>
              </a:r>
            </a:p>
          </p:txBody>
        </p:sp>
        <p:sp>
          <p:nvSpPr>
            <p:cNvPr id="33" name="矩形 13"/>
            <p:cNvSpPr/>
            <p:nvPr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235/179/204</a:t>
              </a:r>
            </a:p>
          </p:txBody>
        </p:sp>
        <p:sp>
          <p:nvSpPr>
            <p:cNvPr id="34" name="矩形 13"/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  <a:defRPr/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216/179/179</a:t>
              </a:r>
            </a:p>
          </p:txBody>
        </p:sp>
        <p:sp>
          <p:nvSpPr>
            <p:cNvPr id="35" name="矩形 13"/>
            <p:cNvSpPr/>
            <p:nvPr/>
          </p:nvSpPr>
          <p:spPr>
            <a:xfrm>
              <a:off x="7806130" y="3415851"/>
              <a:ext cx="791510" cy="664397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250/211/187</a:t>
              </a:r>
              <a:endParaRPr kumimoji="1" lang="mr-IN" altLang="zh-CN" sz="500" b="1" dirty="0">
                <a:solidFill>
                  <a:srgbClr val="1B1B18"/>
                </a:solidFill>
                <a:ea typeface="Arial" charset="0"/>
                <a:cs typeface="Arial" charset="0"/>
              </a:endParaRPr>
            </a:p>
          </p:txBody>
        </p:sp>
        <p:sp>
          <p:nvSpPr>
            <p:cNvPr id="36" name="矩形 13"/>
            <p:cNvSpPr/>
            <p:nvPr/>
          </p:nvSpPr>
          <p:spPr>
            <a:xfrm>
              <a:off x="7815961" y="4866463"/>
              <a:ext cx="791510" cy="664397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208/232/196</a:t>
              </a:r>
            </a:p>
          </p:txBody>
        </p:sp>
        <p:sp>
          <p:nvSpPr>
            <p:cNvPr id="37" name="矩形 13"/>
            <p:cNvSpPr/>
            <p:nvPr/>
          </p:nvSpPr>
          <p:spPr>
            <a:xfrm>
              <a:off x="7813724" y="4134866"/>
              <a:ext cx="791510" cy="664397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254/238/193</a:t>
              </a:r>
            </a:p>
          </p:txBody>
        </p:sp>
        <p:sp>
          <p:nvSpPr>
            <p:cNvPr id="38" name="矩形 13"/>
            <p:cNvSpPr/>
            <p:nvPr/>
          </p:nvSpPr>
          <p:spPr>
            <a:xfrm>
              <a:off x="7813724" y="5596166"/>
              <a:ext cx="791510" cy="664397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190/23/238</a:t>
              </a:r>
            </a:p>
          </p:txBody>
        </p:sp>
        <p:sp>
          <p:nvSpPr>
            <p:cNvPr id="39" name="矩形 13"/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239/178/184</a:t>
              </a:r>
            </a:p>
          </p:txBody>
        </p:sp>
        <p:sp>
          <p:nvSpPr>
            <p:cNvPr id="40" name="矩形 13"/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238/179/193</a:t>
              </a:r>
            </a:p>
          </p:txBody>
        </p:sp>
        <p:sp>
          <p:nvSpPr>
            <p:cNvPr id="41" name="矩形 13"/>
            <p:cNvSpPr/>
            <p:nvPr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35/24/21</a:t>
              </a:r>
            </a:p>
          </p:txBody>
        </p:sp>
        <p:sp>
          <p:nvSpPr>
            <p:cNvPr id="42" name="矩形 13"/>
            <p:cNvSpPr/>
            <p:nvPr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 </a:t>
              </a:r>
            </a:p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89/87/87</a:t>
              </a:r>
            </a:p>
          </p:txBody>
        </p:sp>
        <p:sp>
          <p:nvSpPr>
            <p:cNvPr id="43" name="矩形 13"/>
            <p:cNvSpPr/>
            <p:nvPr/>
          </p:nvSpPr>
          <p:spPr>
            <a:xfrm>
              <a:off x="6450318" y="6324025"/>
              <a:ext cx="513579" cy="664397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</a:t>
              </a:r>
            </a:p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137</a:t>
              </a:r>
            </a:p>
          </p:txBody>
        </p:sp>
        <p:sp>
          <p:nvSpPr>
            <p:cNvPr id="44" name="矩形 13"/>
            <p:cNvSpPr/>
            <p:nvPr/>
          </p:nvSpPr>
          <p:spPr>
            <a:xfrm>
              <a:off x="6998296" y="6324025"/>
              <a:ext cx="513579" cy="664397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</a:t>
              </a:r>
            </a:p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181</a:t>
              </a:r>
            </a:p>
          </p:txBody>
        </p:sp>
        <p:sp>
          <p:nvSpPr>
            <p:cNvPr id="45" name="矩形 13"/>
            <p:cNvSpPr/>
            <p:nvPr/>
          </p:nvSpPr>
          <p:spPr>
            <a:xfrm>
              <a:off x="7541580" y="6324025"/>
              <a:ext cx="513579" cy="664397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221</a:t>
              </a:r>
            </a:p>
          </p:txBody>
        </p:sp>
        <p:sp>
          <p:nvSpPr>
            <p:cNvPr id="46" name="矩形 13"/>
            <p:cNvSpPr/>
            <p:nvPr/>
          </p:nvSpPr>
          <p:spPr>
            <a:xfrm>
              <a:off x="8083608" y="6324025"/>
              <a:ext cx="513579" cy="66439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</a:t>
              </a:r>
            </a:p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255/255/</a:t>
              </a:r>
              <a:b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255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497346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extLst>
    <p:ext uri="{DCECCB84-F9BA-43D5-87BE-67443E8EF086}">
      <p15:sldGuideLst xmlns="" xmlns:p15="http://schemas.microsoft.com/office/powerpoint/2012/main">
        <p15:guide id="1" pos="3841">
          <p15:clr>
            <a:srgbClr val="FBAE40"/>
          </p15:clr>
        </p15:guide>
        <p15:guide id="2" orient="horz" pos="2160">
          <p15:clr>
            <a:srgbClr val="FBAE40"/>
          </p15:clr>
        </p15:guide>
        <p15:guide id="3" pos="303">
          <p15:clr>
            <a:srgbClr val="FBAE40"/>
          </p15:clr>
        </p15:guide>
        <p15:guide id="4" pos="7380">
          <p15:clr>
            <a:srgbClr val="FBAE40"/>
          </p15:clr>
        </p15:guide>
        <p15:guide id="5" orient="horz" pos="640">
          <p15:clr>
            <a:srgbClr val="FBAE40"/>
          </p15:clr>
        </p15:guide>
        <p15:guide id="6" orient="horz" pos="3952">
          <p15:clr>
            <a:srgbClr val="FBAE40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68163374"/>
      </p:ext>
    </p:extLst>
  </p:cSld>
  <p:clrMapOvr>
    <a:masterClrMapping/>
  </p:clrMapOvr>
  <p:transition spd="med"/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09631" y="468677"/>
            <a:ext cx="11377506" cy="10422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82" y="1599829"/>
            <a:ext cx="10977404" cy="452650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981555262"/>
      </p:ext>
    </p:extLst>
  </p:cSld>
  <p:clrMapOvr>
    <a:masterClrMapping/>
  </p:clrMapOvr>
  <p:transition spd="med" advClick="0"/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3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29"/>
              </a:lnSpc>
              <a:spcBef>
                <a:spcPts val="0"/>
              </a:spcBef>
              <a:buNone/>
              <a:defRPr sz="2799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593662" indent="0" algn="ctr">
              <a:buNone/>
              <a:defRPr sz="2597"/>
            </a:lvl2pPr>
            <a:lvl3pPr marL="1187323" indent="0" algn="ctr">
              <a:buNone/>
              <a:defRPr sz="2337"/>
            </a:lvl3pPr>
            <a:lvl4pPr marL="1780986" indent="0" algn="ctr">
              <a:buNone/>
              <a:defRPr sz="2078"/>
            </a:lvl4pPr>
            <a:lvl5pPr marL="2374648" indent="0" algn="ctr">
              <a:buNone/>
              <a:defRPr sz="2078"/>
            </a:lvl5pPr>
            <a:lvl6pPr marL="2968309" indent="0" algn="ctr">
              <a:buNone/>
              <a:defRPr sz="2078"/>
            </a:lvl6pPr>
            <a:lvl7pPr marL="3561971" indent="0" algn="ctr">
              <a:buNone/>
              <a:defRPr sz="2078"/>
            </a:lvl7pPr>
            <a:lvl8pPr marL="4155634" indent="0" algn="ctr">
              <a:buNone/>
              <a:defRPr sz="2078"/>
            </a:lvl8pPr>
            <a:lvl9pPr marL="4749295" indent="0" algn="ctr">
              <a:buNone/>
              <a:defRPr sz="2078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5619815"/>
      </p:ext>
    </p:extLst>
  </p:cSld>
  <p:clrMapOvr>
    <a:masterClrMapping/>
  </p:clrMapOvr>
  <p:extLst>
    <p:ext uri="{DCECCB84-F9BA-43D5-87BE-67443E8EF086}">
      <p15:sldGuideLst xmlns="" xmlns:p15="http://schemas.microsoft.com/office/powerpoint/2012/main">
        <p15:guide id="1" pos="3842">
          <p15:clr>
            <a:srgbClr val="FBAE40"/>
          </p15:clr>
        </p15:guide>
      </p15:sldGuideLst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5966109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14877049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>
            <a:extLst>
              <a:ext uri="{FF2B5EF4-FFF2-40B4-BE49-F238E27FC236}">
                <a16:creationId xmlns="" xmlns:a16="http://schemas.microsoft.com/office/drawing/2014/main" id="{CA8B3F0C-616F-224A-B32F-9F9BF5EEE1BC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442275" y="1244339"/>
            <a:ext cx="11265816" cy="4958996"/>
          </a:xfrm>
          <a:prstGeom prst="rect">
            <a:avLst/>
          </a:prstGeom>
        </p:spPr>
        <p:txBody>
          <a:bodyPr lIns="0" tIns="0" rIns="0" bIns="0"/>
          <a:lstStyle>
            <a:lvl1pPr marL="179100" marR="0" indent="-168007" algn="l" defTabSz="11858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>
                <a:tab pos="1206156" algn="ctr"/>
              </a:tabLst>
              <a:defRPr sz="1796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8499" marR="0" indent="-168007" algn="l" defTabSz="11858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&gt;"/>
              <a:tabLst>
                <a:tab pos="1206156" algn="ctr"/>
              </a:tabLst>
              <a:defRPr sz="1596" baseline="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28812" marR="0" indent="0" algn="l" defTabSz="11858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None/>
              <a:tabLst>
                <a:tab pos="1206156" algn="ctr"/>
              </a:tabLst>
              <a:defRPr sz="1295" baseline="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525010" indent="-170887">
              <a:buFont typeface="Arial" panose="020B0604020202020204" pitchFamily="34" charset="0"/>
              <a:buChar char="•"/>
              <a:tabLst>
                <a:tab pos="1206488" algn="ctr"/>
              </a:tabLst>
              <a:defRPr sz="1295" baseline="0"/>
            </a:lvl4pPr>
            <a:lvl5pPr marL="525010" indent="-170887">
              <a:buFont typeface="Arial" panose="020B0604020202020204" pitchFamily="34" charset="0"/>
              <a:buChar char="•"/>
              <a:tabLst>
                <a:tab pos="1206488" algn="ctr"/>
              </a:tabLst>
              <a:defRPr sz="1295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altLang="zh-CN" dirty="0"/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442278" y="348791"/>
            <a:ext cx="11265817" cy="559472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796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grpSp>
        <p:nvGrpSpPr>
          <p:cNvPr id="4" name="Group 46"/>
          <p:cNvGrpSpPr>
            <a:grpSpLocks noChangeAspect="1"/>
          </p:cNvGrpSpPr>
          <p:nvPr userDrawn="1"/>
        </p:nvGrpSpPr>
        <p:grpSpPr>
          <a:xfrm>
            <a:off x="12295786" y="2625397"/>
            <a:ext cx="1963324" cy="4233515"/>
            <a:chOff x="5343883" y="-48857"/>
            <a:chExt cx="3263588" cy="7037279"/>
          </a:xfrm>
        </p:grpSpPr>
        <p:sp>
          <p:nvSpPr>
            <p:cNvPr id="7" name="矩形 13"/>
            <p:cNvSpPr/>
            <p:nvPr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196/0/84</a:t>
              </a:r>
            </a:p>
          </p:txBody>
        </p:sp>
        <p:sp>
          <p:nvSpPr>
            <p:cNvPr id="8" name="文本框 15"/>
            <p:cNvSpPr txBox="1"/>
            <p:nvPr/>
          </p:nvSpPr>
          <p:spPr>
            <a:xfrm>
              <a:off x="5352721" y="1694497"/>
              <a:ext cx="1636699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defTabSz="913016"/>
              <a:r>
                <a:rPr kumimoji="1" lang="zh-CN" altLang="en-US" sz="800">
                  <a:solidFill>
                    <a:srgbClr val="1B1B18"/>
                  </a:solidFill>
                  <a:latin typeface="Arial"/>
                  <a:cs typeface="Arial" panose="020B0604020202020204" pitchFamily="34" charset="0"/>
                </a:rPr>
                <a:t>公司辅助色</a:t>
              </a:r>
              <a:endParaRPr kumimoji="1" lang="zh-CN" altLang="en-US" sz="800" dirty="0">
                <a:solidFill>
                  <a:srgbClr val="1B1B18"/>
                </a:solidFill>
                <a:latin typeface="Arial"/>
                <a:cs typeface="Arial" panose="020B0604020202020204" pitchFamily="34" charset="0"/>
              </a:endParaRPr>
            </a:p>
          </p:txBody>
        </p:sp>
        <p:sp>
          <p:nvSpPr>
            <p:cNvPr id="9" name="矩形 13"/>
            <p:cNvSpPr/>
            <p:nvPr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203/55/120</a:t>
              </a:r>
            </a:p>
          </p:txBody>
        </p:sp>
        <p:sp>
          <p:nvSpPr>
            <p:cNvPr id="10" name="矩形 13"/>
            <p:cNvSpPr/>
            <p:nvPr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237/109/0</a:t>
              </a:r>
            </a:p>
          </p:txBody>
        </p:sp>
        <p:sp>
          <p:nvSpPr>
            <p:cNvPr id="11" name="矩形 13"/>
            <p:cNvSpPr/>
            <p:nvPr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153/54/54</a:t>
              </a:r>
            </a:p>
          </p:txBody>
        </p:sp>
        <p:sp>
          <p:nvSpPr>
            <p:cNvPr id="12" name="矩形 13"/>
            <p:cNvSpPr/>
            <p:nvPr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98/178/48</a:t>
              </a:r>
            </a:p>
          </p:txBody>
        </p:sp>
        <p:sp>
          <p:nvSpPr>
            <p:cNvPr id="13" name="矩形 13"/>
            <p:cNvSpPr/>
            <p:nvPr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242/137/68</a:t>
              </a:r>
              <a:endParaRPr kumimoji="1" lang="mr-IN" altLang="zh-CN" sz="500" b="1" dirty="0">
                <a:solidFill>
                  <a:srgbClr val="FFFFFF"/>
                </a:solidFill>
                <a:ea typeface="Arial" charset="0"/>
                <a:cs typeface="Arial" charset="0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PANTONE 185C</a:t>
              </a:r>
            </a:p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199/0/11  </a:t>
              </a:r>
            </a:p>
          </p:txBody>
        </p:sp>
        <p:sp>
          <p:nvSpPr>
            <p:cNvPr id="15" name="文本框 15"/>
            <p:cNvSpPr txBox="1"/>
            <p:nvPr/>
          </p:nvSpPr>
          <p:spPr>
            <a:xfrm>
              <a:off x="5343883" y="-48857"/>
              <a:ext cx="1358295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defTabSz="913016"/>
              <a:r>
                <a:rPr kumimoji="1" lang="zh-CN" altLang="en-US" sz="800">
                  <a:solidFill>
                    <a:srgbClr val="1B1B18"/>
                  </a:solidFill>
                  <a:latin typeface="Arial"/>
                  <a:cs typeface="Arial" panose="020B0604020202020204" pitchFamily="34" charset="0"/>
                </a:rPr>
                <a:t>公司色</a:t>
              </a:r>
              <a:endParaRPr kumimoji="1" lang="zh-CN" altLang="en-US" sz="800" dirty="0">
                <a:solidFill>
                  <a:srgbClr val="1B1B18"/>
                </a:solidFill>
                <a:latin typeface="Arial"/>
                <a:cs typeface="Arial" panose="020B0604020202020204" pitchFamily="34" charset="0"/>
              </a:endParaRPr>
            </a:p>
          </p:txBody>
        </p:sp>
        <p:sp>
          <p:nvSpPr>
            <p:cNvPr id="16" name="矩形 13"/>
            <p:cNvSpPr/>
            <p:nvPr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PANTONE 186C</a:t>
              </a:r>
            </a:p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200/16/46  </a:t>
              </a:r>
            </a:p>
          </p:txBody>
        </p:sp>
        <p:sp>
          <p:nvSpPr>
            <p:cNvPr id="17" name="矩形 13"/>
            <p:cNvSpPr/>
            <p:nvPr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127/0/1</a:t>
              </a:r>
            </a:p>
          </p:txBody>
        </p:sp>
        <p:sp>
          <p:nvSpPr>
            <p:cNvPr id="18" name="矩形 13"/>
            <p:cNvSpPr/>
            <p:nvPr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52/200/0</a:t>
              </a:r>
            </a:p>
          </p:txBody>
        </p:sp>
        <p:sp>
          <p:nvSpPr>
            <p:cNvPr id="19" name="矩形 13"/>
            <p:cNvSpPr/>
            <p:nvPr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48/181/197</a:t>
              </a:r>
            </a:p>
          </p:txBody>
        </p:sp>
        <p:sp>
          <p:nvSpPr>
            <p:cNvPr id="20" name="矩形 13"/>
            <p:cNvSpPr/>
            <p:nvPr/>
          </p:nvSpPr>
          <p:spPr>
            <a:xfrm>
              <a:off x="6194511" y="4866463"/>
              <a:ext cx="791510" cy="664397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129/193/95</a:t>
              </a:r>
            </a:p>
          </p:txBody>
        </p:sp>
        <p:sp>
          <p:nvSpPr>
            <p:cNvPr id="21" name="矩形 13"/>
            <p:cNvSpPr/>
            <p:nvPr/>
          </p:nvSpPr>
          <p:spPr>
            <a:xfrm>
              <a:off x="6192274" y="4134866"/>
              <a:ext cx="791510" cy="664397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253/211/81</a:t>
              </a:r>
            </a:p>
          </p:txBody>
        </p:sp>
        <p:sp>
          <p:nvSpPr>
            <p:cNvPr id="22" name="矩形 13"/>
            <p:cNvSpPr/>
            <p:nvPr/>
          </p:nvSpPr>
          <p:spPr>
            <a:xfrm>
              <a:off x="6192274" y="5596166"/>
              <a:ext cx="791510" cy="664397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86/196/210</a:t>
              </a:r>
            </a:p>
          </p:txBody>
        </p:sp>
        <p:sp>
          <p:nvSpPr>
            <p:cNvPr id="23" name="矩形 13"/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211/57/65</a:t>
              </a:r>
            </a:p>
          </p:txBody>
        </p:sp>
        <p:sp>
          <p:nvSpPr>
            <p:cNvPr id="24" name="矩形 13"/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 </a:t>
              </a:r>
            </a:p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211/56/89</a:t>
              </a:r>
            </a:p>
          </p:txBody>
        </p:sp>
        <p:sp>
          <p:nvSpPr>
            <p:cNvPr id="25" name="矩形 13"/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221/128/170</a:t>
              </a:r>
            </a:p>
          </p:txBody>
        </p:sp>
        <p:sp>
          <p:nvSpPr>
            <p:cNvPr id="26" name="矩形 13"/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  <a:defRPr/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191/128/130</a:t>
              </a:r>
            </a:p>
          </p:txBody>
        </p:sp>
        <p:sp>
          <p:nvSpPr>
            <p:cNvPr id="27" name="矩形 13"/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246/183/140</a:t>
              </a:r>
              <a:endParaRPr kumimoji="1" lang="mr-IN" altLang="zh-CN" sz="500" b="1" dirty="0">
                <a:solidFill>
                  <a:srgbClr val="1B1B18"/>
                </a:solidFill>
                <a:ea typeface="Arial" charset="0"/>
                <a:cs typeface="Arial" charset="0"/>
              </a:endParaRPr>
            </a:p>
          </p:txBody>
        </p:sp>
        <p:sp>
          <p:nvSpPr>
            <p:cNvPr id="28" name="矩形 13"/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176/216/156</a:t>
              </a:r>
            </a:p>
          </p:txBody>
        </p:sp>
        <p:sp>
          <p:nvSpPr>
            <p:cNvPr id="29" name="矩形 13"/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253/227/181</a:t>
              </a:r>
            </a:p>
          </p:txBody>
        </p:sp>
        <p:sp>
          <p:nvSpPr>
            <p:cNvPr id="30" name="矩形 13"/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148/218/226</a:t>
              </a:r>
            </a:p>
          </p:txBody>
        </p:sp>
        <p:sp>
          <p:nvSpPr>
            <p:cNvPr id="31" name="矩形 13"/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226/129/137</a:t>
              </a:r>
            </a:p>
          </p:txBody>
        </p:sp>
        <p:sp>
          <p:nvSpPr>
            <p:cNvPr id="32" name="矩形 13"/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226/129/152</a:t>
              </a:r>
            </a:p>
          </p:txBody>
        </p:sp>
        <p:sp>
          <p:nvSpPr>
            <p:cNvPr id="33" name="矩形 13"/>
            <p:cNvSpPr/>
            <p:nvPr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235/179/204</a:t>
              </a:r>
            </a:p>
          </p:txBody>
        </p:sp>
        <p:sp>
          <p:nvSpPr>
            <p:cNvPr id="34" name="矩形 13"/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  <a:defRPr/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216/179/179</a:t>
              </a:r>
            </a:p>
          </p:txBody>
        </p:sp>
        <p:sp>
          <p:nvSpPr>
            <p:cNvPr id="35" name="矩形 13"/>
            <p:cNvSpPr/>
            <p:nvPr/>
          </p:nvSpPr>
          <p:spPr>
            <a:xfrm>
              <a:off x="7806130" y="3415851"/>
              <a:ext cx="791510" cy="664397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250/211/187</a:t>
              </a:r>
              <a:endParaRPr kumimoji="1" lang="mr-IN" altLang="zh-CN" sz="500" b="1" dirty="0">
                <a:solidFill>
                  <a:srgbClr val="1B1B18"/>
                </a:solidFill>
                <a:ea typeface="Arial" charset="0"/>
                <a:cs typeface="Arial" charset="0"/>
              </a:endParaRPr>
            </a:p>
          </p:txBody>
        </p:sp>
        <p:sp>
          <p:nvSpPr>
            <p:cNvPr id="36" name="矩形 13"/>
            <p:cNvSpPr/>
            <p:nvPr/>
          </p:nvSpPr>
          <p:spPr>
            <a:xfrm>
              <a:off x="7815961" y="4866463"/>
              <a:ext cx="791510" cy="664397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208/232/196</a:t>
              </a:r>
            </a:p>
          </p:txBody>
        </p:sp>
        <p:sp>
          <p:nvSpPr>
            <p:cNvPr id="37" name="矩形 13"/>
            <p:cNvSpPr/>
            <p:nvPr/>
          </p:nvSpPr>
          <p:spPr>
            <a:xfrm>
              <a:off x="7813724" y="4134866"/>
              <a:ext cx="791510" cy="664397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254/238/193</a:t>
              </a:r>
            </a:p>
          </p:txBody>
        </p:sp>
        <p:sp>
          <p:nvSpPr>
            <p:cNvPr id="38" name="矩形 13"/>
            <p:cNvSpPr/>
            <p:nvPr/>
          </p:nvSpPr>
          <p:spPr>
            <a:xfrm>
              <a:off x="7813724" y="5596166"/>
              <a:ext cx="791510" cy="664397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190/23/238</a:t>
              </a:r>
            </a:p>
          </p:txBody>
        </p:sp>
        <p:sp>
          <p:nvSpPr>
            <p:cNvPr id="39" name="矩形 13"/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239/178/184</a:t>
              </a:r>
            </a:p>
          </p:txBody>
        </p:sp>
        <p:sp>
          <p:nvSpPr>
            <p:cNvPr id="40" name="矩形 13"/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238/179/193</a:t>
              </a:r>
            </a:p>
          </p:txBody>
        </p:sp>
        <p:sp>
          <p:nvSpPr>
            <p:cNvPr id="41" name="矩形 13"/>
            <p:cNvSpPr/>
            <p:nvPr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35/24/21</a:t>
              </a:r>
            </a:p>
          </p:txBody>
        </p:sp>
        <p:sp>
          <p:nvSpPr>
            <p:cNvPr id="42" name="矩形 13"/>
            <p:cNvSpPr/>
            <p:nvPr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 </a:t>
              </a:r>
            </a:p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89/87/87</a:t>
              </a:r>
            </a:p>
          </p:txBody>
        </p:sp>
        <p:sp>
          <p:nvSpPr>
            <p:cNvPr id="43" name="矩形 13"/>
            <p:cNvSpPr/>
            <p:nvPr/>
          </p:nvSpPr>
          <p:spPr>
            <a:xfrm>
              <a:off x="6450318" y="6324025"/>
              <a:ext cx="513579" cy="664397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</a:t>
              </a:r>
            </a:p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137</a:t>
              </a:r>
            </a:p>
          </p:txBody>
        </p:sp>
        <p:sp>
          <p:nvSpPr>
            <p:cNvPr id="44" name="矩形 13"/>
            <p:cNvSpPr/>
            <p:nvPr/>
          </p:nvSpPr>
          <p:spPr>
            <a:xfrm>
              <a:off x="6998296" y="6324025"/>
              <a:ext cx="513579" cy="664397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</a:t>
              </a:r>
            </a:p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181</a:t>
              </a:r>
            </a:p>
          </p:txBody>
        </p:sp>
        <p:sp>
          <p:nvSpPr>
            <p:cNvPr id="45" name="矩形 13"/>
            <p:cNvSpPr/>
            <p:nvPr/>
          </p:nvSpPr>
          <p:spPr>
            <a:xfrm>
              <a:off x="7541580" y="6324025"/>
              <a:ext cx="513579" cy="664397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221</a:t>
              </a:r>
            </a:p>
          </p:txBody>
        </p:sp>
        <p:sp>
          <p:nvSpPr>
            <p:cNvPr id="46" name="矩形 13"/>
            <p:cNvSpPr/>
            <p:nvPr/>
          </p:nvSpPr>
          <p:spPr>
            <a:xfrm>
              <a:off x="8083608" y="6324025"/>
              <a:ext cx="513579" cy="66439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</a:t>
              </a:r>
            </a:p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255/255/</a:t>
              </a:r>
              <a:b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255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143507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extLst>
    <p:ext uri="{DCECCB84-F9BA-43D5-87BE-67443E8EF086}">
      <p15:sldGuideLst xmlns="" xmlns:p15="http://schemas.microsoft.com/office/powerpoint/2012/main">
        <p15:guide id="1" pos="3841">
          <p15:clr>
            <a:srgbClr val="FBAE40"/>
          </p15:clr>
        </p15:guide>
        <p15:guide id="2" orient="horz" pos="2160">
          <p15:clr>
            <a:srgbClr val="FBAE40"/>
          </p15:clr>
        </p15:guide>
        <p15:guide id="3" pos="303">
          <p15:clr>
            <a:srgbClr val="FBAE40"/>
          </p15:clr>
        </p15:guide>
        <p15:guide id="4" pos="7380">
          <p15:clr>
            <a:srgbClr val="FBAE40"/>
          </p15:clr>
        </p15:guide>
        <p15:guide id="5" orient="horz" pos="640">
          <p15:clr>
            <a:srgbClr val="FBAE40"/>
          </p15:clr>
        </p15:guide>
        <p15:guide id="6" orient="horz" pos="3952">
          <p15:clr>
            <a:srgbClr val="FBAE40"/>
          </p15:clr>
        </p15:guide>
      </p15:sldGuideLst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95678127"/>
      </p:ext>
    </p:extLst>
  </p:cSld>
  <p:clrMapOvr>
    <a:masterClrMapping/>
  </p:clrMapOvr>
  <p:transition spd="med"/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09631" y="468677"/>
            <a:ext cx="11377506" cy="10422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82" y="1599829"/>
            <a:ext cx="10977404" cy="452650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838238081"/>
      </p:ext>
    </p:extLst>
  </p:cSld>
  <p:clrMapOvr>
    <a:masterClrMapping/>
  </p:clrMapOvr>
  <p:transition spd="med" advClick="0"/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3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29"/>
              </a:lnSpc>
              <a:spcBef>
                <a:spcPts val="0"/>
              </a:spcBef>
              <a:buNone/>
              <a:defRPr sz="2799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593662" indent="0" algn="ctr">
              <a:buNone/>
              <a:defRPr sz="2597"/>
            </a:lvl2pPr>
            <a:lvl3pPr marL="1187323" indent="0" algn="ctr">
              <a:buNone/>
              <a:defRPr sz="2337"/>
            </a:lvl3pPr>
            <a:lvl4pPr marL="1780986" indent="0" algn="ctr">
              <a:buNone/>
              <a:defRPr sz="2078"/>
            </a:lvl4pPr>
            <a:lvl5pPr marL="2374648" indent="0" algn="ctr">
              <a:buNone/>
              <a:defRPr sz="2078"/>
            </a:lvl5pPr>
            <a:lvl6pPr marL="2968309" indent="0" algn="ctr">
              <a:buNone/>
              <a:defRPr sz="2078"/>
            </a:lvl6pPr>
            <a:lvl7pPr marL="3561971" indent="0" algn="ctr">
              <a:buNone/>
              <a:defRPr sz="2078"/>
            </a:lvl7pPr>
            <a:lvl8pPr marL="4155634" indent="0" algn="ctr">
              <a:buNone/>
              <a:defRPr sz="2078"/>
            </a:lvl8pPr>
            <a:lvl9pPr marL="4749295" indent="0" algn="ctr">
              <a:buNone/>
              <a:defRPr sz="2078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8936514"/>
      </p:ext>
    </p:extLst>
  </p:cSld>
  <p:clrMapOvr>
    <a:masterClrMapping/>
  </p:clrMapOvr>
  <p:extLst>
    <p:ext uri="{DCECCB84-F9BA-43D5-87BE-67443E8EF086}">
      <p15:sldGuideLst xmlns="" xmlns:p15="http://schemas.microsoft.com/office/powerpoint/2012/main">
        <p15:guide id="1" pos="3842">
          <p15:clr>
            <a:srgbClr val="FBAE40"/>
          </p15:clr>
        </p15:guide>
      </p15:sldGuideLst>
    </p:ext>
  </p:extLs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51149300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1919508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>
            <a:extLst>
              <a:ext uri="{FF2B5EF4-FFF2-40B4-BE49-F238E27FC236}">
                <a16:creationId xmlns="" xmlns:a16="http://schemas.microsoft.com/office/drawing/2014/main" id="{CA8B3F0C-616F-224A-B32F-9F9BF5EEE1BC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442275" y="1244339"/>
            <a:ext cx="11265816" cy="4958996"/>
          </a:xfrm>
          <a:prstGeom prst="rect">
            <a:avLst/>
          </a:prstGeom>
        </p:spPr>
        <p:txBody>
          <a:bodyPr lIns="0" tIns="0" rIns="0" bIns="0"/>
          <a:lstStyle>
            <a:lvl1pPr marL="179100" marR="0" indent="-168007" algn="l" defTabSz="11858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>
                <a:tab pos="1206156" algn="ctr"/>
              </a:tabLst>
              <a:defRPr sz="1796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8499" marR="0" indent="-168007" algn="l" defTabSz="11858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&gt;"/>
              <a:tabLst>
                <a:tab pos="1206156" algn="ctr"/>
              </a:tabLst>
              <a:defRPr sz="1596" baseline="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28812" marR="0" indent="0" algn="l" defTabSz="11858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None/>
              <a:tabLst>
                <a:tab pos="1206156" algn="ctr"/>
              </a:tabLst>
              <a:defRPr sz="1295" baseline="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525010" indent="-170887">
              <a:buFont typeface="Arial" panose="020B0604020202020204" pitchFamily="34" charset="0"/>
              <a:buChar char="•"/>
              <a:tabLst>
                <a:tab pos="1206488" algn="ctr"/>
              </a:tabLst>
              <a:defRPr sz="1295" baseline="0"/>
            </a:lvl4pPr>
            <a:lvl5pPr marL="525010" indent="-170887">
              <a:buFont typeface="Arial" panose="020B0604020202020204" pitchFamily="34" charset="0"/>
              <a:buChar char="•"/>
              <a:tabLst>
                <a:tab pos="1206488" algn="ctr"/>
              </a:tabLst>
              <a:defRPr sz="1295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altLang="zh-CN" dirty="0"/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442278" y="348791"/>
            <a:ext cx="11265817" cy="559472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796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grpSp>
        <p:nvGrpSpPr>
          <p:cNvPr id="4" name="Group 46"/>
          <p:cNvGrpSpPr>
            <a:grpSpLocks noChangeAspect="1"/>
          </p:cNvGrpSpPr>
          <p:nvPr userDrawn="1"/>
        </p:nvGrpSpPr>
        <p:grpSpPr>
          <a:xfrm>
            <a:off x="12295786" y="2625397"/>
            <a:ext cx="1963324" cy="4233515"/>
            <a:chOff x="5343883" y="-48857"/>
            <a:chExt cx="3263588" cy="7037279"/>
          </a:xfrm>
        </p:grpSpPr>
        <p:sp>
          <p:nvSpPr>
            <p:cNvPr id="7" name="矩形 13"/>
            <p:cNvSpPr/>
            <p:nvPr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196/0/84</a:t>
              </a:r>
            </a:p>
          </p:txBody>
        </p:sp>
        <p:sp>
          <p:nvSpPr>
            <p:cNvPr id="8" name="文本框 15"/>
            <p:cNvSpPr txBox="1"/>
            <p:nvPr/>
          </p:nvSpPr>
          <p:spPr>
            <a:xfrm>
              <a:off x="5352721" y="1694497"/>
              <a:ext cx="1636699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defTabSz="913016"/>
              <a:r>
                <a:rPr kumimoji="1" lang="zh-CN" altLang="en-US" sz="800">
                  <a:solidFill>
                    <a:srgbClr val="1B1B18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公司辅助色</a:t>
              </a:r>
              <a:endParaRPr kumimoji="1" lang="zh-CN" altLang="en-US" sz="800" dirty="0">
                <a:solidFill>
                  <a:srgbClr val="1B1B18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" name="矩形 13"/>
            <p:cNvSpPr/>
            <p:nvPr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203/55/120</a:t>
              </a:r>
            </a:p>
          </p:txBody>
        </p:sp>
        <p:sp>
          <p:nvSpPr>
            <p:cNvPr id="10" name="矩形 13"/>
            <p:cNvSpPr/>
            <p:nvPr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237/109/0</a:t>
              </a:r>
            </a:p>
          </p:txBody>
        </p:sp>
        <p:sp>
          <p:nvSpPr>
            <p:cNvPr id="11" name="矩形 13"/>
            <p:cNvSpPr/>
            <p:nvPr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153/54/54</a:t>
              </a:r>
            </a:p>
          </p:txBody>
        </p:sp>
        <p:sp>
          <p:nvSpPr>
            <p:cNvPr id="12" name="矩形 13"/>
            <p:cNvSpPr/>
            <p:nvPr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98/178/48</a:t>
              </a:r>
            </a:p>
          </p:txBody>
        </p:sp>
        <p:sp>
          <p:nvSpPr>
            <p:cNvPr id="13" name="矩形 13"/>
            <p:cNvSpPr/>
            <p:nvPr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242/137/68</a:t>
              </a:r>
              <a:endParaRPr kumimoji="1" lang="mr-IN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charset="0"/>
                <a:cs typeface="Arial" charset="0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PANTONE 185C</a:t>
              </a:r>
            </a:p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199/0/11  </a:t>
              </a:r>
            </a:p>
          </p:txBody>
        </p:sp>
        <p:sp>
          <p:nvSpPr>
            <p:cNvPr id="15" name="文本框 15"/>
            <p:cNvSpPr txBox="1"/>
            <p:nvPr/>
          </p:nvSpPr>
          <p:spPr>
            <a:xfrm>
              <a:off x="5343883" y="-48857"/>
              <a:ext cx="1358295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defTabSz="913016"/>
              <a:r>
                <a:rPr kumimoji="1" lang="zh-CN" altLang="en-US" sz="800">
                  <a:solidFill>
                    <a:srgbClr val="1B1B18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公司色</a:t>
              </a:r>
              <a:endParaRPr kumimoji="1" lang="zh-CN" altLang="en-US" sz="800" dirty="0">
                <a:solidFill>
                  <a:srgbClr val="1B1B18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" name="矩形 13"/>
            <p:cNvSpPr/>
            <p:nvPr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PANTONE 186C</a:t>
              </a:r>
            </a:p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200/16/46  </a:t>
              </a:r>
            </a:p>
          </p:txBody>
        </p:sp>
        <p:sp>
          <p:nvSpPr>
            <p:cNvPr id="17" name="矩形 13"/>
            <p:cNvSpPr/>
            <p:nvPr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127/0/1</a:t>
              </a:r>
            </a:p>
          </p:txBody>
        </p:sp>
        <p:sp>
          <p:nvSpPr>
            <p:cNvPr id="18" name="矩形 13"/>
            <p:cNvSpPr/>
            <p:nvPr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52/200/0</a:t>
              </a:r>
            </a:p>
          </p:txBody>
        </p:sp>
        <p:sp>
          <p:nvSpPr>
            <p:cNvPr id="19" name="矩形 13"/>
            <p:cNvSpPr/>
            <p:nvPr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48/181/197</a:t>
              </a:r>
            </a:p>
          </p:txBody>
        </p:sp>
        <p:sp>
          <p:nvSpPr>
            <p:cNvPr id="20" name="矩形 13"/>
            <p:cNvSpPr/>
            <p:nvPr/>
          </p:nvSpPr>
          <p:spPr>
            <a:xfrm>
              <a:off x="6194511" y="4866463"/>
              <a:ext cx="791510" cy="664397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129/193/95</a:t>
              </a:r>
            </a:p>
          </p:txBody>
        </p:sp>
        <p:sp>
          <p:nvSpPr>
            <p:cNvPr id="21" name="矩形 13"/>
            <p:cNvSpPr/>
            <p:nvPr/>
          </p:nvSpPr>
          <p:spPr>
            <a:xfrm>
              <a:off x="6192274" y="4134866"/>
              <a:ext cx="791510" cy="664397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253/211/81</a:t>
              </a:r>
            </a:p>
          </p:txBody>
        </p:sp>
        <p:sp>
          <p:nvSpPr>
            <p:cNvPr id="22" name="矩形 13"/>
            <p:cNvSpPr/>
            <p:nvPr/>
          </p:nvSpPr>
          <p:spPr>
            <a:xfrm>
              <a:off x="6192274" y="5596166"/>
              <a:ext cx="791510" cy="664397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86/196/210</a:t>
              </a:r>
            </a:p>
          </p:txBody>
        </p:sp>
        <p:sp>
          <p:nvSpPr>
            <p:cNvPr id="23" name="矩形 13"/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211/57/65</a:t>
              </a:r>
            </a:p>
          </p:txBody>
        </p:sp>
        <p:sp>
          <p:nvSpPr>
            <p:cNvPr id="24" name="矩形 13"/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 </a:t>
              </a:r>
            </a:p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211/56/89</a:t>
              </a:r>
            </a:p>
          </p:txBody>
        </p:sp>
        <p:sp>
          <p:nvSpPr>
            <p:cNvPr id="25" name="矩形 13"/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 221/128/170</a:t>
              </a:r>
            </a:p>
          </p:txBody>
        </p:sp>
        <p:sp>
          <p:nvSpPr>
            <p:cNvPr id="26" name="矩形 13"/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  <a:defRPr/>
              </a:pPr>
              <a:r>
                <a:rPr kumimoji="1" lang="en-US" altLang="zh-CN" sz="500" b="1" dirty="0">
                  <a:solidFill>
                    <a:srgbClr val="1B1B18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 191/128/130</a:t>
              </a:r>
            </a:p>
          </p:txBody>
        </p:sp>
        <p:sp>
          <p:nvSpPr>
            <p:cNvPr id="27" name="矩形 13"/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 246/183/140</a:t>
              </a:r>
              <a:endParaRPr kumimoji="1" lang="mr-IN" altLang="zh-CN" sz="500" b="1" dirty="0">
                <a:solidFill>
                  <a:srgbClr val="1B1B18"/>
                </a:solidFill>
                <a:latin typeface="Arial" panose="020B0604020202020204" pitchFamily="34" charset="0"/>
                <a:ea typeface="Arial" charset="0"/>
                <a:cs typeface="Arial" charset="0"/>
              </a:endParaRPr>
            </a:p>
          </p:txBody>
        </p:sp>
        <p:sp>
          <p:nvSpPr>
            <p:cNvPr id="28" name="矩形 13"/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 176/216/156</a:t>
              </a:r>
            </a:p>
          </p:txBody>
        </p:sp>
        <p:sp>
          <p:nvSpPr>
            <p:cNvPr id="29" name="矩形 13"/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 253/227/181</a:t>
              </a:r>
            </a:p>
          </p:txBody>
        </p:sp>
        <p:sp>
          <p:nvSpPr>
            <p:cNvPr id="30" name="矩形 13"/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 148/218/226</a:t>
              </a:r>
            </a:p>
          </p:txBody>
        </p:sp>
        <p:sp>
          <p:nvSpPr>
            <p:cNvPr id="31" name="矩形 13"/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 226/129/137</a:t>
              </a:r>
            </a:p>
          </p:txBody>
        </p:sp>
        <p:sp>
          <p:nvSpPr>
            <p:cNvPr id="32" name="矩形 13"/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 226/129/152</a:t>
              </a:r>
            </a:p>
          </p:txBody>
        </p:sp>
        <p:sp>
          <p:nvSpPr>
            <p:cNvPr id="33" name="矩形 13"/>
            <p:cNvSpPr/>
            <p:nvPr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 235/179/204</a:t>
              </a:r>
            </a:p>
          </p:txBody>
        </p:sp>
        <p:sp>
          <p:nvSpPr>
            <p:cNvPr id="34" name="矩形 13"/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  <a:defRPr/>
              </a:pPr>
              <a:r>
                <a:rPr kumimoji="1" lang="en-US" altLang="zh-CN" sz="500" b="1" dirty="0">
                  <a:solidFill>
                    <a:srgbClr val="1B1B18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 216/179/179</a:t>
              </a:r>
            </a:p>
          </p:txBody>
        </p:sp>
        <p:sp>
          <p:nvSpPr>
            <p:cNvPr id="35" name="矩形 13"/>
            <p:cNvSpPr/>
            <p:nvPr/>
          </p:nvSpPr>
          <p:spPr>
            <a:xfrm>
              <a:off x="7806130" y="3415851"/>
              <a:ext cx="791510" cy="664397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 250/211/187</a:t>
              </a:r>
              <a:endParaRPr kumimoji="1" lang="mr-IN" altLang="zh-CN" sz="500" b="1" dirty="0">
                <a:solidFill>
                  <a:srgbClr val="1B1B18"/>
                </a:solidFill>
                <a:latin typeface="Arial" panose="020B0604020202020204" pitchFamily="34" charset="0"/>
                <a:ea typeface="Arial" charset="0"/>
                <a:cs typeface="Arial" charset="0"/>
              </a:endParaRPr>
            </a:p>
          </p:txBody>
        </p:sp>
        <p:sp>
          <p:nvSpPr>
            <p:cNvPr id="36" name="矩形 13"/>
            <p:cNvSpPr/>
            <p:nvPr/>
          </p:nvSpPr>
          <p:spPr>
            <a:xfrm>
              <a:off x="7815961" y="4866463"/>
              <a:ext cx="791510" cy="664397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 208/232/196</a:t>
              </a:r>
            </a:p>
          </p:txBody>
        </p:sp>
        <p:sp>
          <p:nvSpPr>
            <p:cNvPr id="37" name="矩形 13"/>
            <p:cNvSpPr/>
            <p:nvPr/>
          </p:nvSpPr>
          <p:spPr>
            <a:xfrm>
              <a:off x="7813724" y="4134866"/>
              <a:ext cx="791510" cy="664397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 254/238/193</a:t>
              </a:r>
            </a:p>
          </p:txBody>
        </p:sp>
        <p:sp>
          <p:nvSpPr>
            <p:cNvPr id="38" name="矩形 13"/>
            <p:cNvSpPr/>
            <p:nvPr/>
          </p:nvSpPr>
          <p:spPr>
            <a:xfrm>
              <a:off x="7813724" y="5596166"/>
              <a:ext cx="791510" cy="664397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1B1B18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1B1B18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190/23/238</a:t>
              </a:r>
            </a:p>
          </p:txBody>
        </p:sp>
        <p:sp>
          <p:nvSpPr>
            <p:cNvPr id="39" name="矩形 13"/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 239/178/184</a:t>
              </a:r>
            </a:p>
          </p:txBody>
        </p:sp>
        <p:sp>
          <p:nvSpPr>
            <p:cNvPr id="40" name="矩形 13"/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 238/179/193</a:t>
              </a:r>
            </a:p>
          </p:txBody>
        </p:sp>
        <p:sp>
          <p:nvSpPr>
            <p:cNvPr id="41" name="矩形 13"/>
            <p:cNvSpPr/>
            <p:nvPr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35/24/21</a:t>
              </a:r>
            </a:p>
          </p:txBody>
        </p:sp>
        <p:sp>
          <p:nvSpPr>
            <p:cNvPr id="42" name="矩形 13"/>
            <p:cNvSpPr/>
            <p:nvPr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 </a:t>
              </a:r>
            </a:p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89/87/87</a:t>
              </a:r>
            </a:p>
          </p:txBody>
        </p:sp>
        <p:sp>
          <p:nvSpPr>
            <p:cNvPr id="43" name="矩形 13"/>
            <p:cNvSpPr/>
            <p:nvPr/>
          </p:nvSpPr>
          <p:spPr>
            <a:xfrm>
              <a:off x="6450318" y="6324025"/>
              <a:ext cx="513579" cy="664397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</a:t>
              </a:r>
            </a:p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137</a:t>
              </a:r>
            </a:p>
          </p:txBody>
        </p:sp>
        <p:sp>
          <p:nvSpPr>
            <p:cNvPr id="44" name="矩形 13"/>
            <p:cNvSpPr/>
            <p:nvPr/>
          </p:nvSpPr>
          <p:spPr>
            <a:xfrm>
              <a:off x="6998296" y="6324025"/>
              <a:ext cx="513579" cy="664397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</a:t>
              </a:r>
            </a:p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181</a:t>
              </a:r>
            </a:p>
          </p:txBody>
        </p:sp>
        <p:sp>
          <p:nvSpPr>
            <p:cNvPr id="45" name="矩形 13"/>
            <p:cNvSpPr/>
            <p:nvPr/>
          </p:nvSpPr>
          <p:spPr>
            <a:xfrm>
              <a:off x="7541580" y="6324025"/>
              <a:ext cx="513579" cy="664397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1B1B18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1B1B18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221</a:t>
              </a:r>
            </a:p>
          </p:txBody>
        </p:sp>
        <p:sp>
          <p:nvSpPr>
            <p:cNvPr id="46" name="矩形 13"/>
            <p:cNvSpPr/>
            <p:nvPr/>
          </p:nvSpPr>
          <p:spPr>
            <a:xfrm>
              <a:off x="8083608" y="6324025"/>
              <a:ext cx="513579" cy="66439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</a:t>
              </a:r>
            </a:p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255/255/</a:t>
              </a:r>
              <a:br>
                <a:rPr kumimoji="1" lang="en-US" altLang="zh-CN" sz="500" b="1" dirty="0">
                  <a:solidFill>
                    <a:srgbClr val="1B1B18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1B1B18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255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428434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extLst>
    <p:ext uri="{DCECCB84-F9BA-43D5-87BE-67443E8EF086}">
      <p15:sldGuideLst xmlns="" xmlns:p15="http://schemas.microsoft.com/office/powerpoint/2012/main">
        <p15:guide id="1" pos="3841">
          <p15:clr>
            <a:srgbClr val="FBAE40"/>
          </p15:clr>
        </p15:guide>
        <p15:guide id="2" orient="horz" pos="2160">
          <p15:clr>
            <a:srgbClr val="FBAE40"/>
          </p15:clr>
        </p15:guide>
        <p15:guide id="3" pos="303">
          <p15:clr>
            <a:srgbClr val="FBAE40"/>
          </p15:clr>
        </p15:guide>
        <p15:guide id="4" pos="7380">
          <p15:clr>
            <a:srgbClr val="FBAE40"/>
          </p15:clr>
        </p15:guide>
        <p15:guide id="5" orient="horz" pos="640">
          <p15:clr>
            <a:srgbClr val="FBAE40"/>
          </p15:clr>
        </p15:guide>
        <p15:guide id="6" orient="horz" pos="3952">
          <p15:clr>
            <a:srgbClr val="FBAE40"/>
          </p15:clr>
        </p15:guide>
      </p15:sldGuideLst>
    </p:ext>
  </p:extLs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29527635"/>
      </p:ext>
    </p:extLst>
  </p:cSld>
  <p:clrMapOvr>
    <a:masterClrMapping/>
  </p:clrMapOvr>
  <p:transition spd="med"/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09631" y="468677"/>
            <a:ext cx="11377506" cy="10422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82" y="1599829"/>
            <a:ext cx="10977404" cy="452650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4153126042"/>
      </p:ext>
    </p:extLst>
  </p:cSld>
  <p:clrMapOvr>
    <a:masterClrMapping/>
  </p:clrMapOvr>
  <p:transition spd="med" advClick="0"/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3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29"/>
              </a:lnSpc>
              <a:spcBef>
                <a:spcPts val="0"/>
              </a:spcBef>
              <a:buNone/>
              <a:defRPr sz="2799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593662" indent="0" algn="ctr">
              <a:buNone/>
              <a:defRPr sz="2597"/>
            </a:lvl2pPr>
            <a:lvl3pPr marL="1187323" indent="0" algn="ctr">
              <a:buNone/>
              <a:defRPr sz="2337"/>
            </a:lvl3pPr>
            <a:lvl4pPr marL="1780986" indent="0" algn="ctr">
              <a:buNone/>
              <a:defRPr sz="2078"/>
            </a:lvl4pPr>
            <a:lvl5pPr marL="2374648" indent="0" algn="ctr">
              <a:buNone/>
              <a:defRPr sz="2078"/>
            </a:lvl5pPr>
            <a:lvl6pPr marL="2968309" indent="0" algn="ctr">
              <a:buNone/>
              <a:defRPr sz="2078"/>
            </a:lvl6pPr>
            <a:lvl7pPr marL="3561971" indent="0" algn="ctr">
              <a:buNone/>
              <a:defRPr sz="2078"/>
            </a:lvl7pPr>
            <a:lvl8pPr marL="4155634" indent="0" algn="ctr">
              <a:buNone/>
              <a:defRPr sz="2078"/>
            </a:lvl8pPr>
            <a:lvl9pPr marL="4749295" indent="0" algn="ctr">
              <a:buNone/>
              <a:defRPr sz="2078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6302505"/>
      </p:ext>
    </p:extLst>
  </p:cSld>
  <p:clrMapOvr>
    <a:masterClrMapping/>
  </p:clrMapOvr>
  <p:extLst>
    <p:ext uri="{DCECCB84-F9BA-43D5-87BE-67443E8EF086}">
      <p15:sldGuideLst xmlns="" xmlns:p15="http://schemas.microsoft.com/office/powerpoint/2012/main">
        <p15:guide id="1" pos="3842">
          <p15:clr>
            <a:srgbClr val="FBAE40"/>
          </p15:clr>
        </p15:guide>
      </p15:sldGuideLst>
    </p:ext>
  </p:extLs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19684521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43337147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>
            <a:extLst>
              <a:ext uri="{FF2B5EF4-FFF2-40B4-BE49-F238E27FC236}">
                <a16:creationId xmlns="" xmlns:a16="http://schemas.microsoft.com/office/drawing/2014/main" id="{CA8B3F0C-616F-224A-B32F-9F9BF5EEE1BC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442275" y="1244339"/>
            <a:ext cx="11265816" cy="4958996"/>
          </a:xfrm>
          <a:prstGeom prst="rect">
            <a:avLst/>
          </a:prstGeom>
        </p:spPr>
        <p:txBody>
          <a:bodyPr lIns="0" tIns="0" rIns="0" bIns="0"/>
          <a:lstStyle>
            <a:lvl1pPr marL="179100" marR="0" indent="-168007" algn="l" defTabSz="11858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>
                <a:tab pos="1206156" algn="ctr"/>
              </a:tabLst>
              <a:defRPr sz="1796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8499" marR="0" indent="-168007" algn="l" defTabSz="11858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&gt;"/>
              <a:tabLst>
                <a:tab pos="1206156" algn="ctr"/>
              </a:tabLst>
              <a:defRPr sz="1596" baseline="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28812" marR="0" indent="0" algn="l" defTabSz="11858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None/>
              <a:tabLst>
                <a:tab pos="1206156" algn="ctr"/>
              </a:tabLst>
              <a:defRPr sz="1295" baseline="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525010" indent="-170887">
              <a:buFont typeface="Arial" panose="020B0604020202020204" pitchFamily="34" charset="0"/>
              <a:buChar char="•"/>
              <a:tabLst>
                <a:tab pos="1206488" algn="ctr"/>
              </a:tabLst>
              <a:defRPr sz="1295" baseline="0"/>
            </a:lvl4pPr>
            <a:lvl5pPr marL="525010" indent="-170887">
              <a:buFont typeface="Arial" panose="020B0604020202020204" pitchFamily="34" charset="0"/>
              <a:buChar char="•"/>
              <a:tabLst>
                <a:tab pos="1206488" algn="ctr"/>
              </a:tabLst>
              <a:defRPr sz="1295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altLang="zh-CN" dirty="0"/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442278" y="348791"/>
            <a:ext cx="11265817" cy="559472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796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41867291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extLst>
    <p:ext uri="{DCECCB84-F9BA-43D5-87BE-67443E8EF086}">
      <p15:sldGuideLst xmlns="" xmlns:p15="http://schemas.microsoft.com/office/powerpoint/2012/main">
        <p15:guide id="1" pos="3841">
          <p15:clr>
            <a:srgbClr val="FBAE40"/>
          </p15:clr>
        </p15:guide>
        <p15:guide id="2" orient="horz" pos="2160">
          <p15:clr>
            <a:srgbClr val="FBAE40"/>
          </p15:clr>
        </p15:guide>
        <p15:guide id="3" pos="303">
          <p15:clr>
            <a:srgbClr val="FBAE40"/>
          </p15:clr>
        </p15:guide>
        <p15:guide id="4" pos="7380">
          <p15:clr>
            <a:srgbClr val="FBAE40"/>
          </p15:clr>
        </p15:guide>
        <p15:guide id="5" orient="horz" pos="640">
          <p15:clr>
            <a:srgbClr val="FBAE40"/>
          </p15:clr>
        </p15:guide>
        <p15:guide id="6" orient="horz" pos="3952">
          <p15:clr>
            <a:srgbClr val="FBAE40"/>
          </p15:clr>
        </p15:guide>
      </p15:sldGuideLst>
    </p:ext>
  </p:extLs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55727944"/>
      </p:ext>
    </p:extLst>
  </p:cSld>
  <p:clrMapOvr>
    <a:masterClrMapping/>
  </p:clrMapOvr>
  <p:transition spd="med"/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09631" y="468677"/>
            <a:ext cx="11377506" cy="10422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82" y="1599829"/>
            <a:ext cx="10977404" cy="452650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959620418"/>
      </p:ext>
    </p:extLst>
  </p:cSld>
  <p:clrMapOvr>
    <a:masterClrMapping/>
  </p:clrMapOvr>
  <p:transition spd="med" advClick="0"/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3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29"/>
              </a:lnSpc>
              <a:spcBef>
                <a:spcPts val="0"/>
              </a:spcBef>
              <a:buNone/>
              <a:defRPr sz="2799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593662" indent="0" algn="ctr">
              <a:buNone/>
              <a:defRPr sz="2597"/>
            </a:lvl2pPr>
            <a:lvl3pPr marL="1187323" indent="0" algn="ctr">
              <a:buNone/>
              <a:defRPr sz="2337"/>
            </a:lvl3pPr>
            <a:lvl4pPr marL="1780986" indent="0" algn="ctr">
              <a:buNone/>
              <a:defRPr sz="2078"/>
            </a:lvl4pPr>
            <a:lvl5pPr marL="2374648" indent="0" algn="ctr">
              <a:buNone/>
              <a:defRPr sz="2078"/>
            </a:lvl5pPr>
            <a:lvl6pPr marL="2968309" indent="0" algn="ctr">
              <a:buNone/>
              <a:defRPr sz="2078"/>
            </a:lvl6pPr>
            <a:lvl7pPr marL="3561971" indent="0" algn="ctr">
              <a:buNone/>
              <a:defRPr sz="2078"/>
            </a:lvl7pPr>
            <a:lvl8pPr marL="4155634" indent="0" algn="ctr">
              <a:buNone/>
              <a:defRPr sz="2078"/>
            </a:lvl8pPr>
            <a:lvl9pPr marL="4749295" indent="0" algn="ctr">
              <a:buNone/>
              <a:defRPr sz="2078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1417198"/>
      </p:ext>
    </p:extLst>
  </p:cSld>
  <p:clrMapOvr>
    <a:masterClrMapping/>
  </p:clrMapOvr>
  <p:extLst>
    <p:ext uri="{DCECCB84-F9BA-43D5-87BE-67443E8EF086}">
      <p15:sldGuideLst xmlns="" xmlns:p15="http://schemas.microsoft.com/office/powerpoint/2012/main">
        <p15:guide id="1" pos="3842">
          <p15:clr>
            <a:srgbClr val="FBAE40"/>
          </p15:clr>
        </p15:guide>
      </p15:sldGuideLst>
    </p:ext>
  </p:extLs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5019516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69261535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>
            <a:extLst>
              <a:ext uri="{FF2B5EF4-FFF2-40B4-BE49-F238E27FC236}">
                <a16:creationId xmlns="" xmlns:a16="http://schemas.microsoft.com/office/drawing/2014/main" id="{CA8B3F0C-616F-224A-B32F-9F9BF5EEE1BC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442275" y="1244339"/>
            <a:ext cx="11265816" cy="4958996"/>
          </a:xfrm>
          <a:prstGeom prst="rect">
            <a:avLst/>
          </a:prstGeom>
        </p:spPr>
        <p:txBody>
          <a:bodyPr lIns="0" tIns="0" rIns="0" bIns="0"/>
          <a:lstStyle>
            <a:lvl1pPr marL="179100" marR="0" indent="-168007" algn="l" defTabSz="11858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>
                <a:tab pos="1206156" algn="ctr"/>
              </a:tabLst>
              <a:defRPr sz="1796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8499" marR="0" indent="-168007" algn="l" defTabSz="11858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&gt;"/>
              <a:tabLst>
                <a:tab pos="1206156" algn="ctr"/>
              </a:tabLst>
              <a:defRPr sz="1596" baseline="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28812" marR="0" indent="0" algn="l" defTabSz="11858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None/>
              <a:tabLst>
                <a:tab pos="1206156" algn="ctr"/>
              </a:tabLst>
              <a:defRPr sz="1295" baseline="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525010" indent="-170887">
              <a:buFont typeface="Arial" panose="020B0604020202020204" pitchFamily="34" charset="0"/>
              <a:buChar char="•"/>
              <a:tabLst>
                <a:tab pos="1206488" algn="ctr"/>
              </a:tabLst>
              <a:defRPr sz="1295" baseline="0"/>
            </a:lvl4pPr>
            <a:lvl5pPr marL="525010" indent="-170887">
              <a:buFont typeface="Arial" panose="020B0604020202020204" pitchFamily="34" charset="0"/>
              <a:buChar char="•"/>
              <a:tabLst>
                <a:tab pos="1206488" algn="ctr"/>
              </a:tabLst>
              <a:defRPr sz="1295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altLang="zh-CN" dirty="0"/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442278" y="348791"/>
            <a:ext cx="11265817" cy="559472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796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2210058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extLst>
    <p:ext uri="{DCECCB84-F9BA-43D5-87BE-67443E8EF086}">
      <p15:sldGuideLst xmlns="" xmlns:p15="http://schemas.microsoft.com/office/powerpoint/2012/main">
        <p15:guide id="1" pos="3841">
          <p15:clr>
            <a:srgbClr val="FBAE40"/>
          </p15:clr>
        </p15:guide>
        <p15:guide id="2" orient="horz" pos="2160">
          <p15:clr>
            <a:srgbClr val="FBAE40"/>
          </p15:clr>
        </p15:guide>
        <p15:guide id="3" pos="303">
          <p15:clr>
            <a:srgbClr val="FBAE40"/>
          </p15:clr>
        </p15:guide>
        <p15:guide id="4" pos="7380">
          <p15:clr>
            <a:srgbClr val="FBAE40"/>
          </p15:clr>
        </p15:guide>
        <p15:guide id="5" orient="horz" pos="640">
          <p15:clr>
            <a:srgbClr val="FBAE40"/>
          </p15:clr>
        </p15:guide>
        <p15:guide id="6" orient="horz" pos="3952">
          <p15:clr>
            <a:srgbClr val="FBAE40"/>
          </p15:clr>
        </p15:guide>
      </p15:sldGuideLst>
    </p:ext>
  </p:extLst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3405483"/>
      </p:ext>
    </p:extLst>
  </p:cSld>
  <p:clrMapOvr>
    <a:masterClrMapping/>
  </p:clrMapOvr>
  <p:transition spd="med"/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09631" y="468677"/>
            <a:ext cx="11377506" cy="10422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82" y="1599829"/>
            <a:ext cx="10977404" cy="452650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4204634738"/>
      </p:ext>
    </p:extLst>
  </p:cSld>
  <p:clrMapOvr>
    <a:masterClrMapping/>
  </p:clrMapOvr>
  <p:transition spd="med" advClick="0"/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3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29"/>
              </a:lnSpc>
              <a:spcBef>
                <a:spcPts val="0"/>
              </a:spcBef>
              <a:buNone/>
              <a:defRPr sz="2799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593662" indent="0" algn="ctr">
              <a:buNone/>
              <a:defRPr sz="2597"/>
            </a:lvl2pPr>
            <a:lvl3pPr marL="1187323" indent="0" algn="ctr">
              <a:buNone/>
              <a:defRPr sz="2337"/>
            </a:lvl3pPr>
            <a:lvl4pPr marL="1780986" indent="0" algn="ctr">
              <a:buNone/>
              <a:defRPr sz="2078"/>
            </a:lvl4pPr>
            <a:lvl5pPr marL="2374648" indent="0" algn="ctr">
              <a:buNone/>
              <a:defRPr sz="2078"/>
            </a:lvl5pPr>
            <a:lvl6pPr marL="2968309" indent="0" algn="ctr">
              <a:buNone/>
              <a:defRPr sz="2078"/>
            </a:lvl6pPr>
            <a:lvl7pPr marL="3561971" indent="0" algn="ctr">
              <a:buNone/>
              <a:defRPr sz="2078"/>
            </a:lvl7pPr>
            <a:lvl8pPr marL="4155634" indent="0" algn="ctr">
              <a:buNone/>
              <a:defRPr sz="2078"/>
            </a:lvl8pPr>
            <a:lvl9pPr marL="4749295" indent="0" algn="ctr">
              <a:buNone/>
              <a:defRPr sz="2078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2198680"/>
      </p:ext>
    </p:extLst>
  </p:cSld>
  <p:clrMapOvr>
    <a:masterClrMapping/>
  </p:clrMapOvr>
  <p:extLst>
    <p:ext uri="{DCECCB84-F9BA-43D5-87BE-67443E8EF086}">
      <p15:sldGuideLst xmlns="" xmlns:p15="http://schemas.microsoft.com/office/powerpoint/2012/main">
        <p15:guide id="1" pos="3842">
          <p15:clr>
            <a:srgbClr val="FBAE40"/>
          </p15:clr>
        </p15:guide>
      </p15:sldGuideLst>
    </p:ext>
  </p:extLst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66544405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28"/>
              </a:lnSpc>
              <a:spcBef>
                <a:spcPts val="0"/>
              </a:spcBef>
              <a:buNone/>
              <a:defRPr sz="3198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593425" indent="0" algn="ctr">
              <a:buNone/>
              <a:defRPr sz="2596"/>
            </a:lvl2pPr>
            <a:lvl3pPr marL="1186848" indent="0" algn="ctr">
              <a:buNone/>
              <a:defRPr sz="2336"/>
            </a:lvl3pPr>
            <a:lvl4pPr marL="1780274" indent="0" algn="ctr">
              <a:buNone/>
              <a:defRPr sz="2077"/>
            </a:lvl4pPr>
            <a:lvl5pPr marL="2373698" indent="0" algn="ctr">
              <a:buNone/>
              <a:defRPr sz="2077"/>
            </a:lvl5pPr>
            <a:lvl6pPr marL="2967122" indent="0" algn="ctr">
              <a:buNone/>
              <a:defRPr sz="2077"/>
            </a:lvl6pPr>
            <a:lvl7pPr marL="3560546" indent="0" algn="ctr">
              <a:buNone/>
              <a:defRPr sz="2077"/>
            </a:lvl7pPr>
            <a:lvl8pPr marL="4153972" indent="0" algn="ctr">
              <a:buNone/>
              <a:defRPr sz="2077"/>
            </a:lvl8pPr>
            <a:lvl9pPr marL="4747395" indent="0" algn="ctr">
              <a:buNone/>
              <a:defRPr sz="2077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="" xmlns:a16="http://schemas.microsoft.com/office/drawing/2014/main" id="{CA8B3F0C-616F-224A-B32F-9F9BF5EEE1BC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726023" y="1512879"/>
            <a:ext cx="10733557" cy="4690459"/>
          </a:xfrm>
          <a:prstGeom prst="rect">
            <a:avLst/>
          </a:prstGeom>
        </p:spPr>
        <p:txBody>
          <a:bodyPr lIns="0" tIns="0" rIns="0" bIns="0"/>
          <a:lstStyle>
            <a:lvl1pPr marL="179244" marR="0" indent="-168141" algn="l" defTabSz="11868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>
                <a:tab pos="1207122" algn="ctr"/>
              </a:tabLst>
              <a:defRPr sz="1798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defRPr>
            </a:lvl1pPr>
            <a:lvl2pPr marL="328762" marR="0" indent="-168141" algn="l" defTabSz="11868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&gt;"/>
              <a:tabLst>
                <a:tab pos="1207122" algn="ctr"/>
              </a:tabLst>
              <a:defRPr sz="1598" baseline="0"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 marL="1097697" marR="0" indent="-168141" algn="l" defTabSz="11868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-"/>
              <a:tabLst>
                <a:tab pos="1207122" algn="ctr"/>
              </a:tabLst>
              <a:defRPr sz="1297" baseline="0"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 marL="525430" indent="-171023">
              <a:buFont typeface="Arial" panose="020B0604020202020204" pitchFamily="34" charset="0"/>
              <a:buChar char="•"/>
              <a:tabLst>
                <a:tab pos="1207454" algn="ctr"/>
              </a:tabLst>
              <a:defRPr sz="1297" baseline="0"/>
            </a:lvl4pPr>
            <a:lvl5pPr marL="525430" indent="-171023">
              <a:buFont typeface="Arial" panose="020B0604020202020204" pitchFamily="34" charset="0"/>
              <a:buChar char="•"/>
              <a:tabLst>
                <a:tab pos="1207454" algn="ctr"/>
              </a:tabLst>
              <a:defRPr sz="1297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  <a:p>
            <a:pPr marL="328762" marR="0" lvl="1" indent="-168141" algn="l" defTabSz="11868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7122" algn="ctr"/>
              </a:tabLst>
              <a:defRPr/>
            </a:pPr>
            <a:r>
              <a:rPr lang="zh-CN" altLang="en-US" dirty="0"/>
              <a:t>单击此处添加文本</a:t>
            </a:r>
            <a:endParaRPr lang="en-US" dirty="0"/>
          </a:p>
          <a:p>
            <a:pPr marL="1097697" marR="0" lvl="2" indent="-168141" algn="l" defTabSz="11868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7122" algn="ctr"/>
              </a:tabLst>
              <a:defRPr/>
            </a:pPr>
            <a:r>
              <a:rPr lang="zh-CN" altLang="en-US" dirty="0"/>
              <a:t>单击此处添加文本</a:t>
            </a:r>
            <a:endParaRPr lang="en-US" dirty="0"/>
          </a:p>
          <a:p>
            <a:pPr marL="1097697" marR="0" lvl="2" indent="-168141" algn="l" defTabSz="11868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7122" algn="ctr"/>
              </a:tabLst>
              <a:defRPr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743801908"/>
      </p:ext>
    </p:extLst>
  </p:cSld>
  <p:clrMapOvr>
    <a:masterClrMapping/>
  </p:clrMapOvr>
  <p:extLst>
    <p:ext uri="{DCECCB84-F9BA-43D5-87BE-67443E8EF086}">
      <p15:sldGuideLst xmlns="" xmlns:p15="http://schemas.microsoft.com/office/powerpoint/2012/main">
        <p15:guide id="1" pos="3842">
          <p15:clr>
            <a:srgbClr val="FBAE40"/>
          </p15:clr>
        </p15:guide>
      </p15:sldGuideLst>
    </p:ext>
  </p:extLst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528" y="365128"/>
            <a:ext cx="10519708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016549728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47407757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27"/>
              </a:lnSpc>
              <a:spcBef>
                <a:spcPts val="0"/>
              </a:spcBef>
              <a:buNone/>
              <a:defRPr sz="3197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593248" indent="0" algn="ctr">
              <a:buNone/>
              <a:defRPr sz="2595"/>
            </a:lvl2pPr>
            <a:lvl3pPr marL="1186491" indent="0" algn="ctr">
              <a:buNone/>
              <a:defRPr sz="2336"/>
            </a:lvl3pPr>
            <a:lvl4pPr marL="1779741" indent="0" algn="ctr">
              <a:buNone/>
              <a:defRPr sz="2077"/>
            </a:lvl4pPr>
            <a:lvl5pPr marL="2372985" indent="0" algn="ctr">
              <a:buNone/>
              <a:defRPr sz="2077"/>
            </a:lvl5pPr>
            <a:lvl6pPr marL="2966232" indent="0" algn="ctr">
              <a:buNone/>
              <a:defRPr sz="2077"/>
            </a:lvl6pPr>
            <a:lvl7pPr marL="3559478" indent="0" algn="ctr">
              <a:buNone/>
              <a:defRPr sz="2077"/>
            </a:lvl7pPr>
            <a:lvl8pPr marL="4152726" indent="0" algn="ctr">
              <a:buNone/>
              <a:defRPr sz="2077"/>
            </a:lvl8pPr>
            <a:lvl9pPr marL="4745971" indent="0" algn="ctr">
              <a:buNone/>
              <a:defRPr sz="2077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="" xmlns:a16="http://schemas.microsoft.com/office/drawing/2014/main" id="{8A4EAA63-3827-DA40-B921-C01084B9DA87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736910" y="1501994"/>
            <a:ext cx="10733557" cy="4690459"/>
          </a:xfrm>
          <a:prstGeom prst="rect">
            <a:avLst/>
          </a:prstGeom>
        </p:spPr>
        <p:txBody>
          <a:bodyPr lIns="0" tIns="0" rIns="0" bIns="0"/>
          <a:lstStyle>
            <a:lvl1pPr marL="12360" indent="0">
              <a:lnSpc>
                <a:spcPct val="100000"/>
              </a:lnSpc>
              <a:spcBef>
                <a:spcPts val="0"/>
              </a:spcBef>
              <a:buFontTx/>
              <a:buNone/>
              <a:tabLst>
                <a:tab pos="1207091" algn="ctr"/>
              </a:tabLst>
              <a:defRPr sz="1798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defRPr>
            </a:lvl1pPr>
            <a:lvl2pPr marL="525272" indent="-170972">
              <a:buFont typeface="Arial" panose="020B0604020202020204" pitchFamily="34" charset="0"/>
              <a:buChar char="•"/>
              <a:tabLst>
                <a:tab pos="1207091" algn="ctr"/>
              </a:tabLst>
              <a:defRPr sz="1297" baseline="0"/>
            </a:lvl2pPr>
            <a:lvl3pPr marL="525272" indent="-170972">
              <a:buFont typeface="Arial" panose="020B0604020202020204" pitchFamily="34" charset="0"/>
              <a:buChar char="•"/>
              <a:tabLst>
                <a:tab pos="1207091" algn="ctr"/>
              </a:tabLst>
              <a:defRPr sz="1297" baseline="0"/>
            </a:lvl3pPr>
            <a:lvl4pPr marL="525272" indent="-170972">
              <a:buFont typeface="Arial" panose="020B0604020202020204" pitchFamily="34" charset="0"/>
              <a:buChar char="•"/>
              <a:tabLst>
                <a:tab pos="1207091" algn="ctr"/>
              </a:tabLst>
              <a:defRPr sz="1297" baseline="0"/>
            </a:lvl4pPr>
            <a:lvl5pPr marL="525272" indent="-170972">
              <a:buFont typeface="Arial" panose="020B0604020202020204" pitchFamily="34" charset="0"/>
              <a:buChar char="•"/>
              <a:tabLst>
                <a:tab pos="1207091" algn="ctr"/>
              </a:tabLst>
              <a:defRPr sz="1297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1911323"/>
      </p:ext>
    </p:extLst>
  </p:cSld>
  <p:clrMapOvr>
    <a:masterClrMapping/>
  </p:clrMapOvr>
  <p:extLst>
    <p:ext uri="{DCECCB84-F9BA-43D5-87BE-67443E8EF086}">
      <p15:sldGuideLst xmlns="" xmlns:p15="http://schemas.microsoft.com/office/powerpoint/2012/main">
        <p15:guide id="1" pos="3842">
          <p15:clr>
            <a:srgbClr val="FBAE40"/>
          </p15:clr>
        </p15:guide>
      </p15:sldGuideLst>
    </p:ext>
  </p:extLst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04985963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425105" y="932661"/>
            <a:ext cx="11346556" cy="3216257"/>
          </a:xfrm>
          <a:prstGeom prst="rect">
            <a:avLst/>
          </a:prstGeom>
        </p:spPr>
        <p:txBody>
          <a:bodyPr lIns="91404" tIns="45698" rIns="91404" bIns="45698">
            <a:normAutofit/>
          </a:bodyPr>
          <a:lstStyle>
            <a:lvl1pPr marL="0" marR="0" indent="0" algn="ctr" defTabSz="1218143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3297" baseline="0">
                <a:solidFill>
                  <a:schemeClr val="tx1"/>
                </a:solidFill>
                <a:latin typeface="方正兰亭细黑_GBK" pitchFamily="2" charset="-122"/>
                <a:ea typeface="方正兰亭细黑_GBK" pitchFamily="2" charset="-122"/>
              </a:defRPr>
            </a:lvl1pPr>
            <a:lvl2pPr marL="6090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1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72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62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53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44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350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25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华为方正兰亭细黑 </a:t>
            </a:r>
            <a:r>
              <a:rPr lang="en-US" altLang="zh-CN" dirty="0"/>
              <a:t>35pt </a:t>
            </a:r>
            <a:r>
              <a:rPr lang="zh-CN" altLang="en-US" dirty="0"/>
              <a:t>，居中，最多两行</a:t>
            </a:r>
          </a:p>
        </p:txBody>
      </p:sp>
    </p:spTree>
    <p:extLst>
      <p:ext uri="{BB962C8B-B14F-4D97-AF65-F5344CB8AC3E}">
        <p14:creationId xmlns:p14="http://schemas.microsoft.com/office/powerpoint/2010/main" val="540742655"/>
      </p:ext>
    </p:extLst>
  </p:cSld>
  <p:clrMapOvr>
    <a:masterClrMapping/>
  </p:clrMapOvr>
  <p:transition advClick="0">
    <p:fade thruBlk="1"/>
  </p:transition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自定义预设 3备份 3 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73025" y="-69215"/>
            <a:ext cx="12343130" cy="6997065"/>
          </a:xfrm>
          <a:prstGeom prst="rect">
            <a:avLst/>
          </a:prstGeom>
        </p:spPr>
      </p:pic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29175" y="456135"/>
            <a:ext cx="10740640" cy="5400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ts val="3428"/>
              </a:lnSpc>
              <a:spcBef>
                <a:spcPts val="0"/>
              </a:spcBef>
              <a:buNone/>
              <a:defRPr sz="2398" b="1" baseline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593251" indent="0" algn="ctr">
              <a:buNone/>
              <a:defRPr sz="2593"/>
            </a:lvl2pPr>
            <a:lvl3pPr marL="1186500" indent="0" algn="ctr">
              <a:buNone/>
              <a:defRPr sz="2333"/>
            </a:lvl3pPr>
            <a:lvl4pPr marL="1779751" indent="0" algn="ctr">
              <a:buNone/>
              <a:defRPr sz="2078"/>
            </a:lvl4pPr>
            <a:lvl5pPr marL="2373000" indent="0" algn="ctr">
              <a:buNone/>
              <a:defRPr sz="2078"/>
            </a:lvl5pPr>
            <a:lvl6pPr marL="2965616" indent="0" algn="ctr">
              <a:buNone/>
              <a:defRPr sz="2078"/>
            </a:lvl6pPr>
            <a:lvl7pPr marL="3558866" indent="0" algn="ctr">
              <a:buNone/>
              <a:defRPr sz="2078"/>
            </a:lvl7pPr>
            <a:lvl8pPr marL="4152116" indent="0" algn="ctr">
              <a:buNone/>
              <a:defRPr sz="2078"/>
            </a:lvl8pPr>
            <a:lvl9pPr marL="4745366" indent="0" algn="ctr">
              <a:buNone/>
              <a:defRPr sz="2078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0" hasCustomPrompt="1"/>
          </p:nvPr>
        </p:nvSpPr>
        <p:spPr>
          <a:xfrm>
            <a:off x="727590" y="1484317"/>
            <a:ext cx="10733557" cy="4690459"/>
          </a:xfrm>
          <a:prstGeom prst="rect">
            <a:avLst/>
          </a:prstGeom>
        </p:spPr>
        <p:txBody>
          <a:bodyPr lIns="0" tIns="0" rIns="0" bIns="0"/>
          <a:lstStyle>
            <a:lvl1pPr marL="354681" indent="-342626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tabLst>
                <a:tab pos="1206804" algn="ctr"/>
              </a:tabLst>
              <a:defRPr sz="1398" baseline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525360" indent="-170679">
              <a:lnSpc>
                <a:spcPct val="150000"/>
              </a:lnSpc>
              <a:buFont typeface="Wingdings" panose="05000000000000000000" pitchFamily="2" charset="2"/>
              <a:buChar char="p"/>
              <a:tabLst>
                <a:tab pos="1206804" algn="ctr"/>
              </a:tabLst>
              <a:defRPr sz="1100" baseline="0">
                <a:solidFill>
                  <a:schemeClr val="tx2"/>
                </a:solidFill>
              </a:defRPr>
            </a:lvl2pPr>
            <a:lvl3pPr marL="525360" indent="-170679">
              <a:buFont typeface="Arial" panose="020B0604020202020204" pitchFamily="34" charset="0"/>
              <a:buChar char="•"/>
              <a:tabLst>
                <a:tab pos="1206804" algn="ctr"/>
              </a:tabLst>
              <a:defRPr sz="1298" baseline="0"/>
            </a:lvl3pPr>
            <a:lvl4pPr marL="525360" indent="-170679">
              <a:buFont typeface="Arial" panose="020B0604020202020204" pitchFamily="34" charset="0"/>
              <a:buChar char="•"/>
              <a:tabLst>
                <a:tab pos="1206804" algn="ctr"/>
              </a:tabLst>
              <a:defRPr sz="1298" baseline="0"/>
            </a:lvl4pPr>
            <a:lvl5pPr marL="525360" indent="-170679">
              <a:buFont typeface="Arial" panose="020B0604020202020204" pitchFamily="34" charset="0"/>
              <a:buChar char="•"/>
              <a:tabLst>
                <a:tab pos="1206804" algn="ctr"/>
              </a:tabLst>
              <a:defRPr sz="1298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altLang="zh-CN" dirty="0"/>
          </a:p>
          <a:p>
            <a:pPr lvl="1"/>
            <a:endParaRPr lang="en-US" dirty="0"/>
          </a:p>
        </p:txBody>
      </p:sp>
      <p:sp>
        <p:nvSpPr>
          <p:cNvPr id="9" name="TextBox 2"/>
          <p:cNvSpPr txBox="1"/>
          <p:nvPr userDrawn="1"/>
        </p:nvSpPr>
        <p:spPr>
          <a:xfrm>
            <a:off x="1095469" y="6356939"/>
            <a:ext cx="146346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12"/>
            <a:r>
              <a:rPr lang="en-US" sz="9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Huawei Confidential</a:t>
            </a:r>
          </a:p>
        </p:txBody>
      </p:sp>
      <p:sp>
        <p:nvSpPr>
          <p:cNvPr id="10" name="TextBox 3"/>
          <p:cNvSpPr txBox="1"/>
          <p:nvPr userDrawn="1"/>
        </p:nvSpPr>
        <p:spPr>
          <a:xfrm>
            <a:off x="734133" y="6402810"/>
            <a:ext cx="499729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889558">
              <a:defRPr/>
            </a:pPr>
            <a:fld id="{C3837181-38C6-AD4F-B8BA-B444770388BB}" type="slidenum">
              <a:rPr lang="en-US" sz="90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defTabSz="889558">
                <a:defRPr/>
              </a:pPr>
              <a:t>‹Nº›</a:t>
            </a:fld>
            <a:endParaRPr lang="en-US" sz="900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" name="图片 10" descr="编组 12备份 5 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968865" y="6353815"/>
            <a:ext cx="1386840" cy="381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344157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528" y="452213"/>
            <a:ext cx="10519708" cy="600075"/>
          </a:xfrm>
          <a:prstGeom prst="rect">
            <a:avLst/>
          </a:prstGeom>
        </p:spPr>
        <p:txBody>
          <a:bodyPr/>
          <a:lstStyle>
            <a:lvl1pPr algn="ctr">
              <a:defRPr sz="2798" baseline="0">
                <a:solidFill>
                  <a:schemeClr val="bg1"/>
                </a:solidFill>
                <a:latin typeface="Huawei Sans Medium" panose="020C0603030203020204" pitchFamily="34" charset="0"/>
                <a:cs typeface="Huawei Sans Medium" panose="020C0603030203020204" pitchFamily="34" charset="0"/>
              </a:defRPr>
            </a:lvl1pPr>
          </a:lstStyle>
          <a:p>
            <a:r>
              <a:rPr lang="en-US" altLang="zh-CN" dirty="0"/>
              <a:t>Typeface: Huawei Sans Medium</a:t>
            </a:r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0" hasCustomPrompt="1"/>
          </p:nvPr>
        </p:nvSpPr>
        <p:spPr>
          <a:xfrm>
            <a:off x="838528" y="2067834"/>
            <a:ext cx="10519708" cy="2155825"/>
          </a:xfrm>
          <a:prstGeom prst="rect">
            <a:avLst/>
          </a:prstGeom>
        </p:spPr>
        <p:txBody>
          <a:bodyPr/>
          <a:lstStyle>
            <a:lvl1pPr algn="ctr">
              <a:defRPr sz="1599" baseline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zh-CN" dirty="0"/>
              <a:t>Typeface: Huawei Sans</a:t>
            </a:r>
          </a:p>
          <a:p>
            <a:pPr lvl="0"/>
            <a:r>
              <a:rPr lang="en-US" altLang="zh-CN" dirty="0"/>
              <a:t>Add Your Text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24766839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81161" y="274637"/>
            <a:ext cx="10977404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81161" y="1600217"/>
            <a:ext cx="10977404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7911545" y="6402389"/>
            <a:ext cx="1409883" cy="110172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 defTabSz="913723">
              <a:defRPr/>
            </a:pPr>
            <a:endParaRPr lang="en-GB" altLang="zh-CN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9082959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9175" y="456135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27"/>
              </a:lnSpc>
              <a:spcBef>
                <a:spcPct val="0"/>
              </a:spcBef>
              <a:buNone/>
              <a:defRPr sz="3198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593411" indent="0" algn="ctr">
              <a:buNone/>
              <a:defRPr sz="2596"/>
            </a:lvl2pPr>
            <a:lvl3pPr marL="1186818" indent="0" algn="ctr">
              <a:buNone/>
              <a:defRPr sz="2336"/>
            </a:lvl3pPr>
            <a:lvl4pPr marL="1780230" indent="0" algn="ctr">
              <a:buNone/>
              <a:defRPr sz="2078"/>
            </a:lvl4pPr>
            <a:lvl5pPr marL="2373639" indent="0" algn="ctr">
              <a:buNone/>
              <a:defRPr sz="2078"/>
            </a:lvl5pPr>
            <a:lvl6pPr marL="2967048" indent="0" algn="ctr">
              <a:buNone/>
              <a:defRPr sz="2078"/>
            </a:lvl6pPr>
            <a:lvl7pPr marL="3560457" indent="0" algn="ctr">
              <a:buNone/>
              <a:defRPr sz="2078"/>
            </a:lvl7pPr>
            <a:lvl8pPr marL="4153869" indent="0" algn="ctr">
              <a:buNone/>
              <a:defRPr sz="2078"/>
            </a:lvl8pPr>
            <a:lvl9pPr marL="4747276" indent="0" algn="ctr">
              <a:buNone/>
              <a:defRPr sz="2078"/>
            </a:lvl9pPr>
          </a:lstStyle>
          <a:p>
            <a:r>
              <a:rPr lang="zh-CN" altLang="en-US"/>
              <a:t>单击此处添加标题</a:t>
            </a:r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="" xmlns:a16="http://schemas.microsoft.com/office/drawing/2014/main" id="{8A4EAA63-3827-DA40-B921-C01084B9DA87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736910" y="1501989"/>
            <a:ext cx="10733557" cy="4690459"/>
          </a:xfrm>
          <a:prstGeom prst="rect">
            <a:avLst/>
          </a:prstGeom>
        </p:spPr>
        <p:txBody>
          <a:bodyPr lIns="0" tIns="0" rIns="0" bIns="0"/>
          <a:lstStyle>
            <a:lvl1pPr marL="12363" indent="0">
              <a:lnSpc>
                <a:spcPct val="100000"/>
              </a:lnSpc>
              <a:spcBef>
                <a:spcPct val="0"/>
              </a:spcBef>
              <a:buFontTx/>
              <a:buNone/>
              <a:tabLst>
                <a:tab pos="1207423" algn="ctr"/>
              </a:tabLst>
              <a:defRPr sz="1798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defRPr>
            </a:lvl1pPr>
            <a:lvl2pPr marL="525417" indent="-171018">
              <a:buFont typeface="Arial" panose="020B0604020202020204" pitchFamily="34" charset="0"/>
              <a:buChar char="•"/>
              <a:tabLst>
                <a:tab pos="1207423" algn="ctr"/>
              </a:tabLst>
              <a:defRPr sz="1298" baseline="0"/>
            </a:lvl2pPr>
            <a:lvl3pPr marL="525417" indent="-171018">
              <a:buFont typeface="Arial" panose="020B0604020202020204" pitchFamily="34" charset="0"/>
              <a:buChar char="•"/>
              <a:tabLst>
                <a:tab pos="1207423" algn="ctr"/>
              </a:tabLst>
              <a:defRPr sz="1298" baseline="0"/>
            </a:lvl3pPr>
            <a:lvl4pPr marL="525417" indent="-171018">
              <a:buFont typeface="Arial" panose="020B0604020202020204" pitchFamily="34" charset="0"/>
              <a:buChar char="•"/>
              <a:tabLst>
                <a:tab pos="1207423" algn="ctr"/>
              </a:tabLst>
              <a:defRPr sz="1298" baseline="0"/>
            </a:lvl4pPr>
            <a:lvl5pPr marL="525417" indent="-171018">
              <a:buFont typeface="Arial" panose="020B0604020202020204" pitchFamily="34" charset="0"/>
              <a:buChar char="•"/>
              <a:tabLst>
                <a:tab pos="1207423" algn="ctr"/>
              </a:tabLst>
              <a:defRPr sz="1298" baseline="0"/>
            </a:lvl5pPr>
          </a:lstStyle>
          <a:p>
            <a:pPr lvl="0"/>
            <a:r>
              <a:rPr lang="zh-CN" altLang="en-US"/>
              <a:t>单击此处添加文本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6739262"/>
      </p:ext>
    </p:extLst>
  </p:cSld>
  <p:clrMapOvr>
    <a:masterClrMapping/>
  </p:clrMapOvr>
  <p:transition/>
  <p:extLst>
    <p:ext uri="{DCECCB84-F9BA-43D5-87BE-67443E8EF086}">
      <p15:sldGuideLst xmlns="" xmlns:p15="http://schemas.microsoft.com/office/powerpoint/2012/main">
        <p15:guide id="1" pos="3842">
          <p15:clr>
            <a:srgbClr val="FBAE40"/>
          </p15:clr>
        </p15:guide>
      </p15:sldGuideLst>
    </p:ext>
  </p:extLst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9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28"/>
              </a:lnSpc>
              <a:spcBef>
                <a:spcPts val="0"/>
              </a:spcBef>
              <a:buNone/>
              <a:defRPr sz="3198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593426" indent="0" algn="ctr">
              <a:buNone/>
              <a:defRPr sz="2596"/>
            </a:lvl2pPr>
            <a:lvl3pPr marL="1186848" indent="0" algn="ctr">
              <a:buNone/>
              <a:defRPr sz="2336"/>
            </a:lvl3pPr>
            <a:lvl4pPr marL="1780275" indent="0" algn="ctr">
              <a:buNone/>
              <a:defRPr sz="2077"/>
            </a:lvl4pPr>
            <a:lvl5pPr marL="2373697" indent="0" algn="ctr">
              <a:buNone/>
              <a:defRPr sz="2077"/>
            </a:lvl5pPr>
            <a:lvl6pPr marL="2967122" indent="0" algn="ctr">
              <a:buNone/>
              <a:defRPr sz="2077"/>
            </a:lvl6pPr>
            <a:lvl7pPr marL="3560546" indent="0" algn="ctr">
              <a:buNone/>
              <a:defRPr sz="2077"/>
            </a:lvl7pPr>
            <a:lvl8pPr marL="4153972" indent="0" algn="ctr">
              <a:buNone/>
              <a:defRPr sz="2077"/>
            </a:lvl8pPr>
            <a:lvl9pPr marL="4747395" indent="0" algn="ctr">
              <a:buNone/>
              <a:defRPr sz="2077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="" xmlns:a16="http://schemas.microsoft.com/office/drawing/2014/main" id="{8A4EAA63-3827-DA40-B921-C01084B9DA87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736908" y="1501993"/>
            <a:ext cx="10733558" cy="4690459"/>
          </a:xfrm>
          <a:prstGeom prst="rect">
            <a:avLst/>
          </a:prstGeom>
        </p:spPr>
        <p:txBody>
          <a:bodyPr lIns="0" tIns="0" rIns="0" bIns="0"/>
          <a:lstStyle>
            <a:lvl1pPr marL="12363" indent="0">
              <a:lnSpc>
                <a:spcPct val="100000"/>
              </a:lnSpc>
              <a:spcBef>
                <a:spcPts val="0"/>
              </a:spcBef>
              <a:buFontTx/>
              <a:buNone/>
              <a:tabLst>
                <a:tab pos="1207454" algn="ctr"/>
              </a:tabLst>
              <a:defRPr sz="1798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defRPr>
            </a:lvl1pPr>
            <a:lvl2pPr marL="525429" indent="-171023">
              <a:buFont typeface="Arial" panose="020B0604020202020204" pitchFamily="34" charset="0"/>
              <a:buChar char="•"/>
              <a:tabLst>
                <a:tab pos="1207454" algn="ctr"/>
              </a:tabLst>
              <a:defRPr sz="1298" baseline="0"/>
            </a:lvl2pPr>
            <a:lvl3pPr marL="525429" indent="-171023">
              <a:buFont typeface="Arial" panose="020B0604020202020204" pitchFamily="34" charset="0"/>
              <a:buChar char="•"/>
              <a:tabLst>
                <a:tab pos="1207454" algn="ctr"/>
              </a:tabLst>
              <a:defRPr sz="1298" baseline="0"/>
            </a:lvl3pPr>
            <a:lvl4pPr marL="525429" indent="-171023">
              <a:buFont typeface="Arial" panose="020B0604020202020204" pitchFamily="34" charset="0"/>
              <a:buChar char="•"/>
              <a:tabLst>
                <a:tab pos="1207454" algn="ctr"/>
              </a:tabLst>
              <a:defRPr sz="1298" baseline="0"/>
            </a:lvl4pPr>
            <a:lvl5pPr marL="525429" indent="-171023">
              <a:buFont typeface="Arial" panose="020B0604020202020204" pitchFamily="34" charset="0"/>
              <a:buChar char="•"/>
              <a:tabLst>
                <a:tab pos="1207454" algn="ctr"/>
              </a:tabLst>
              <a:defRPr sz="1298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1712508"/>
      </p:ext>
    </p:extLst>
  </p:cSld>
  <p:clrMapOvr>
    <a:masterClrMapping/>
  </p:clrMapOvr>
  <p:extLst>
    <p:ext uri="{DCECCB84-F9BA-43D5-87BE-67443E8EF086}">
      <p15:sldGuideLst xmlns="" xmlns:p15="http://schemas.microsoft.com/office/powerpoint/2012/main">
        <p15:guide id="1" pos="3842">
          <p15:clr>
            <a:srgbClr val="FBAE40"/>
          </p15:clr>
        </p15:guide>
      </p15:sldGuideLst>
    </p:ext>
  </p:extLst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27"/>
              </a:lnSpc>
              <a:spcBef>
                <a:spcPts val="0"/>
              </a:spcBef>
              <a:buNone/>
              <a:defRPr sz="2797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593188" indent="0" algn="ctr">
              <a:buNone/>
              <a:defRPr sz="2595"/>
            </a:lvl2pPr>
            <a:lvl3pPr marL="1186372" indent="0" algn="ctr">
              <a:buNone/>
              <a:defRPr sz="2335"/>
            </a:lvl3pPr>
            <a:lvl4pPr marL="1779562" indent="0" algn="ctr">
              <a:buNone/>
              <a:defRPr sz="2076"/>
            </a:lvl4pPr>
            <a:lvl5pPr marL="2372749" indent="0" algn="ctr">
              <a:buNone/>
              <a:defRPr sz="2076"/>
            </a:lvl5pPr>
            <a:lvl6pPr marL="2965934" indent="0" algn="ctr">
              <a:buNone/>
              <a:defRPr sz="2076"/>
            </a:lvl6pPr>
            <a:lvl7pPr marL="3559121" indent="0" algn="ctr">
              <a:buNone/>
              <a:defRPr sz="2076"/>
            </a:lvl7pPr>
            <a:lvl8pPr marL="4152310" indent="0" algn="ctr">
              <a:buNone/>
              <a:defRPr sz="2076"/>
            </a:lvl8pPr>
            <a:lvl9pPr marL="4745495" indent="0" algn="ctr">
              <a:buNone/>
              <a:defRPr sz="2076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6895866"/>
      </p:ext>
    </p:extLst>
  </p:cSld>
  <p:clrMapOvr>
    <a:masterClrMapping/>
  </p:clrMapOvr>
  <p:extLst>
    <p:ext uri="{DCECCB84-F9BA-43D5-87BE-67443E8EF086}">
      <p15:sldGuideLst xmlns="" xmlns:p15="http://schemas.microsoft.com/office/powerpoint/2012/main">
        <p15:guide id="1" pos="3842">
          <p15:clr>
            <a:srgbClr val="FBAE40"/>
          </p15:clr>
        </p15:guide>
      </p15:sldGuideLst>
    </p:ext>
  </p:extLst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927" y="368313"/>
            <a:ext cx="10180910" cy="746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736309038"/>
      </p:ext>
    </p:extLst>
  </p:cSld>
  <p:clrMapOvr>
    <a:masterClrMapping/>
  </p:clrMapOvr>
  <p:transition/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7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88" y="1589"/>
            <a:ext cx="12193588" cy="6854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86"/>
          <p:cNvSpPr>
            <a:spLocks noChangeArrowheads="1"/>
          </p:cNvSpPr>
          <p:nvPr userDrawn="1"/>
        </p:nvSpPr>
        <p:spPr bwMode="auto">
          <a:xfrm>
            <a:off x="11844292" y="6348414"/>
            <a:ext cx="327068" cy="42703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defTabSz="987425">
              <a:lnSpc>
                <a:spcPct val="85000"/>
              </a:lnSpc>
              <a:defRPr/>
            </a:pPr>
            <a:endParaRPr lang="de-DE" altLang="zh-CN" sz="1300">
              <a:solidFill>
                <a:prstClr val="black"/>
              </a:solidFill>
              <a:latin typeface="Arial" panose="020B0604020202020204" pitchFamily="34" charset="0"/>
              <a:ea typeface="MS PGothic" pitchFamily="34" charset="-128"/>
            </a:endParaRPr>
          </a:p>
          <a:p>
            <a:pPr defTabSz="987425">
              <a:lnSpc>
                <a:spcPct val="85000"/>
              </a:lnSpc>
              <a:defRPr/>
            </a:pPr>
            <a:fld id="{B05DA92D-8E24-46FB-81F8-F3810C568465}" type="slidenum">
              <a:rPr lang="de-DE" altLang="zh-CN" sz="900">
                <a:solidFill>
                  <a:srgbClr val="7F7F7F"/>
                </a:solidFill>
                <a:latin typeface="Arial" pitchFamily="34" charset="0"/>
                <a:ea typeface="MS PGothic" pitchFamily="34" charset="-128"/>
                <a:cs typeface="Arial" pitchFamily="34" charset="0"/>
              </a:rPr>
              <a:pPr defTabSz="987425">
                <a:lnSpc>
                  <a:spcPct val="85000"/>
                </a:lnSpc>
                <a:defRPr/>
              </a:pPr>
              <a:t>‹Nº›</a:t>
            </a:fld>
            <a:endParaRPr lang="en-GB" altLang="zh-CN" sz="900">
              <a:solidFill>
                <a:srgbClr val="7F7F7F"/>
              </a:solidFill>
              <a:latin typeface="Arial" pitchFamily="34" charset="0"/>
              <a:ea typeface="MS PGothic" pitchFamily="34" charset="-128"/>
              <a:cs typeface="Arial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17656" y="165101"/>
            <a:ext cx="11161453" cy="888186"/>
          </a:xfrm>
        </p:spPr>
        <p:txBody>
          <a:bodyPr>
            <a:noAutofit/>
          </a:bodyPr>
          <a:lstStyle>
            <a:lvl1pPr marL="0" marR="0" indent="0" algn="l" defTabSz="1219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599" b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altLang="zh-CN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517656" y="1269262"/>
            <a:ext cx="11161453" cy="5031593"/>
          </a:xfrm>
        </p:spPr>
        <p:txBody>
          <a:bodyPr/>
          <a:lstStyle>
            <a:lvl1pPr marL="0" marR="0" indent="0" algn="l" defTabSz="1219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4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609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8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19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79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166937382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 dirty="0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9028045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2400" baseline="0"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defRPr>
            </a:lvl1pPr>
            <a:lvl2pPr marL="593841" indent="0" algn="ctr">
              <a:buNone/>
              <a:defRPr sz="2598"/>
            </a:lvl2pPr>
            <a:lvl3pPr marL="1187679" indent="0" algn="ctr">
              <a:buNone/>
              <a:defRPr sz="2338"/>
            </a:lvl3pPr>
            <a:lvl4pPr marL="1781521" indent="0" algn="ctr">
              <a:buNone/>
              <a:defRPr sz="2079"/>
            </a:lvl4pPr>
            <a:lvl5pPr marL="2375360" indent="0" algn="ctr">
              <a:buNone/>
              <a:defRPr sz="2079"/>
            </a:lvl5pPr>
            <a:lvl6pPr marL="2969200" indent="0" algn="ctr">
              <a:buNone/>
              <a:defRPr sz="2079"/>
            </a:lvl6pPr>
            <a:lvl7pPr marL="3563040" indent="0" algn="ctr">
              <a:buNone/>
              <a:defRPr sz="2079"/>
            </a:lvl7pPr>
            <a:lvl8pPr marL="4156881" indent="0" algn="ctr">
              <a:buNone/>
              <a:defRPr sz="2079"/>
            </a:lvl8pPr>
            <a:lvl9pPr marL="4750720" indent="0" algn="ctr">
              <a:buNone/>
              <a:defRPr sz="2079"/>
            </a:lvl9pPr>
          </a:lstStyle>
          <a:p>
            <a:r>
              <a:rPr lang="en-US" altLang="zh-CN" dirty="0"/>
              <a:t>Ari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7563166"/>
      </p:ext>
    </p:extLst>
  </p:cSld>
  <p:clrMapOvr>
    <a:masterClrMapping/>
  </p:clrMapOvr>
  <p:extLst>
    <p:ext uri="{DCECCB84-F9BA-43D5-87BE-67443E8EF086}">
      <p15:sldGuideLst xmlns="" xmlns:p15="http://schemas.microsoft.com/office/powerpoint/2012/main">
        <p15:guide id="1" pos="3842">
          <p15:clr>
            <a:srgbClr val="FBAE40"/>
          </p15:clr>
        </p15:guide>
      </p15:sldGuideLst>
    </p:ext>
  </p:extLst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81302" y="336813"/>
            <a:ext cx="10458983" cy="75966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marL="0" indent="0">
              <a:buFont typeface="Arial" pitchFamily="34" charset="0"/>
              <a:buNone/>
              <a:defRPr lang="zh-CN" altLang="en-US" sz="4000" b="0" dirty="0">
                <a:solidFill>
                  <a:schemeClr val="tx2"/>
                </a:solidFill>
                <a:latin typeface="FrutigerNext LT Light" pitchFamily="34" charset="0"/>
                <a:ea typeface="黑体" pitchFamily="49" charset="-122"/>
              </a:defRPr>
            </a:lvl1pPr>
          </a:lstStyle>
          <a:p>
            <a:pPr lvl="0"/>
            <a:r>
              <a:rPr lang="en-US" altLang="zh-CN" dirty="0"/>
              <a:t>HEADLINE TEXT TO BE PLACED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48205511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内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 userDrawn="1"/>
        </p:nvSpPr>
        <p:spPr>
          <a:xfrm>
            <a:off x="527587" y="1604799"/>
            <a:ext cx="10853444" cy="364840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endParaRPr lang="zh-CN" altLang="en-US" sz="1800" dirty="0">
              <a:solidFill>
                <a:prstClr val="black"/>
              </a:solidFill>
              <a:latin typeface="华文细黑" pitchFamily="2" charset="-122"/>
              <a:ea typeface="华文细黑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28124509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021250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extLst>
    <p:ext uri="{DCECCB84-F9BA-43D5-87BE-67443E8EF086}">
      <p15:sldGuideLst xmlns="" xmlns:p15="http://schemas.microsoft.com/office/powerpoint/2012/main">
        <p15:guide id="1" pos="3842">
          <p15:clr>
            <a:srgbClr val="FBAE40"/>
          </p15:clr>
        </p15:guide>
      </p15:sldGuideLst>
    </p:ext>
  </p:extLst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72449495"/>
      </p:ext>
    </p:extLst>
  </p:cSld>
  <p:clrMapOvr>
    <a:masterClrMapping/>
  </p:clrMapOvr>
  <p:extLst>
    <p:ext uri="{DCECCB84-F9BA-43D5-87BE-67443E8EF086}">
      <p15:sldGuideLst xmlns="" xmlns:p15="http://schemas.microsoft.com/office/powerpoint/2012/main">
        <p15:guide id="1" pos="3842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6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4" Type="http://schemas.openxmlformats.org/officeDocument/2006/relationships/theme" Target="../theme/theme4.xml"/></Relationships>
</file>

<file path=ppt/slideMasters/_rels/slideMaster5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22.xml"/><Relationship Id="rId18" Type="http://schemas.openxmlformats.org/officeDocument/2006/relationships/slideLayout" Target="../slideLayouts/slideLayout27.xml"/><Relationship Id="rId26" Type="http://schemas.openxmlformats.org/officeDocument/2006/relationships/slideLayout" Target="../slideLayouts/slideLayout35.xml"/><Relationship Id="rId3" Type="http://schemas.openxmlformats.org/officeDocument/2006/relationships/slideLayout" Target="../slideLayouts/slideLayout12.xml"/><Relationship Id="rId21" Type="http://schemas.openxmlformats.org/officeDocument/2006/relationships/slideLayout" Target="../slideLayouts/slideLayout30.xml"/><Relationship Id="rId7" Type="http://schemas.openxmlformats.org/officeDocument/2006/relationships/slideLayout" Target="../slideLayouts/slideLayout16.xml"/><Relationship Id="rId12" Type="http://schemas.openxmlformats.org/officeDocument/2006/relationships/slideLayout" Target="../slideLayouts/slideLayout21.xml"/><Relationship Id="rId17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34.xml"/><Relationship Id="rId33" Type="http://schemas.openxmlformats.org/officeDocument/2006/relationships/image" Target="../media/image6.tiff"/><Relationship Id="rId2" Type="http://schemas.openxmlformats.org/officeDocument/2006/relationships/slideLayout" Target="../slideLayouts/slideLayout11.xml"/><Relationship Id="rId16" Type="http://schemas.openxmlformats.org/officeDocument/2006/relationships/slideLayout" Target="../slideLayouts/slideLayout25.xml"/><Relationship Id="rId20" Type="http://schemas.openxmlformats.org/officeDocument/2006/relationships/slideLayout" Target="../slideLayouts/slideLayout29.xml"/><Relationship Id="rId29" Type="http://schemas.openxmlformats.org/officeDocument/2006/relationships/slideLayout" Target="../slideLayouts/slideLayout38.xml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33.xml"/><Relationship Id="rId32" Type="http://schemas.openxmlformats.org/officeDocument/2006/relationships/theme" Target="../theme/theme5.xml"/><Relationship Id="rId5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32.xml"/><Relationship Id="rId28" Type="http://schemas.openxmlformats.org/officeDocument/2006/relationships/slideLayout" Target="../slideLayouts/slideLayout37.xml"/><Relationship Id="rId10" Type="http://schemas.openxmlformats.org/officeDocument/2006/relationships/slideLayout" Target="../slideLayouts/slideLayout19.xml"/><Relationship Id="rId19" Type="http://schemas.openxmlformats.org/officeDocument/2006/relationships/slideLayout" Target="../slideLayouts/slideLayout28.xml"/><Relationship Id="rId31" Type="http://schemas.openxmlformats.org/officeDocument/2006/relationships/slideLayout" Target="../slideLayouts/slideLayout40.xml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Relationship Id="rId14" Type="http://schemas.openxmlformats.org/officeDocument/2006/relationships/slideLayout" Target="../slideLayouts/slideLayout23.xml"/><Relationship Id="rId22" Type="http://schemas.openxmlformats.org/officeDocument/2006/relationships/slideLayout" Target="../slideLayouts/slideLayout31.xml"/><Relationship Id="rId27" Type="http://schemas.openxmlformats.org/officeDocument/2006/relationships/slideLayout" Target="../slideLayouts/slideLayout36.xml"/><Relationship Id="rId30" Type="http://schemas.openxmlformats.org/officeDocument/2006/relationships/slideLayout" Target="../slideLayouts/slideLayout39.xml"/><Relationship Id="rId8" Type="http://schemas.openxmlformats.org/officeDocument/2006/relationships/slideLayout" Target="../slideLayouts/slideLayout17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3.xml"/><Relationship Id="rId2" Type="http://schemas.openxmlformats.org/officeDocument/2006/relationships/slideLayout" Target="../slideLayouts/slideLayout42.xml"/><Relationship Id="rId1" Type="http://schemas.openxmlformats.org/officeDocument/2006/relationships/slideLayout" Target="../slideLayouts/slideLayout41.xml"/><Relationship Id="rId6" Type="http://schemas.openxmlformats.org/officeDocument/2006/relationships/image" Target="../media/image4.png"/><Relationship Id="rId5" Type="http://schemas.openxmlformats.org/officeDocument/2006/relationships/theme" Target="../theme/theme6.xml"/><Relationship Id="rId4" Type="http://schemas.openxmlformats.org/officeDocument/2006/relationships/slideLayout" Target="../slideLayouts/slideLayout44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45.xml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8.xml"/><Relationship Id="rId2" Type="http://schemas.openxmlformats.org/officeDocument/2006/relationships/slideLayout" Target="../slideLayouts/slideLayout47.xml"/><Relationship Id="rId1" Type="http://schemas.openxmlformats.org/officeDocument/2006/relationships/slideLayout" Target="../slideLayouts/slideLayout46.xml"/><Relationship Id="rId5" Type="http://schemas.openxmlformats.org/officeDocument/2006/relationships/image" Target="../media/image4.png"/><Relationship Id="rId4" Type="http://schemas.openxmlformats.org/officeDocument/2006/relationships/theme" Target="../theme/theme8.xml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1.xml"/><Relationship Id="rId2" Type="http://schemas.openxmlformats.org/officeDocument/2006/relationships/slideLayout" Target="../slideLayouts/slideLayout50.xml"/><Relationship Id="rId1" Type="http://schemas.openxmlformats.org/officeDocument/2006/relationships/slideLayout" Target="../slideLayouts/slideLayout49.xml"/><Relationship Id="rId6" Type="http://schemas.openxmlformats.org/officeDocument/2006/relationships/image" Target="../media/image4.png"/><Relationship Id="rId5" Type="http://schemas.openxmlformats.org/officeDocument/2006/relationships/theme" Target="../theme/theme9.xml"/><Relationship Id="rId4" Type="http://schemas.openxmlformats.org/officeDocument/2006/relationships/slideLayout" Target="../slideLayouts/slideLayout52.xml"/></Relationships>
</file>

<file path=ppt/slideMasters/_rels/slideMaster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slideLayout" Target="../slideLayouts/slideLayout55.xml"/><Relationship Id="rId7" Type="http://schemas.openxmlformats.org/officeDocument/2006/relationships/theme" Target="../theme/theme10.xml"/><Relationship Id="rId2" Type="http://schemas.openxmlformats.org/officeDocument/2006/relationships/slideLayout" Target="../slideLayouts/slideLayout54.xml"/><Relationship Id="rId1" Type="http://schemas.openxmlformats.org/officeDocument/2006/relationships/slideLayout" Target="../slideLayouts/slideLayout53.xml"/><Relationship Id="rId6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7.xml"/><Relationship Id="rId4" Type="http://schemas.openxmlformats.org/officeDocument/2006/relationships/slideLayout" Target="../slideLayouts/slideLayout56.xml"/></Relationships>
</file>

<file path=ppt/slideMasters/_rels/slideMaster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slideLayout" Target="../slideLayouts/slideLayout61.xml"/><Relationship Id="rId7" Type="http://schemas.openxmlformats.org/officeDocument/2006/relationships/theme" Target="../theme/theme11.xml"/><Relationship Id="rId2" Type="http://schemas.openxmlformats.org/officeDocument/2006/relationships/slideLayout" Target="../slideLayouts/slideLayout60.xml"/><Relationship Id="rId1" Type="http://schemas.openxmlformats.org/officeDocument/2006/relationships/slideLayout" Target="../slideLayouts/slideLayout59.xml"/><Relationship Id="rId6" Type="http://schemas.openxmlformats.org/officeDocument/2006/relationships/slideLayout" Target="../slideLayouts/slideLayout64.xml"/><Relationship Id="rId5" Type="http://schemas.openxmlformats.org/officeDocument/2006/relationships/slideLayout" Target="../slideLayouts/slideLayout63.xml"/><Relationship Id="rId4" Type="http://schemas.openxmlformats.org/officeDocument/2006/relationships/slideLayout" Target="../slideLayouts/slideLayout62.xml"/></Relationships>
</file>

<file path=ppt/slideMasters/_rels/slideMaster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theme" Target="../theme/theme12.xml"/></Relationships>
</file>

<file path=ppt/slideMasters/_rels/slideMaster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slideLayout" Target="../slideLayouts/slideLayout67.xml"/><Relationship Id="rId7" Type="http://schemas.openxmlformats.org/officeDocument/2006/relationships/theme" Target="../theme/theme13.xml"/><Relationship Id="rId2" Type="http://schemas.openxmlformats.org/officeDocument/2006/relationships/slideLayout" Target="../slideLayouts/slideLayout66.xml"/><Relationship Id="rId1" Type="http://schemas.openxmlformats.org/officeDocument/2006/relationships/slideLayout" Target="../slideLayouts/slideLayout65.xml"/><Relationship Id="rId6" Type="http://schemas.openxmlformats.org/officeDocument/2006/relationships/slideLayout" Target="../slideLayouts/slideLayout70.xml"/><Relationship Id="rId5" Type="http://schemas.openxmlformats.org/officeDocument/2006/relationships/slideLayout" Target="../slideLayouts/slideLayout69.xml"/><Relationship Id="rId4" Type="http://schemas.openxmlformats.org/officeDocument/2006/relationships/slideLayout" Target="../slideLayouts/slideLayout68.xml"/></Relationships>
</file>

<file path=ppt/slideMasters/_rels/slideMaster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slideLayout" Target="../slideLayouts/slideLayout73.xml"/><Relationship Id="rId7" Type="http://schemas.openxmlformats.org/officeDocument/2006/relationships/theme" Target="../theme/theme14.xml"/><Relationship Id="rId2" Type="http://schemas.openxmlformats.org/officeDocument/2006/relationships/slideLayout" Target="../slideLayouts/slideLayout72.xml"/><Relationship Id="rId1" Type="http://schemas.openxmlformats.org/officeDocument/2006/relationships/slideLayout" Target="../slideLayouts/slideLayout71.xml"/><Relationship Id="rId6" Type="http://schemas.openxmlformats.org/officeDocument/2006/relationships/slideLayout" Target="../slideLayouts/slideLayout76.xml"/><Relationship Id="rId5" Type="http://schemas.openxmlformats.org/officeDocument/2006/relationships/slideLayout" Target="../slideLayouts/slideLayout75.xml"/><Relationship Id="rId4" Type="http://schemas.openxmlformats.org/officeDocument/2006/relationships/slideLayout" Target="../slideLayouts/slideLayout74.xml"/></Relationships>
</file>

<file path=ppt/slideMasters/_rels/slideMaster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slideLayout" Target="../slideLayouts/slideLayout79.xml"/><Relationship Id="rId7" Type="http://schemas.openxmlformats.org/officeDocument/2006/relationships/theme" Target="../theme/theme15.xml"/><Relationship Id="rId2" Type="http://schemas.openxmlformats.org/officeDocument/2006/relationships/slideLayout" Target="../slideLayouts/slideLayout78.xml"/><Relationship Id="rId1" Type="http://schemas.openxmlformats.org/officeDocument/2006/relationships/slideLayout" Target="../slideLayouts/slideLayout77.xml"/><Relationship Id="rId6" Type="http://schemas.openxmlformats.org/officeDocument/2006/relationships/slideLayout" Target="../slideLayouts/slideLayout82.xml"/><Relationship Id="rId5" Type="http://schemas.openxmlformats.org/officeDocument/2006/relationships/slideLayout" Target="../slideLayouts/slideLayout81.xml"/><Relationship Id="rId4" Type="http://schemas.openxmlformats.org/officeDocument/2006/relationships/slideLayout" Target="../slideLayouts/slideLayout80.xml"/></Relationships>
</file>

<file path=ppt/slideMasters/_rels/slideMaster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theme" Target="../theme/theme16.xml"/><Relationship Id="rId1" Type="http://schemas.openxmlformats.org/officeDocument/2006/relationships/slideLayout" Target="../slideLayouts/slideLayout83.xml"/></Relationships>
</file>

<file path=ppt/slideMasters/_rels/slideMaster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tiff"/><Relationship Id="rId1" Type="http://schemas.openxmlformats.org/officeDocument/2006/relationships/theme" Target="../theme/theme17.xml"/></Relationships>
</file>

<file path=ppt/slideMasters/_rels/slideMaster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6.xml"/><Relationship Id="rId2" Type="http://schemas.openxmlformats.org/officeDocument/2006/relationships/slideLayout" Target="../slideLayouts/slideLayout85.xml"/><Relationship Id="rId1" Type="http://schemas.openxmlformats.org/officeDocument/2006/relationships/slideLayout" Target="../slideLayouts/slideLayout84.xml"/><Relationship Id="rId6" Type="http://schemas.openxmlformats.org/officeDocument/2006/relationships/image" Target="../media/image7.tiff"/><Relationship Id="rId5" Type="http://schemas.openxmlformats.org/officeDocument/2006/relationships/theme" Target="../theme/theme18.xml"/><Relationship Id="rId4" Type="http://schemas.openxmlformats.org/officeDocument/2006/relationships/slideLayout" Target="../slideLayouts/slideLayout87.xml"/></Relationships>
</file>

<file path=ppt/slideMasters/_rels/slideMaster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theme" Target="../theme/theme19.xml"/><Relationship Id="rId1" Type="http://schemas.openxmlformats.org/officeDocument/2006/relationships/slideLayout" Target="../slideLayouts/slideLayout88.xml"/></Relationships>
</file>

<file path=ppt/slideMasters/_rels/slideMaster2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6.xml"/><Relationship Id="rId3" Type="http://schemas.openxmlformats.org/officeDocument/2006/relationships/slideLayout" Target="../slideLayouts/slideLayout91.xml"/><Relationship Id="rId7" Type="http://schemas.openxmlformats.org/officeDocument/2006/relationships/slideLayout" Target="../slideLayouts/slideLayout95.xml"/><Relationship Id="rId2" Type="http://schemas.openxmlformats.org/officeDocument/2006/relationships/slideLayout" Target="../slideLayouts/slideLayout90.xml"/><Relationship Id="rId1" Type="http://schemas.openxmlformats.org/officeDocument/2006/relationships/slideLayout" Target="../slideLayouts/slideLayout89.xml"/><Relationship Id="rId6" Type="http://schemas.openxmlformats.org/officeDocument/2006/relationships/slideLayout" Target="../slideLayouts/slideLayout94.xml"/><Relationship Id="rId5" Type="http://schemas.openxmlformats.org/officeDocument/2006/relationships/slideLayout" Target="../slideLayouts/slideLayout93.xml"/><Relationship Id="rId10" Type="http://schemas.openxmlformats.org/officeDocument/2006/relationships/image" Target="../media/image7.tiff"/><Relationship Id="rId4" Type="http://schemas.openxmlformats.org/officeDocument/2006/relationships/slideLayout" Target="../slideLayouts/slideLayout92.xml"/><Relationship Id="rId9" Type="http://schemas.openxmlformats.org/officeDocument/2006/relationships/theme" Target="../theme/theme20.xml"/></Relationships>
</file>

<file path=ppt/slideMasters/_rels/slideMaster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tiff"/><Relationship Id="rId1" Type="http://schemas.openxmlformats.org/officeDocument/2006/relationships/theme" Target="../theme/theme21.xml"/></Relationships>
</file>

<file path=ppt/slideMasters/_rels/slideMaster2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2.xml"/><Relationship Id="rId3" Type="http://schemas.openxmlformats.org/officeDocument/2006/relationships/slideLayout" Target="../slideLayouts/slideLayout99.xml"/><Relationship Id="rId7" Type="http://schemas.openxmlformats.org/officeDocument/2006/relationships/slideLayout" Target="../slideLayouts/slideLayout103.xml"/><Relationship Id="rId2" Type="http://schemas.openxmlformats.org/officeDocument/2006/relationships/slideLayout" Target="../slideLayouts/slideLayout98.xml"/><Relationship Id="rId1" Type="http://schemas.openxmlformats.org/officeDocument/2006/relationships/slideLayout" Target="../slideLayouts/slideLayout97.xml"/><Relationship Id="rId6" Type="http://schemas.openxmlformats.org/officeDocument/2006/relationships/slideLayout" Target="../slideLayouts/slideLayout102.xml"/><Relationship Id="rId5" Type="http://schemas.openxmlformats.org/officeDocument/2006/relationships/slideLayout" Target="../slideLayouts/slideLayout101.xml"/><Relationship Id="rId10" Type="http://schemas.openxmlformats.org/officeDocument/2006/relationships/image" Target="../media/image11.jpeg"/><Relationship Id="rId4" Type="http://schemas.openxmlformats.org/officeDocument/2006/relationships/slideLayout" Target="../slideLayouts/slideLayout100.xml"/><Relationship Id="rId9" Type="http://schemas.openxmlformats.org/officeDocument/2006/relationships/image" Target="../media/image10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="" xmlns:a16="http://schemas.microsoft.com/office/drawing/2014/main" id="{1E3F7C60-F8F0-1EBB-F071-254B507464F7}"/>
              </a:ext>
            </a:extLst>
          </p:cNvPr>
          <p:cNvSpPr txBox="1"/>
          <p:nvPr userDrawn="1">
            <p:extLst>
              <p:ext uri="{1162E1C5-73C7-4A58-AE30-91384D911F3F}">
                <p184:classification xmlns="" xmlns:p184="http://schemas.microsoft.com/office/powerpoint/2018/4/main" val="hdr"/>
              </p:ext>
            </p:extLst>
          </p:nvPr>
        </p:nvSpPr>
        <p:spPr>
          <a:xfrm>
            <a:off x="11083925" y="0"/>
            <a:ext cx="11414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s-AR" sz="10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Documento: Personal</a:t>
            </a:r>
          </a:p>
        </p:txBody>
      </p:sp>
    </p:spTree>
    <p:extLst>
      <p:ext uri="{BB962C8B-B14F-4D97-AF65-F5344CB8AC3E}">
        <p14:creationId xmlns:p14="http://schemas.microsoft.com/office/powerpoint/2010/main" val="29976716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7" r:id="rId1"/>
    <p:sldLayoutId id="2147483898" r:id="rId2"/>
    <p:sldLayoutId id="2147483899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="" xmlns:a16="http://schemas.microsoft.com/office/drawing/2014/main" id="{EDA1749A-D060-B1D0-FDC4-7A3A83CED949}"/>
              </a:ext>
            </a:extLst>
          </p:cNvPr>
          <p:cNvSpPr txBox="1"/>
          <p:nvPr userDrawn="1">
            <p:extLst>
              <p:ext uri="{1162E1C5-73C7-4A58-AE30-91384D911F3F}">
                <p184:classification xmlns="" xmlns:p184="http://schemas.microsoft.com/office/powerpoint/2018/4/main" val="hdr"/>
              </p:ext>
            </p:extLst>
          </p:nvPr>
        </p:nvSpPr>
        <p:spPr>
          <a:xfrm>
            <a:off x="11083925" y="0"/>
            <a:ext cx="11414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s-AR" sz="10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Documento: Personal</a:t>
            </a:r>
          </a:p>
        </p:txBody>
      </p:sp>
    </p:spTree>
    <p:extLst>
      <p:ext uri="{BB962C8B-B14F-4D97-AF65-F5344CB8AC3E}">
        <p14:creationId xmlns:p14="http://schemas.microsoft.com/office/powerpoint/2010/main" val="8612394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3" r:id="rId1"/>
    <p:sldLayoutId id="2147483913" r:id="rId2"/>
  </p:sldLayoutIdLst>
  <p:hf hdr="0" ftr="0" dt="0"/>
  <p:txStyles>
    <p:titleStyle>
      <a:lvl1pPr algn="l" defTabSz="1187798" rtl="0" eaLnBrk="1" latinLnBrk="0" hangingPunct="1">
        <a:lnSpc>
          <a:spcPct val="90000"/>
        </a:lnSpc>
        <a:spcBef>
          <a:spcPct val="0"/>
        </a:spcBef>
        <a:buNone/>
        <a:defRPr sz="571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950" indent="-296950" algn="l" defTabSz="1187798" rtl="0" eaLnBrk="1" latinLnBrk="0" hangingPunct="1">
        <a:lnSpc>
          <a:spcPct val="90000"/>
        </a:lnSpc>
        <a:spcBef>
          <a:spcPts val="1299"/>
        </a:spcBef>
        <a:buFont typeface="Arial" panose="020B0604020202020204" pitchFamily="34" charset="0"/>
        <a:buChar char="•"/>
        <a:defRPr sz="3636" kern="1200">
          <a:solidFill>
            <a:schemeClr val="tx1"/>
          </a:solidFill>
          <a:latin typeface="+mn-lt"/>
          <a:ea typeface="+mn-ea"/>
          <a:cs typeface="+mn-cs"/>
        </a:defRPr>
      </a:lvl1pPr>
      <a:lvl2pPr marL="890849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8" kern="1200">
          <a:solidFill>
            <a:schemeClr val="tx1"/>
          </a:solidFill>
          <a:latin typeface="+mn-lt"/>
          <a:ea typeface="+mn-ea"/>
          <a:cs typeface="+mn-cs"/>
        </a:defRPr>
      </a:lvl2pPr>
      <a:lvl3pPr marL="1484748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8" kern="1200">
          <a:solidFill>
            <a:schemeClr val="tx1"/>
          </a:solidFill>
          <a:latin typeface="+mn-lt"/>
          <a:ea typeface="+mn-ea"/>
          <a:cs typeface="+mn-cs"/>
        </a:defRPr>
      </a:lvl3pPr>
      <a:lvl4pPr marL="2078648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6725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860346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454245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5048144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1pPr>
      <a:lvl2pPr marL="59390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2pPr>
      <a:lvl3pPr marL="11877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3pPr>
      <a:lvl4pPr marL="1781699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3755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29694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563396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1572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4751195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="" xmlns:p15="http://schemas.microsoft.com/office/powerpoint/2012/main">
        <p15:guide id="1" orient="horz" pos="2161">
          <p15:clr>
            <a:srgbClr val="F26B43"/>
          </p15:clr>
        </p15:guide>
        <p15:guide id="2" pos="3842">
          <p15:clr>
            <a:srgbClr val="F26B43"/>
          </p15:clr>
        </p15:guide>
        <p15:guide id="3" pos="458">
          <p15:clr>
            <a:srgbClr val="F26B43"/>
          </p15:clr>
        </p15:guide>
        <p15:guide id="4" pos="7225">
          <p15:clr>
            <a:srgbClr val="F26B43"/>
          </p15:clr>
        </p15:guide>
        <p15:guide id="5" orient="horz" pos="4100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6785A3D6-1271-D247-9E96-1B376F4BE7BE}"/>
              </a:ext>
            </a:extLst>
          </p:cNvPr>
          <p:cNvSpPr txBox="1"/>
          <p:nvPr userDrawn="1"/>
        </p:nvSpPr>
        <p:spPr>
          <a:xfrm>
            <a:off x="1095467" y="6356939"/>
            <a:ext cx="1463467" cy="242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74" b="0" baseline="0" dirty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Huawei Confidential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EABEE2EE-BF4D-7A4A-B3C6-9E47668CCD98}"/>
              </a:ext>
            </a:extLst>
          </p:cNvPr>
          <p:cNvSpPr txBox="1"/>
          <p:nvPr userDrawn="1"/>
        </p:nvSpPr>
        <p:spPr>
          <a:xfrm>
            <a:off x="734131" y="6402806"/>
            <a:ext cx="499729" cy="1502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84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837181-38C6-AD4F-B8BA-B444770388BB}" type="slidenum">
              <a:rPr lang="en-US" sz="974" smtClean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marL="0" marR="0" lvl="0" indent="0" algn="l" defTabSz="8908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lang="en-US" sz="974" dirty="0">
              <a:solidFill>
                <a:srgbClr val="1D1D1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1" name="图片 4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5999" y="6319870"/>
            <a:ext cx="1269075" cy="271153"/>
          </a:xfrm>
          <a:prstGeom prst="rect">
            <a:avLst/>
          </a:prstGeom>
        </p:spPr>
      </p:pic>
      <p:grpSp>
        <p:nvGrpSpPr>
          <p:cNvPr id="25" name="组合 24"/>
          <p:cNvGrpSpPr/>
          <p:nvPr userDrawn="1"/>
        </p:nvGrpSpPr>
        <p:grpSpPr>
          <a:xfrm>
            <a:off x="12216278" y="2931937"/>
            <a:ext cx="1982916" cy="3934682"/>
            <a:chOff x="12216278" y="2262477"/>
            <a:chExt cx="1982916" cy="4604143"/>
          </a:xfrm>
        </p:grpSpPr>
        <p:grpSp>
          <p:nvGrpSpPr>
            <p:cNvPr id="26" name="组合 25"/>
            <p:cNvGrpSpPr/>
            <p:nvPr userDrawn="1"/>
          </p:nvGrpSpPr>
          <p:grpSpPr>
            <a:xfrm>
              <a:off x="12315635" y="2262477"/>
              <a:ext cx="1883559" cy="692624"/>
              <a:chOff x="12315635" y="2207613"/>
              <a:chExt cx="1883559" cy="692624"/>
            </a:xfrm>
          </p:grpSpPr>
          <p:sp>
            <p:nvSpPr>
              <p:cNvPr id="44" name="矩形 5">
                <a:extLst>
                  <a:ext uri="{FF2B5EF4-FFF2-40B4-BE49-F238E27FC236}">
                    <a16:creationId xmlns="" xmlns:a16="http://schemas.microsoft.com/office/drawing/2014/main" id="{3B0B5EC2-EA55-CC45-A9D0-D5EA5D768C99}"/>
                  </a:ext>
                </a:extLst>
              </p:cNvPr>
              <p:cNvSpPr/>
              <p:nvPr userDrawn="1"/>
            </p:nvSpPr>
            <p:spPr>
              <a:xfrm>
                <a:off x="12315635" y="2401808"/>
                <a:ext cx="911019" cy="498429"/>
              </a:xfrm>
              <a:prstGeom prst="rect">
                <a:avLst/>
              </a:prstGeom>
              <a:solidFill>
                <a:srgbClr val="C8102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P</a:t>
                </a:r>
                <a:r>
                  <a:rPr kumimoji="1" lang="en-US" altLang="zh-Hant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ANTONE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 186C</a:t>
                </a:r>
              </a:p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RGB 200/16/46</a:t>
                </a:r>
              </a:p>
            </p:txBody>
          </p:sp>
          <p:sp>
            <p:nvSpPr>
              <p:cNvPr id="45" name="矩形 9">
                <a:extLst>
                  <a:ext uri="{FF2B5EF4-FFF2-40B4-BE49-F238E27FC236}">
                    <a16:creationId xmlns="" xmlns:a16="http://schemas.microsoft.com/office/drawing/2014/main" id="{992224C5-04A6-C041-B257-13137945DBB8}"/>
                  </a:ext>
                </a:extLst>
              </p:cNvPr>
              <p:cNvSpPr/>
              <p:nvPr userDrawn="1"/>
            </p:nvSpPr>
            <p:spPr>
              <a:xfrm>
                <a:off x="13288175" y="2401808"/>
                <a:ext cx="911019" cy="498429"/>
              </a:xfrm>
              <a:prstGeom prst="rect">
                <a:avLst/>
              </a:prstGeom>
              <a:solidFill>
                <a:srgbClr val="C7000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P</a:t>
                </a:r>
                <a:r>
                  <a:rPr kumimoji="1" lang="en-US" altLang="zh-Hant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ANTONE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 185C</a:t>
                </a:r>
              </a:p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RGB 199/0/11</a:t>
                </a:r>
              </a:p>
            </p:txBody>
          </p:sp>
          <p:sp>
            <p:nvSpPr>
              <p:cNvPr id="46" name="文本框 31">
                <a:extLst>
                  <a:ext uri="{FF2B5EF4-FFF2-40B4-BE49-F238E27FC236}">
                    <a16:creationId xmlns="" xmlns:a16="http://schemas.microsoft.com/office/drawing/2014/main" id="{58918196-0639-EE4B-AFC2-315BE04587B9}"/>
                  </a:ext>
                </a:extLst>
              </p:cNvPr>
              <p:cNvSpPr txBox="1"/>
              <p:nvPr userDrawn="1"/>
            </p:nvSpPr>
            <p:spPr>
              <a:xfrm>
                <a:off x="12326898" y="2207613"/>
                <a:ext cx="384721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kumimoji="1" lang="zh-CN" altLang="en-US" sz="1000" dirty="0">
                    <a:solidFill>
                      <a:schemeClr val="tx1"/>
                    </a:solidFill>
                    <a:latin typeface="Arial" panose="020B0604020202020204" pitchFamily="34" charset="0"/>
                    <a:ea typeface="Microsoft YaHei" panose="020B0503020204020204" pitchFamily="34" charset="-122"/>
                  </a:rPr>
                  <a:t>品牌色</a:t>
                </a:r>
              </a:p>
            </p:txBody>
          </p:sp>
        </p:grpSp>
        <p:grpSp>
          <p:nvGrpSpPr>
            <p:cNvPr id="27" name="组合 26"/>
            <p:cNvGrpSpPr/>
            <p:nvPr userDrawn="1"/>
          </p:nvGrpSpPr>
          <p:grpSpPr>
            <a:xfrm>
              <a:off x="12216278" y="3080825"/>
              <a:ext cx="1982912" cy="3785795"/>
              <a:chOff x="12216278" y="3080825"/>
              <a:chExt cx="1982912" cy="3785795"/>
            </a:xfrm>
          </p:grpSpPr>
          <p:sp>
            <p:nvSpPr>
              <p:cNvPr id="28" name="矩形 12">
                <a:extLst>
                  <a:ext uri="{FF2B5EF4-FFF2-40B4-BE49-F238E27FC236}">
                    <a16:creationId xmlns="" xmlns:a16="http://schemas.microsoft.com/office/drawing/2014/main" id="{DCA8B73C-0B87-284F-805F-752EBF20B768}"/>
                  </a:ext>
                </a:extLst>
              </p:cNvPr>
              <p:cNvSpPr/>
              <p:nvPr userDrawn="1"/>
            </p:nvSpPr>
            <p:spPr>
              <a:xfrm>
                <a:off x="12315640" y="3785971"/>
                <a:ext cx="885201" cy="462672"/>
              </a:xfrm>
              <a:prstGeom prst="rect">
                <a:avLst/>
              </a:prstGeom>
              <a:solidFill>
                <a:srgbClr val="EA5A4F"/>
              </a:solidFill>
              <a:ln>
                <a:solidFill>
                  <a:srgbClr val="EA5A4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 234</a:t>
                </a: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90/79</a:t>
                </a:r>
                <a:endParaRPr kumimoji="1" lang="mr-IN" altLang="zh-CN" sz="700" b="1" dirty="0">
                  <a:solidFill>
                    <a:schemeClr val="tx2"/>
                  </a:solidFill>
                  <a:latin typeface="Arial" panose="020B0604020202020204" pitchFamily="34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29" name="矩形 13">
                <a:extLst>
                  <a:ext uri="{FF2B5EF4-FFF2-40B4-BE49-F238E27FC236}">
                    <a16:creationId xmlns="" xmlns:a16="http://schemas.microsoft.com/office/drawing/2014/main" id="{138A39A8-BB4E-CD4E-9201-F1785C874F92}"/>
                  </a:ext>
                </a:extLst>
              </p:cNvPr>
              <p:cNvSpPr/>
              <p:nvPr userDrawn="1"/>
            </p:nvSpPr>
            <p:spPr>
              <a:xfrm>
                <a:off x="12315640" y="3259312"/>
                <a:ext cx="885201" cy="462672"/>
              </a:xfrm>
              <a:prstGeom prst="rect">
                <a:avLst/>
              </a:prstGeom>
              <a:solidFill>
                <a:srgbClr val="78000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 120</a:t>
                </a: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0/15</a:t>
                </a:r>
                <a:endParaRPr kumimoji="1" lang="mr-IN" altLang="zh-CN" sz="700" b="1" dirty="0">
                  <a:solidFill>
                    <a:schemeClr val="tx2"/>
                  </a:solidFill>
                  <a:latin typeface="Arial" panose="020B0604020202020204" pitchFamily="34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0" name="文本框 15">
                <a:extLst>
                  <a:ext uri="{FF2B5EF4-FFF2-40B4-BE49-F238E27FC236}">
                    <a16:creationId xmlns="" xmlns:a16="http://schemas.microsoft.com/office/drawing/2014/main" id="{8F53C07A-1022-C740-8F8D-97538E174D38}"/>
                  </a:ext>
                </a:extLst>
              </p:cNvPr>
              <p:cNvSpPr txBox="1"/>
              <p:nvPr userDrawn="1"/>
            </p:nvSpPr>
            <p:spPr>
              <a:xfrm>
                <a:off x="12216278" y="3080825"/>
                <a:ext cx="569387" cy="153888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b" anchorCtr="0">
                <a:sp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kumimoji="1" lang="zh-CN" altLang="en-US" sz="1000" dirty="0">
                    <a:solidFill>
                      <a:schemeClr val="tx1"/>
                    </a:solidFill>
                    <a:latin typeface="Arial" panose="020B0604020202020204" pitchFamily="34" charset="0"/>
                    <a:ea typeface="Microsoft YaHei" panose="020B0503020204020204" pitchFamily="34" charset="-122"/>
                  </a:rPr>
                  <a:t>辅助色</a:t>
                </a:r>
              </a:p>
            </p:txBody>
          </p:sp>
          <p:sp>
            <p:nvSpPr>
              <p:cNvPr id="31" name="矩形 16">
                <a:extLst>
                  <a:ext uri="{FF2B5EF4-FFF2-40B4-BE49-F238E27FC236}">
                    <a16:creationId xmlns="" xmlns:a16="http://schemas.microsoft.com/office/drawing/2014/main" id="{306A7598-C00D-994F-82DA-B39F3C2E0AAD}"/>
                  </a:ext>
                </a:extLst>
              </p:cNvPr>
              <p:cNvSpPr/>
              <p:nvPr userDrawn="1"/>
            </p:nvSpPr>
            <p:spPr>
              <a:xfrm>
                <a:off x="12315640" y="4836793"/>
                <a:ext cx="885201" cy="462672"/>
              </a:xfrm>
              <a:prstGeom prst="rect">
                <a:avLst/>
              </a:prstGeom>
              <a:solidFill>
                <a:srgbClr val="F8B53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 248</a:t>
                </a: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181/60</a:t>
                </a:r>
                <a:endParaRPr kumimoji="1" lang="mr-IN" altLang="zh-CN" sz="700" b="1" dirty="0">
                  <a:solidFill>
                    <a:schemeClr val="tx2"/>
                  </a:solidFill>
                  <a:latin typeface="Arial" panose="020B0604020202020204" pitchFamily="34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2" name="矩形 17">
                <a:extLst>
                  <a:ext uri="{FF2B5EF4-FFF2-40B4-BE49-F238E27FC236}">
                    <a16:creationId xmlns="" xmlns:a16="http://schemas.microsoft.com/office/drawing/2014/main" id="{C1423292-FF2F-A74C-943E-1C3C47534098}"/>
                  </a:ext>
                </a:extLst>
              </p:cNvPr>
              <p:cNvSpPr/>
              <p:nvPr userDrawn="1"/>
            </p:nvSpPr>
            <p:spPr>
              <a:xfrm>
                <a:off x="12315640" y="4319278"/>
                <a:ext cx="885201" cy="462672"/>
              </a:xfrm>
              <a:prstGeom prst="rect">
                <a:avLst/>
              </a:prstGeom>
              <a:solidFill>
                <a:srgbClr val="EB5C0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 235</a:t>
                </a: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92/1</a:t>
                </a:r>
                <a:endParaRPr kumimoji="1" lang="mr-IN" altLang="zh-CN" sz="700" b="1" dirty="0">
                  <a:solidFill>
                    <a:schemeClr val="tx2"/>
                  </a:solidFill>
                  <a:latin typeface="Arial" panose="020B0604020202020204" pitchFamily="34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3" name="矩形 18">
                <a:extLst>
                  <a:ext uri="{FF2B5EF4-FFF2-40B4-BE49-F238E27FC236}">
                    <a16:creationId xmlns="" xmlns:a16="http://schemas.microsoft.com/office/drawing/2014/main" id="{2A29AF15-F5C4-A842-A63B-5DBA549CB92F}"/>
                  </a:ext>
                </a:extLst>
              </p:cNvPr>
              <p:cNvSpPr/>
              <p:nvPr userDrawn="1"/>
            </p:nvSpPr>
            <p:spPr>
              <a:xfrm>
                <a:off x="12315636" y="5880294"/>
                <a:ext cx="911019" cy="462672"/>
              </a:xfrm>
              <a:prstGeom prst="rect">
                <a:avLst/>
              </a:prstGeom>
              <a:solidFill>
                <a:srgbClr val="89898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 137/137/137</a:t>
                </a:r>
                <a:endParaRPr kumimoji="1" lang="mr-IN" altLang="zh-CN" sz="700" b="1" dirty="0">
                  <a:solidFill>
                    <a:schemeClr val="tx2"/>
                  </a:solidFill>
                  <a:latin typeface="Arial" panose="020B0604020202020204" pitchFamily="34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4" name="矩形 19">
                <a:extLst>
                  <a:ext uri="{FF2B5EF4-FFF2-40B4-BE49-F238E27FC236}">
                    <a16:creationId xmlns="" xmlns:a16="http://schemas.microsoft.com/office/drawing/2014/main" id="{E9EA970A-4D36-BC41-B8BE-40DF553320E7}"/>
                  </a:ext>
                </a:extLst>
              </p:cNvPr>
              <p:cNvSpPr/>
              <p:nvPr userDrawn="1"/>
            </p:nvSpPr>
            <p:spPr>
              <a:xfrm>
                <a:off x="12315636" y="5362779"/>
                <a:ext cx="911019" cy="462672"/>
              </a:xfrm>
              <a:prstGeom prst="rect">
                <a:avLst/>
              </a:prstGeom>
              <a:solidFill>
                <a:srgbClr val="23181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 35/24/21</a:t>
                </a:r>
                <a:endParaRPr kumimoji="1" lang="mr-IN" altLang="zh-CN" sz="700" b="1" dirty="0">
                  <a:solidFill>
                    <a:schemeClr val="tx2"/>
                  </a:solidFill>
                  <a:latin typeface="Arial" panose="020B0604020202020204" pitchFamily="34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5" name="矩形 22">
                <a:extLst>
                  <a:ext uri="{FF2B5EF4-FFF2-40B4-BE49-F238E27FC236}">
                    <a16:creationId xmlns="" xmlns:a16="http://schemas.microsoft.com/office/drawing/2014/main" id="{14EE21FB-1D92-0241-ABA5-5E9A6AEE0DC8}"/>
                  </a:ext>
                </a:extLst>
              </p:cNvPr>
              <p:cNvSpPr/>
              <p:nvPr userDrawn="1"/>
            </p:nvSpPr>
            <p:spPr>
              <a:xfrm>
                <a:off x="12315636" y="6403948"/>
                <a:ext cx="911019" cy="462672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bg1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bg1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 221</a:t>
                </a:r>
                <a:r>
                  <a:rPr kumimoji="1" lang="mr-IN" altLang="zh-CN" sz="700" b="1" dirty="0">
                    <a:solidFill>
                      <a:schemeClr val="bg1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bg1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221/221</a:t>
                </a:r>
                <a:endParaRPr kumimoji="1" lang="mr-IN" altLang="zh-CN" sz="700" b="1" dirty="0">
                  <a:solidFill>
                    <a:schemeClr val="bg1"/>
                  </a:solidFill>
                  <a:latin typeface="Arial" panose="020B0604020202020204" pitchFamily="34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6" name="矩形 12">
                <a:extLst>
                  <a:ext uri="{FF2B5EF4-FFF2-40B4-BE49-F238E27FC236}">
                    <a16:creationId xmlns="" xmlns:a16="http://schemas.microsoft.com/office/drawing/2014/main" id="{883734A3-2645-434A-9DCC-1416B6C687CC}"/>
                  </a:ext>
                </a:extLst>
              </p:cNvPr>
              <p:cNvSpPr/>
              <p:nvPr userDrawn="1"/>
            </p:nvSpPr>
            <p:spPr>
              <a:xfrm>
                <a:off x="13288175" y="3785971"/>
                <a:ext cx="885201" cy="462672"/>
              </a:xfrm>
              <a:prstGeom prst="rect">
                <a:avLst/>
              </a:prstGeom>
              <a:solidFill>
                <a:srgbClr val="E98C8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 233</a:t>
                </a: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140/128</a:t>
                </a:r>
                <a:endParaRPr kumimoji="1" lang="mr-IN" altLang="zh-CN" sz="700" b="1" dirty="0">
                  <a:solidFill>
                    <a:schemeClr val="tx2"/>
                  </a:solidFill>
                  <a:latin typeface="Arial" panose="020B0604020202020204" pitchFamily="34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7" name="矩形 13">
                <a:extLst>
                  <a:ext uri="{FF2B5EF4-FFF2-40B4-BE49-F238E27FC236}">
                    <a16:creationId xmlns="" xmlns:a16="http://schemas.microsoft.com/office/drawing/2014/main" id="{1FF13552-FB3D-134A-A80A-6CFB35DFE1A1}"/>
                  </a:ext>
                </a:extLst>
              </p:cNvPr>
              <p:cNvSpPr/>
              <p:nvPr userDrawn="1"/>
            </p:nvSpPr>
            <p:spPr>
              <a:xfrm>
                <a:off x="13288175" y="3259312"/>
                <a:ext cx="885201" cy="462672"/>
              </a:xfrm>
              <a:prstGeom prst="rect">
                <a:avLst/>
              </a:prstGeom>
              <a:solidFill>
                <a:srgbClr val="A72126"/>
              </a:solidFill>
              <a:ln>
                <a:solidFill>
                  <a:srgbClr val="9F000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 159</a:t>
                </a: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0/1</a:t>
                </a:r>
                <a:endParaRPr kumimoji="1" lang="mr-IN" altLang="zh-CN" sz="700" b="1" dirty="0">
                  <a:solidFill>
                    <a:schemeClr val="tx2"/>
                  </a:solidFill>
                  <a:latin typeface="Arial" panose="020B0604020202020204" pitchFamily="34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8" name="矩形 16">
                <a:extLst>
                  <a:ext uri="{FF2B5EF4-FFF2-40B4-BE49-F238E27FC236}">
                    <a16:creationId xmlns="" xmlns:a16="http://schemas.microsoft.com/office/drawing/2014/main" id="{0A96471B-CB12-1443-B01F-C14C9112C149}"/>
                  </a:ext>
                </a:extLst>
              </p:cNvPr>
              <p:cNvSpPr/>
              <p:nvPr userDrawn="1"/>
            </p:nvSpPr>
            <p:spPr>
              <a:xfrm>
                <a:off x="13288175" y="4836793"/>
                <a:ext cx="885201" cy="462672"/>
              </a:xfrm>
              <a:prstGeom prst="rect">
                <a:avLst/>
              </a:prstGeom>
              <a:solidFill>
                <a:srgbClr val="F5DC5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bg1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bg1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 245</a:t>
                </a:r>
                <a:r>
                  <a:rPr kumimoji="1" lang="mr-IN" altLang="zh-CN" sz="700" b="1" dirty="0">
                    <a:solidFill>
                      <a:schemeClr val="bg1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bg1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220/87</a:t>
                </a:r>
                <a:endParaRPr kumimoji="1" lang="mr-IN" altLang="zh-CN" sz="700" b="1" dirty="0">
                  <a:solidFill>
                    <a:schemeClr val="bg1"/>
                  </a:solidFill>
                  <a:latin typeface="Arial" panose="020B0604020202020204" pitchFamily="34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9" name="矩形 17">
                <a:extLst>
                  <a:ext uri="{FF2B5EF4-FFF2-40B4-BE49-F238E27FC236}">
                    <a16:creationId xmlns="" xmlns:a16="http://schemas.microsoft.com/office/drawing/2014/main" id="{61890D59-CF8B-1449-A836-3A304EC9A907}"/>
                  </a:ext>
                </a:extLst>
              </p:cNvPr>
              <p:cNvSpPr/>
              <p:nvPr userDrawn="1"/>
            </p:nvSpPr>
            <p:spPr>
              <a:xfrm>
                <a:off x="13288175" y="4319278"/>
                <a:ext cx="885201" cy="462672"/>
              </a:xfrm>
              <a:prstGeom prst="rect">
                <a:avLst/>
              </a:prstGeom>
              <a:solidFill>
                <a:srgbClr val="F085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 240</a:t>
                </a: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133/0</a:t>
                </a:r>
                <a:endParaRPr kumimoji="1" lang="mr-IN" altLang="zh-CN" sz="700" b="1" dirty="0">
                  <a:solidFill>
                    <a:schemeClr val="tx2"/>
                  </a:solidFill>
                  <a:latin typeface="Arial" panose="020B0604020202020204" pitchFamily="34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40" name="矩形 18">
                <a:extLst>
                  <a:ext uri="{FF2B5EF4-FFF2-40B4-BE49-F238E27FC236}">
                    <a16:creationId xmlns="" xmlns:a16="http://schemas.microsoft.com/office/drawing/2014/main" id="{0466A1E1-E7C7-FD49-9880-9E44BED19FF5}"/>
                  </a:ext>
                </a:extLst>
              </p:cNvPr>
              <p:cNvSpPr/>
              <p:nvPr userDrawn="1"/>
            </p:nvSpPr>
            <p:spPr>
              <a:xfrm>
                <a:off x="13288171" y="5880294"/>
                <a:ext cx="911019" cy="462672"/>
              </a:xfrm>
              <a:prstGeom prst="rect">
                <a:avLst/>
              </a:prstGeom>
              <a:solidFill>
                <a:srgbClr val="B5B5B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 181</a:t>
                </a: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181/181</a:t>
                </a:r>
                <a:endParaRPr kumimoji="1" lang="mr-IN" altLang="zh-CN" sz="700" b="1" dirty="0">
                  <a:solidFill>
                    <a:schemeClr val="tx2"/>
                  </a:solidFill>
                  <a:latin typeface="Arial" panose="020B0604020202020204" pitchFamily="34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42" name="矩形 19">
                <a:extLst>
                  <a:ext uri="{FF2B5EF4-FFF2-40B4-BE49-F238E27FC236}">
                    <a16:creationId xmlns="" xmlns:a16="http://schemas.microsoft.com/office/drawing/2014/main" id="{B21AD6AC-1275-0142-A9EA-D77B26CB40EF}"/>
                  </a:ext>
                </a:extLst>
              </p:cNvPr>
              <p:cNvSpPr/>
              <p:nvPr userDrawn="1"/>
            </p:nvSpPr>
            <p:spPr>
              <a:xfrm>
                <a:off x="13288171" y="5362779"/>
                <a:ext cx="911019" cy="462672"/>
              </a:xfrm>
              <a:prstGeom prst="rect">
                <a:avLst/>
              </a:prstGeom>
              <a:solidFill>
                <a:srgbClr val="59575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 89</a:t>
                </a: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87/87</a:t>
                </a:r>
                <a:endParaRPr kumimoji="1" lang="mr-IN" altLang="zh-CN" sz="700" b="1" dirty="0">
                  <a:solidFill>
                    <a:schemeClr val="tx2"/>
                  </a:solidFill>
                  <a:latin typeface="Arial" panose="020B0604020202020204" pitchFamily="34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43" name="矩形 22">
                <a:extLst>
                  <a:ext uri="{FF2B5EF4-FFF2-40B4-BE49-F238E27FC236}">
                    <a16:creationId xmlns="" xmlns:a16="http://schemas.microsoft.com/office/drawing/2014/main" id="{238BAC2A-AE09-A84D-875D-8472236D6610}"/>
                  </a:ext>
                </a:extLst>
              </p:cNvPr>
              <p:cNvSpPr/>
              <p:nvPr userDrawn="1"/>
            </p:nvSpPr>
            <p:spPr>
              <a:xfrm>
                <a:off x="13288171" y="6403948"/>
                <a:ext cx="911019" cy="462672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chemeClr val="bg1">
                    <a:lumMod val="10000"/>
                    <a:lumOff val="9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bg1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bg1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 255</a:t>
                </a:r>
                <a:r>
                  <a:rPr kumimoji="1" lang="mr-IN" altLang="zh-CN" sz="700" b="1" dirty="0">
                    <a:solidFill>
                      <a:schemeClr val="bg1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bg1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255/255</a:t>
                </a:r>
                <a:endParaRPr kumimoji="1" lang="mr-IN" altLang="zh-CN" sz="700" b="1" dirty="0">
                  <a:solidFill>
                    <a:schemeClr val="bg1"/>
                  </a:solidFill>
                  <a:latin typeface="Arial" panose="020B0604020202020204" pitchFamily="34" charset="0"/>
                  <a:ea typeface="Arial" charset="0"/>
                  <a:cs typeface="Arial" charset="0"/>
                </a:endParaRPr>
              </a:p>
            </p:txBody>
          </p:sp>
        </p:grpSp>
      </p:grpSp>
      <p:sp>
        <p:nvSpPr>
          <p:cNvPr id="5" name="CuadroTexto 4">
            <a:extLst>
              <a:ext uri="{FF2B5EF4-FFF2-40B4-BE49-F238E27FC236}">
                <a16:creationId xmlns="" xmlns:a16="http://schemas.microsoft.com/office/drawing/2014/main" id="{3B7791B1-D684-7367-A6BE-FE8B047BF7A9}"/>
              </a:ext>
            </a:extLst>
          </p:cNvPr>
          <p:cNvSpPr txBox="1"/>
          <p:nvPr userDrawn="1">
            <p:extLst>
              <p:ext uri="{1162E1C5-73C7-4A58-AE30-91384D911F3F}">
                <p184:classification xmlns="" xmlns:p184="http://schemas.microsoft.com/office/powerpoint/2018/4/main" val="hdr"/>
              </p:ext>
            </p:extLst>
          </p:nvPr>
        </p:nvSpPr>
        <p:spPr>
          <a:xfrm>
            <a:off x="11083925" y="0"/>
            <a:ext cx="11414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s-AR" sz="10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Documento: Personal</a:t>
            </a:r>
          </a:p>
        </p:txBody>
      </p:sp>
    </p:spTree>
    <p:extLst>
      <p:ext uri="{BB962C8B-B14F-4D97-AF65-F5344CB8AC3E}">
        <p14:creationId xmlns:p14="http://schemas.microsoft.com/office/powerpoint/2010/main" val="990565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1" r:id="rId1"/>
  </p:sldLayoutIdLst>
  <p:hf hdr="0" ftr="0" dt="0"/>
  <p:txStyles>
    <p:titleStyle>
      <a:lvl1pPr algn="l" defTabSz="1187798" rtl="0" eaLnBrk="1" latinLnBrk="0" hangingPunct="1">
        <a:lnSpc>
          <a:spcPct val="90000"/>
        </a:lnSpc>
        <a:spcBef>
          <a:spcPct val="0"/>
        </a:spcBef>
        <a:buNone/>
        <a:defRPr sz="571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950" indent="-296950" algn="l" defTabSz="1187798" rtl="0" eaLnBrk="1" latinLnBrk="0" hangingPunct="1">
        <a:lnSpc>
          <a:spcPct val="90000"/>
        </a:lnSpc>
        <a:spcBef>
          <a:spcPts val="1299"/>
        </a:spcBef>
        <a:buFont typeface="Arial" panose="020B0604020202020204" pitchFamily="34" charset="0"/>
        <a:buChar char="•"/>
        <a:defRPr sz="3636" kern="1200">
          <a:solidFill>
            <a:schemeClr val="tx1"/>
          </a:solidFill>
          <a:latin typeface="+mn-lt"/>
          <a:ea typeface="+mn-ea"/>
          <a:cs typeface="+mn-cs"/>
        </a:defRPr>
      </a:lvl1pPr>
      <a:lvl2pPr marL="890849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8" kern="1200">
          <a:solidFill>
            <a:schemeClr val="tx1"/>
          </a:solidFill>
          <a:latin typeface="+mn-lt"/>
          <a:ea typeface="+mn-ea"/>
          <a:cs typeface="+mn-cs"/>
        </a:defRPr>
      </a:lvl2pPr>
      <a:lvl3pPr marL="1484748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8" kern="1200">
          <a:solidFill>
            <a:schemeClr val="tx1"/>
          </a:solidFill>
          <a:latin typeface="+mn-lt"/>
          <a:ea typeface="+mn-ea"/>
          <a:cs typeface="+mn-cs"/>
        </a:defRPr>
      </a:lvl3pPr>
      <a:lvl4pPr marL="2078648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6725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860346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454245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5048144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1pPr>
      <a:lvl2pPr marL="59390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2pPr>
      <a:lvl3pPr marL="11877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3pPr>
      <a:lvl4pPr marL="1781699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3755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29694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563396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1572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4751195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="" xmlns:p15="http://schemas.microsoft.com/office/powerpoint/2012/main">
        <p15:guide id="1" orient="horz" pos="2161" userDrawn="1">
          <p15:clr>
            <a:srgbClr val="F26B43"/>
          </p15:clr>
        </p15:guide>
        <p15:guide id="2" pos="3842" userDrawn="1">
          <p15:clr>
            <a:srgbClr val="F26B43"/>
          </p15:clr>
        </p15:guide>
        <p15:guide id="3" pos="458" userDrawn="1">
          <p15:clr>
            <a:srgbClr val="F26B43"/>
          </p15:clr>
        </p15:guide>
        <p15:guide id="4" pos="7225" userDrawn="1">
          <p15:clr>
            <a:srgbClr val="F26B43"/>
          </p15:clr>
        </p15:guide>
        <p15:guide id="5" orient="horz" pos="4100" userDrawn="1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="" xmlns:a16="http://schemas.microsoft.com/office/drawing/2014/main" id="{650C5F5F-5B24-C9E9-FA3D-5390D2B8C087}"/>
              </a:ext>
            </a:extLst>
          </p:cNvPr>
          <p:cNvSpPr txBox="1"/>
          <p:nvPr userDrawn="1">
            <p:extLst>
              <p:ext uri="{1162E1C5-73C7-4A58-AE30-91384D911F3F}">
                <p184:classification xmlns="" xmlns:p184="http://schemas.microsoft.com/office/powerpoint/2018/4/main" val="hdr"/>
              </p:ext>
            </p:extLst>
          </p:nvPr>
        </p:nvSpPr>
        <p:spPr>
          <a:xfrm>
            <a:off x="11083925" y="0"/>
            <a:ext cx="11414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s-AR" sz="10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Documento: Personal</a:t>
            </a:r>
          </a:p>
        </p:txBody>
      </p:sp>
    </p:spTree>
    <p:extLst>
      <p:ext uri="{BB962C8B-B14F-4D97-AF65-F5344CB8AC3E}">
        <p14:creationId xmlns:p14="http://schemas.microsoft.com/office/powerpoint/2010/main" val="2848406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0" r:id="rId1"/>
    <p:sldLayoutId id="2147483686" r:id="rId2"/>
    <p:sldLayoutId id="2147484228" r:id="rId3"/>
  </p:sldLayoutIdLst>
  <p:hf hdr="0" ftr="0" dt="0"/>
  <p:txStyles>
    <p:titleStyle>
      <a:lvl1pPr algn="l" defTabSz="1187798" rtl="0" eaLnBrk="1" latinLnBrk="0" hangingPunct="1">
        <a:lnSpc>
          <a:spcPct val="90000"/>
        </a:lnSpc>
        <a:spcBef>
          <a:spcPct val="0"/>
        </a:spcBef>
        <a:buNone/>
        <a:defRPr sz="5000" b="0" kern="1200">
          <a:solidFill>
            <a:schemeClr val="tx1"/>
          </a:solidFill>
          <a:latin typeface="Arial" panose="020B0604020202020204" pitchFamily="34" charset="0"/>
          <a:ea typeface="Microsoft YaHei" panose="020B0503020204020204" pitchFamily="34" charset="-122"/>
          <a:cs typeface="Arial" panose="020B0604020202020204" pitchFamily="34" charset="0"/>
        </a:defRPr>
      </a:lvl1pPr>
    </p:titleStyle>
    <p:bodyStyle>
      <a:lvl1pPr marL="0" indent="0" algn="l" defTabSz="1187798" rtl="0" eaLnBrk="1" latinLnBrk="0" hangingPunct="1">
        <a:lnSpc>
          <a:spcPct val="90000"/>
        </a:lnSpc>
        <a:spcBef>
          <a:spcPts val="1299"/>
        </a:spcBef>
        <a:buFont typeface="Arial" panose="020B0604020202020204" pitchFamily="34" charset="0"/>
        <a:buNone/>
        <a:defRPr sz="1819" kern="1200">
          <a:solidFill>
            <a:srgbClr val="FFFFFF"/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1pPr>
      <a:lvl2pPr marL="593900" indent="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3118" kern="1200">
          <a:solidFill>
            <a:schemeClr val="tx1"/>
          </a:solidFill>
          <a:latin typeface="+mn-lt"/>
          <a:ea typeface="+mn-ea"/>
          <a:cs typeface="+mn-cs"/>
        </a:defRPr>
      </a:lvl2pPr>
      <a:lvl3pPr marL="1187798" indent="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598" kern="1200">
          <a:solidFill>
            <a:schemeClr val="tx1"/>
          </a:solidFill>
          <a:latin typeface="+mn-lt"/>
          <a:ea typeface="+mn-ea"/>
          <a:cs typeface="+mn-cs"/>
        </a:defRPr>
      </a:lvl3pPr>
      <a:lvl4pPr marL="1781699" indent="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375598" indent="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860346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454245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5048144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1pPr>
      <a:lvl2pPr marL="59390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2pPr>
      <a:lvl3pPr marL="11877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3pPr>
      <a:lvl4pPr marL="1781699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3755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29694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563396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1572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4751195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="" xmlns:p15="http://schemas.microsoft.com/office/powerpoint/2012/main">
        <p15:guide id="1" orient="horz" pos="2161" userDrawn="1">
          <p15:clr>
            <a:srgbClr val="F26B43"/>
          </p15:clr>
        </p15:guide>
        <p15:guide id="2" pos="3842" userDrawn="1">
          <p15:clr>
            <a:srgbClr val="F26B43"/>
          </p15:clr>
        </p15:guide>
        <p15:guide id="3" pos="458" userDrawn="1">
          <p15:clr>
            <a:srgbClr val="F26B43"/>
          </p15:clr>
        </p15:guide>
        <p15:guide id="4" pos="7216" userDrawn="1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6785A3D6-1271-D247-9E96-1B376F4BE7BE}"/>
              </a:ext>
            </a:extLst>
          </p:cNvPr>
          <p:cNvSpPr txBox="1"/>
          <p:nvPr userDrawn="1"/>
        </p:nvSpPr>
        <p:spPr>
          <a:xfrm>
            <a:off x="1095467" y="6356939"/>
            <a:ext cx="285436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0" baseline="0" dirty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Huawei Proprietary – Restricted Distribution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EABEE2EE-BF4D-7A4A-B3C6-9E47668CCD98}"/>
              </a:ext>
            </a:extLst>
          </p:cNvPr>
          <p:cNvSpPr txBox="1"/>
          <p:nvPr userDrawn="1"/>
        </p:nvSpPr>
        <p:spPr>
          <a:xfrm>
            <a:off x="734131" y="6402806"/>
            <a:ext cx="499729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84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837181-38C6-AD4F-B8BA-B444770388BB}" type="slidenum">
              <a:rPr lang="en-US" sz="900" smtClean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marL="0" marR="0" lvl="0" indent="0" algn="l" defTabSz="8908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lang="en-US" sz="900" dirty="0">
              <a:solidFill>
                <a:srgbClr val="1D1D1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7" name="Picture 46">
            <a:extLst>
              <a:ext uri="{FF2B5EF4-FFF2-40B4-BE49-F238E27FC236}">
                <a16:creationId xmlns="" xmlns:a16="http://schemas.microsoft.com/office/drawing/2014/main" id="{92D9040A-3082-2F49-987E-B51574332EF5}"/>
              </a:ext>
            </a:extLst>
          </p:cNvPr>
          <p:cNvPicPr>
            <a:picLocks noChangeAspect="1"/>
          </p:cNvPicPr>
          <p:nvPr userDrawn="1"/>
        </p:nvPicPr>
        <p:blipFill>
          <a:blip r:embed="rId3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96176" y="6323416"/>
            <a:ext cx="1270800" cy="275024"/>
          </a:xfrm>
          <a:prstGeom prst="rect">
            <a:avLst/>
          </a:prstGeom>
        </p:spPr>
      </p:pic>
      <p:grpSp>
        <p:nvGrpSpPr>
          <p:cNvPr id="5" name="Group 87">
            <a:extLst>
              <a:ext uri="{FF2B5EF4-FFF2-40B4-BE49-F238E27FC236}">
                <a16:creationId xmlns="" xmlns:a16="http://schemas.microsoft.com/office/drawing/2014/main" id="{CBB91E99-E194-4FBA-98E8-C8C541AFAD74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2290470" y="2625389"/>
            <a:ext cx="1967973" cy="4233515"/>
            <a:chOff x="5343885" y="-48857"/>
            <a:chExt cx="3271316" cy="7037279"/>
          </a:xfrm>
        </p:grpSpPr>
        <p:sp>
          <p:nvSpPr>
            <p:cNvPr id="6" name="矩形 13">
              <a:extLst>
                <a:ext uri="{FF2B5EF4-FFF2-40B4-BE49-F238E27FC236}">
                  <a16:creationId xmlns="" xmlns:a16="http://schemas.microsoft.com/office/drawing/2014/main" id="{87062D29-4B3D-43C6-B2F4-87266745F218}"/>
                </a:ext>
              </a:extLst>
            </p:cNvPr>
            <p:cNvSpPr/>
            <p:nvPr userDrawn="1"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196/0/84</a:t>
              </a:r>
            </a:p>
          </p:txBody>
        </p:sp>
        <p:sp>
          <p:nvSpPr>
            <p:cNvPr id="7" name="文本框 15">
              <a:extLst>
                <a:ext uri="{FF2B5EF4-FFF2-40B4-BE49-F238E27FC236}">
                  <a16:creationId xmlns="" xmlns:a16="http://schemas.microsoft.com/office/drawing/2014/main" id="{CF04794B-0451-4AF0-8B15-8E5F7B62486B}"/>
                </a:ext>
              </a:extLst>
            </p:cNvPr>
            <p:cNvSpPr txBox="1"/>
            <p:nvPr userDrawn="1"/>
          </p:nvSpPr>
          <p:spPr>
            <a:xfrm>
              <a:off x="5352723" y="1694497"/>
              <a:ext cx="1052647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Arial" panose="020B0604020202020204" pitchFamily="34" charset="0"/>
                  <a:ea typeface="Microsoft YaHei" panose="020B0503020204020204" pitchFamily="34" charset="-122"/>
                </a:rPr>
                <a:t>公司辅助色</a:t>
              </a:r>
            </a:p>
          </p:txBody>
        </p:sp>
        <p:sp>
          <p:nvSpPr>
            <p:cNvPr id="8" name="矩形 13">
              <a:extLst>
                <a:ext uri="{FF2B5EF4-FFF2-40B4-BE49-F238E27FC236}">
                  <a16:creationId xmlns="" xmlns:a16="http://schemas.microsoft.com/office/drawing/2014/main" id="{0DBE7A85-19E5-4416-A13E-6FDDFBF0D93F}"/>
                </a:ext>
              </a:extLst>
            </p:cNvPr>
            <p:cNvSpPr/>
            <p:nvPr userDrawn="1"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203/55/120</a:t>
              </a:r>
            </a:p>
          </p:txBody>
        </p:sp>
        <p:sp>
          <p:nvSpPr>
            <p:cNvPr id="9" name="矩形 13">
              <a:extLst>
                <a:ext uri="{FF2B5EF4-FFF2-40B4-BE49-F238E27FC236}">
                  <a16:creationId xmlns="" xmlns:a16="http://schemas.microsoft.com/office/drawing/2014/main" id="{D0D35BE3-9F1D-49FC-BF5E-47C6902D7165}"/>
                </a:ext>
              </a:extLst>
            </p:cNvPr>
            <p:cNvSpPr/>
            <p:nvPr userDrawn="1"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237/109/0</a:t>
              </a:r>
            </a:p>
          </p:txBody>
        </p:sp>
        <p:sp>
          <p:nvSpPr>
            <p:cNvPr id="10" name="矩形 13">
              <a:extLst>
                <a:ext uri="{FF2B5EF4-FFF2-40B4-BE49-F238E27FC236}">
                  <a16:creationId xmlns="" xmlns:a16="http://schemas.microsoft.com/office/drawing/2014/main" id="{A556DFAA-1C6B-4B48-AC0A-CF59626865DB}"/>
                </a:ext>
              </a:extLst>
            </p:cNvPr>
            <p:cNvSpPr/>
            <p:nvPr userDrawn="1"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153/54/54</a:t>
              </a:r>
            </a:p>
          </p:txBody>
        </p:sp>
        <p:sp>
          <p:nvSpPr>
            <p:cNvPr id="11" name="矩形 13">
              <a:extLst>
                <a:ext uri="{FF2B5EF4-FFF2-40B4-BE49-F238E27FC236}">
                  <a16:creationId xmlns="" xmlns:a16="http://schemas.microsoft.com/office/drawing/2014/main" id="{425D8B17-2E6F-4DA0-98F8-4FA5B19A7F99}"/>
                </a:ext>
              </a:extLst>
            </p:cNvPr>
            <p:cNvSpPr/>
            <p:nvPr userDrawn="1"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98/178/48</a:t>
              </a:r>
            </a:p>
          </p:txBody>
        </p:sp>
        <p:sp>
          <p:nvSpPr>
            <p:cNvPr id="12" name="矩形 13">
              <a:extLst>
                <a:ext uri="{FF2B5EF4-FFF2-40B4-BE49-F238E27FC236}">
                  <a16:creationId xmlns="" xmlns:a16="http://schemas.microsoft.com/office/drawing/2014/main" id="{18E165AF-76C3-4826-9D25-C14CD69C9C28}"/>
                </a:ext>
              </a:extLst>
            </p:cNvPr>
            <p:cNvSpPr/>
            <p:nvPr userDrawn="1"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242/137/68</a:t>
              </a:r>
              <a:endParaRPr kumimoji="1" lang="mr-IN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charset="0"/>
                <a:cs typeface="Arial" charset="0"/>
              </a:endParaRPr>
            </a:p>
          </p:txBody>
        </p:sp>
        <p:sp>
          <p:nvSpPr>
            <p:cNvPr id="13" name="矩形 13">
              <a:extLst>
                <a:ext uri="{FF2B5EF4-FFF2-40B4-BE49-F238E27FC236}">
                  <a16:creationId xmlns="" xmlns:a16="http://schemas.microsoft.com/office/drawing/2014/main" id="{7402DD78-561C-4E4A-9131-56F32E913BA0}"/>
                </a:ext>
              </a:extLst>
            </p:cNvPr>
            <p:cNvSpPr/>
            <p:nvPr userDrawn="1"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PANTONE 185C</a:t>
              </a:r>
            </a:p>
            <a:p>
              <a:pPr algn="ctr">
                <a:lnSpc>
                  <a:spcPts val="620"/>
                </a:lnSpc>
                <a:spcBef>
                  <a:spcPts val="0"/>
                </a:spcBef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199/0/11  </a:t>
              </a:r>
            </a:p>
          </p:txBody>
        </p:sp>
        <p:sp>
          <p:nvSpPr>
            <p:cNvPr id="14" name="文本框 15">
              <a:extLst>
                <a:ext uri="{FF2B5EF4-FFF2-40B4-BE49-F238E27FC236}">
                  <a16:creationId xmlns="" xmlns:a16="http://schemas.microsoft.com/office/drawing/2014/main" id="{7BE7850B-DB89-4939-8B9F-08E87A592B05}"/>
                </a:ext>
              </a:extLst>
            </p:cNvPr>
            <p:cNvSpPr txBox="1"/>
            <p:nvPr userDrawn="1"/>
          </p:nvSpPr>
          <p:spPr>
            <a:xfrm>
              <a:off x="5343885" y="-48857"/>
              <a:ext cx="726488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Arial" panose="020B0604020202020204" pitchFamily="34" charset="0"/>
                  <a:ea typeface="Microsoft YaHei" panose="020B0503020204020204" pitchFamily="34" charset="-122"/>
                </a:rPr>
                <a:t>公司色</a:t>
              </a:r>
            </a:p>
          </p:txBody>
        </p:sp>
        <p:sp>
          <p:nvSpPr>
            <p:cNvPr id="15" name="矩形 13">
              <a:extLst>
                <a:ext uri="{FF2B5EF4-FFF2-40B4-BE49-F238E27FC236}">
                  <a16:creationId xmlns="" xmlns:a16="http://schemas.microsoft.com/office/drawing/2014/main" id="{4821ECEB-5DCD-4780-8BA6-E48654F5DB65}"/>
                </a:ext>
              </a:extLst>
            </p:cNvPr>
            <p:cNvSpPr/>
            <p:nvPr userDrawn="1"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PANTONE 186C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200/16/46  </a:t>
              </a:r>
            </a:p>
          </p:txBody>
        </p:sp>
        <p:sp>
          <p:nvSpPr>
            <p:cNvPr id="16" name="矩形 13">
              <a:extLst>
                <a:ext uri="{FF2B5EF4-FFF2-40B4-BE49-F238E27FC236}">
                  <a16:creationId xmlns="" xmlns:a16="http://schemas.microsoft.com/office/drawing/2014/main" id="{648D93AC-ED6F-4DF5-A58B-A8DB369F7E3A}"/>
                </a:ext>
              </a:extLst>
            </p:cNvPr>
            <p:cNvSpPr/>
            <p:nvPr userDrawn="1"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127/0/1</a:t>
              </a:r>
            </a:p>
          </p:txBody>
        </p:sp>
        <p:sp>
          <p:nvSpPr>
            <p:cNvPr id="17" name="矩形 13">
              <a:extLst>
                <a:ext uri="{FF2B5EF4-FFF2-40B4-BE49-F238E27FC236}">
                  <a16:creationId xmlns="" xmlns:a16="http://schemas.microsoft.com/office/drawing/2014/main" id="{E3E6EC3D-1867-4ECC-9F16-D29D3271CF3A}"/>
                </a:ext>
              </a:extLst>
            </p:cNvPr>
            <p:cNvSpPr/>
            <p:nvPr userDrawn="1"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52/200/0</a:t>
              </a:r>
            </a:p>
          </p:txBody>
        </p:sp>
        <p:sp>
          <p:nvSpPr>
            <p:cNvPr id="18" name="矩形 13">
              <a:extLst>
                <a:ext uri="{FF2B5EF4-FFF2-40B4-BE49-F238E27FC236}">
                  <a16:creationId xmlns="" xmlns:a16="http://schemas.microsoft.com/office/drawing/2014/main" id="{F5E34584-5D8D-4E4C-8F52-24B9319EC2F4}"/>
                </a:ext>
              </a:extLst>
            </p:cNvPr>
            <p:cNvSpPr/>
            <p:nvPr userDrawn="1"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48/181/197</a:t>
              </a:r>
            </a:p>
          </p:txBody>
        </p:sp>
        <p:sp>
          <p:nvSpPr>
            <p:cNvPr id="19" name="矩形 13">
              <a:extLst>
                <a:ext uri="{FF2B5EF4-FFF2-40B4-BE49-F238E27FC236}">
                  <a16:creationId xmlns="" xmlns:a16="http://schemas.microsoft.com/office/drawing/2014/main" id="{861F380C-7EE2-4915-A1B4-2DEC2F665DCD}"/>
                </a:ext>
              </a:extLst>
            </p:cNvPr>
            <p:cNvSpPr/>
            <p:nvPr userDrawn="1"/>
          </p:nvSpPr>
          <p:spPr>
            <a:xfrm>
              <a:off x="6184543" y="4866463"/>
              <a:ext cx="791510" cy="664398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129/193/95</a:t>
              </a:r>
            </a:p>
          </p:txBody>
        </p:sp>
        <p:sp>
          <p:nvSpPr>
            <p:cNvPr id="20" name="矩形 13">
              <a:extLst>
                <a:ext uri="{FF2B5EF4-FFF2-40B4-BE49-F238E27FC236}">
                  <a16:creationId xmlns="" xmlns:a16="http://schemas.microsoft.com/office/drawing/2014/main" id="{FB920400-BC53-45C0-8624-91B8E82BC5D2}"/>
                </a:ext>
              </a:extLst>
            </p:cNvPr>
            <p:cNvSpPr/>
            <p:nvPr userDrawn="1"/>
          </p:nvSpPr>
          <p:spPr>
            <a:xfrm>
              <a:off x="6182308" y="4134866"/>
              <a:ext cx="791510" cy="664398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253/211/81</a:t>
              </a:r>
            </a:p>
          </p:txBody>
        </p:sp>
        <p:sp>
          <p:nvSpPr>
            <p:cNvPr id="21" name="矩形 13">
              <a:extLst>
                <a:ext uri="{FF2B5EF4-FFF2-40B4-BE49-F238E27FC236}">
                  <a16:creationId xmlns="" xmlns:a16="http://schemas.microsoft.com/office/drawing/2014/main" id="{31078EDC-4A9F-43A4-9BA9-907569D85C92}"/>
                </a:ext>
              </a:extLst>
            </p:cNvPr>
            <p:cNvSpPr/>
            <p:nvPr userDrawn="1"/>
          </p:nvSpPr>
          <p:spPr>
            <a:xfrm>
              <a:off x="6177324" y="5596166"/>
              <a:ext cx="791510" cy="664398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86/196/210</a:t>
              </a:r>
            </a:p>
          </p:txBody>
        </p:sp>
        <p:sp>
          <p:nvSpPr>
            <p:cNvPr id="22" name="矩形 13">
              <a:extLst>
                <a:ext uri="{FF2B5EF4-FFF2-40B4-BE49-F238E27FC236}">
                  <a16:creationId xmlns="" xmlns:a16="http://schemas.microsoft.com/office/drawing/2014/main" id="{BF5ECD26-9AAC-4B7D-B7B9-5D3E0A2E9DA4}"/>
                </a:ext>
              </a:extLst>
            </p:cNvPr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211/57/65</a:t>
              </a:r>
            </a:p>
          </p:txBody>
        </p:sp>
        <p:sp>
          <p:nvSpPr>
            <p:cNvPr id="23" name="矩形 13">
              <a:extLst>
                <a:ext uri="{FF2B5EF4-FFF2-40B4-BE49-F238E27FC236}">
                  <a16:creationId xmlns="" xmlns:a16="http://schemas.microsoft.com/office/drawing/2014/main" id="{9D857771-ACBB-41B6-8066-2ED34322E554}"/>
                </a:ext>
              </a:extLst>
            </p:cNvPr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211/56/89</a:t>
              </a:r>
            </a:p>
          </p:txBody>
        </p:sp>
        <p:sp>
          <p:nvSpPr>
            <p:cNvPr id="24" name="矩形 13">
              <a:extLst>
                <a:ext uri="{FF2B5EF4-FFF2-40B4-BE49-F238E27FC236}">
                  <a16:creationId xmlns="" xmlns:a16="http://schemas.microsoft.com/office/drawing/2014/main" id="{E5C2B2E4-7360-4919-AFF0-3278A14D20A3}"/>
                </a:ext>
              </a:extLst>
            </p:cNvPr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 221/128/170</a:t>
              </a:r>
            </a:p>
          </p:txBody>
        </p:sp>
        <p:sp>
          <p:nvSpPr>
            <p:cNvPr id="25" name="矩形 13">
              <a:extLst>
                <a:ext uri="{FF2B5EF4-FFF2-40B4-BE49-F238E27FC236}">
                  <a16:creationId xmlns="" xmlns:a16="http://schemas.microsoft.com/office/drawing/2014/main" id="{205FF6C6-9AD5-4A14-97CD-DCA40CA434F5}"/>
                </a:ext>
              </a:extLst>
            </p:cNvPr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 191/128/130</a:t>
              </a:r>
            </a:p>
          </p:txBody>
        </p:sp>
        <p:sp>
          <p:nvSpPr>
            <p:cNvPr id="26" name="矩形 13">
              <a:extLst>
                <a:ext uri="{FF2B5EF4-FFF2-40B4-BE49-F238E27FC236}">
                  <a16:creationId xmlns="" xmlns:a16="http://schemas.microsoft.com/office/drawing/2014/main" id="{569590BE-ACA3-4165-A3C8-EF0EC6DE1F37}"/>
                </a:ext>
              </a:extLst>
            </p:cNvPr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 246/183/140</a:t>
              </a:r>
              <a:endParaRPr kumimoji="1" lang="mr-IN" altLang="zh-CN" sz="500" b="1" dirty="0">
                <a:solidFill>
                  <a:srgbClr val="595757"/>
                </a:solidFill>
                <a:latin typeface="Arial" panose="020B0604020202020204" pitchFamily="34" charset="0"/>
                <a:ea typeface="Arial" charset="0"/>
                <a:cs typeface="Arial" charset="0"/>
              </a:endParaRPr>
            </a:p>
          </p:txBody>
        </p:sp>
        <p:sp>
          <p:nvSpPr>
            <p:cNvPr id="27" name="矩形 13">
              <a:extLst>
                <a:ext uri="{FF2B5EF4-FFF2-40B4-BE49-F238E27FC236}">
                  <a16:creationId xmlns="" xmlns:a16="http://schemas.microsoft.com/office/drawing/2014/main" id="{A948AC6C-3900-47EE-9D2B-DAAC34E5977E}"/>
                </a:ext>
              </a:extLst>
            </p:cNvPr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 176/216/156</a:t>
              </a:r>
            </a:p>
          </p:txBody>
        </p:sp>
        <p:sp>
          <p:nvSpPr>
            <p:cNvPr id="28" name="矩形 13">
              <a:extLst>
                <a:ext uri="{FF2B5EF4-FFF2-40B4-BE49-F238E27FC236}">
                  <a16:creationId xmlns="" xmlns:a16="http://schemas.microsoft.com/office/drawing/2014/main" id="{00E044ED-DB0C-4B5B-AA77-2ED06094E771}"/>
                </a:ext>
              </a:extLst>
            </p:cNvPr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 253/227/181</a:t>
              </a:r>
            </a:p>
          </p:txBody>
        </p:sp>
        <p:sp>
          <p:nvSpPr>
            <p:cNvPr id="29" name="矩形 13">
              <a:extLst>
                <a:ext uri="{FF2B5EF4-FFF2-40B4-BE49-F238E27FC236}">
                  <a16:creationId xmlns="" xmlns:a16="http://schemas.microsoft.com/office/drawing/2014/main" id="{AF4BCC50-7A8D-4CF9-9D32-45E989EE069A}"/>
                </a:ext>
              </a:extLst>
            </p:cNvPr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 148/218/226</a:t>
              </a:r>
            </a:p>
          </p:txBody>
        </p:sp>
        <p:sp>
          <p:nvSpPr>
            <p:cNvPr id="30" name="矩形 13">
              <a:extLst>
                <a:ext uri="{FF2B5EF4-FFF2-40B4-BE49-F238E27FC236}">
                  <a16:creationId xmlns="" xmlns:a16="http://schemas.microsoft.com/office/drawing/2014/main" id="{CE13758F-40BE-46B4-B658-12AE1F130F54}"/>
                </a:ext>
              </a:extLst>
            </p:cNvPr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 226/129/137</a:t>
              </a:r>
            </a:p>
          </p:txBody>
        </p:sp>
        <p:sp>
          <p:nvSpPr>
            <p:cNvPr id="31" name="矩形 13">
              <a:extLst>
                <a:ext uri="{FF2B5EF4-FFF2-40B4-BE49-F238E27FC236}">
                  <a16:creationId xmlns="" xmlns:a16="http://schemas.microsoft.com/office/drawing/2014/main" id="{0F7F976C-16D5-4D99-9DA3-F8F819C590B4}"/>
                </a:ext>
              </a:extLst>
            </p:cNvPr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 226/129/152</a:t>
              </a:r>
            </a:p>
          </p:txBody>
        </p:sp>
        <p:sp>
          <p:nvSpPr>
            <p:cNvPr id="32" name="矩形 13">
              <a:extLst>
                <a:ext uri="{FF2B5EF4-FFF2-40B4-BE49-F238E27FC236}">
                  <a16:creationId xmlns="" xmlns:a16="http://schemas.microsoft.com/office/drawing/2014/main" id="{4EC6DA09-C57C-4765-A960-35241AA4D022}"/>
                </a:ext>
              </a:extLst>
            </p:cNvPr>
            <p:cNvSpPr/>
            <p:nvPr userDrawn="1"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 235/179/204</a:t>
              </a:r>
            </a:p>
          </p:txBody>
        </p:sp>
        <p:sp>
          <p:nvSpPr>
            <p:cNvPr id="33" name="矩形 13">
              <a:extLst>
                <a:ext uri="{FF2B5EF4-FFF2-40B4-BE49-F238E27FC236}">
                  <a16:creationId xmlns="" xmlns:a16="http://schemas.microsoft.com/office/drawing/2014/main" id="{3736C081-FFDA-43EE-911D-ED4CF1851E34}"/>
                </a:ext>
              </a:extLst>
            </p:cNvPr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 216/179/179</a:t>
              </a:r>
            </a:p>
          </p:txBody>
        </p:sp>
        <p:sp>
          <p:nvSpPr>
            <p:cNvPr id="34" name="矩形 13">
              <a:extLst>
                <a:ext uri="{FF2B5EF4-FFF2-40B4-BE49-F238E27FC236}">
                  <a16:creationId xmlns="" xmlns:a16="http://schemas.microsoft.com/office/drawing/2014/main" id="{D7DD5600-BA67-4684-B31D-5D51E301D21F}"/>
                </a:ext>
              </a:extLst>
            </p:cNvPr>
            <p:cNvSpPr/>
            <p:nvPr/>
          </p:nvSpPr>
          <p:spPr>
            <a:xfrm>
              <a:off x="7811114" y="3415851"/>
              <a:ext cx="791510" cy="664398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 250/211/187</a:t>
              </a:r>
              <a:endParaRPr kumimoji="1" lang="mr-IN" altLang="zh-CN" sz="500" b="1" dirty="0">
                <a:solidFill>
                  <a:srgbClr val="595757"/>
                </a:solidFill>
                <a:latin typeface="Arial" panose="020B0604020202020204" pitchFamily="34" charset="0"/>
                <a:ea typeface="Arial" charset="0"/>
                <a:cs typeface="Arial" charset="0"/>
              </a:endParaRPr>
            </a:p>
          </p:txBody>
        </p:sp>
        <p:sp>
          <p:nvSpPr>
            <p:cNvPr id="35" name="矩形 13">
              <a:extLst>
                <a:ext uri="{FF2B5EF4-FFF2-40B4-BE49-F238E27FC236}">
                  <a16:creationId xmlns="" xmlns:a16="http://schemas.microsoft.com/office/drawing/2014/main" id="{BC3B5A4E-6C32-4D05-AF55-90FF1B2229EE}"/>
                </a:ext>
              </a:extLst>
            </p:cNvPr>
            <p:cNvSpPr/>
            <p:nvPr/>
          </p:nvSpPr>
          <p:spPr>
            <a:xfrm>
              <a:off x="7820945" y="4866463"/>
              <a:ext cx="791510" cy="664398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 208/232/196</a:t>
              </a:r>
            </a:p>
          </p:txBody>
        </p:sp>
        <p:sp>
          <p:nvSpPr>
            <p:cNvPr id="36" name="矩形 13">
              <a:extLst>
                <a:ext uri="{FF2B5EF4-FFF2-40B4-BE49-F238E27FC236}">
                  <a16:creationId xmlns="" xmlns:a16="http://schemas.microsoft.com/office/drawing/2014/main" id="{F88EA78A-8884-4B54-B1DC-FEF751661CA0}"/>
                </a:ext>
              </a:extLst>
            </p:cNvPr>
            <p:cNvSpPr/>
            <p:nvPr/>
          </p:nvSpPr>
          <p:spPr>
            <a:xfrm>
              <a:off x="7818707" y="4134866"/>
              <a:ext cx="791510" cy="664398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 254/238/193</a:t>
              </a:r>
            </a:p>
          </p:txBody>
        </p:sp>
        <p:sp>
          <p:nvSpPr>
            <p:cNvPr id="37" name="矩形 13">
              <a:extLst>
                <a:ext uri="{FF2B5EF4-FFF2-40B4-BE49-F238E27FC236}">
                  <a16:creationId xmlns="" xmlns:a16="http://schemas.microsoft.com/office/drawing/2014/main" id="{30D76234-18BB-4226-91F3-496541FDB173}"/>
                </a:ext>
              </a:extLst>
            </p:cNvPr>
            <p:cNvSpPr/>
            <p:nvPr/>
          </p:nvSpPr>
          <p:spPr>
            <a:xfrm>
              <a:off x="7823691" y="5596166"/>
              <a:ext cx="791510" cy="664398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190/233/238</a:t>
              </a:r>
            </a:p>
          </p:txBody>
        </p:sp>
        <p:sp>
          <p:nvSpPr>
            <p:cNvPr id="38" name="矩形 13">
              <a:extLst>
                <a:ext uri="{FF2B5EF4-FFF2-40B4-BE49-F238E27FC236}">
                  <a16:creationId xmlns="" xmlns:a16="http://schemas.microsoft.com/office/drawing/2014/main" id="{742E2780-BD5E-413B-9BE8-96DFFF8B5649}"/>
                </a:ext>
              </a:extLst>
            </p:cNvPr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 239/178/184</a:t>
              </a:r>
            </a:p>
          </p:txBody>
        </p:sp>
        <p:sp>
          <p:nvSpPr>
            <p:cNvPr id="39" name="矩形 13">
              <a:extLst>
                <a:ext uri="{FF2B5EF4-FFF2-40B4-BE49-F238E27FC236}">
                  <a16:creationId xmlns="" xmlns:a16="http://schemas.microsoft.com/office/drawing/2014/main" id="{89CF25F0-ACC6-4FC4-948A-BCE4A802FD25}"/>
                </a:ext>
              </a:extLst>
            </p:cNvPr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 238/179/193</a:t>
              </a:r>
            </a:p>
          </p:txBody>
        </p:sp>
        <p:sp>
          <p:nvSpPr>
            <p:cNvPr id="40" name="矩形 13">
              <a:extLst>
                <a:ext uri="{FF2B5EF4-FFF2-40B4-BE49-F238E27FC236}">
                  <a16:creationId xmlns="" xmlns:a16="http://schemas.microsoft.com/office/drawing/2014/main" id="{8D2EF9D5-EBCD-490B-B8B9-645C824F91AD}"/>
                </a:ext>
              </a:extLst>
            </p:cNvPr>
            <p:cNvSpPr/>
            <p:nvPr userDrawn="1"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0/0/0</a:t>
              </a:r>
            </a:p>
          </p:txBody>
        </p:sp>
        <p:sp>
          <p:nvSpPr>
            <p:cNvPr id="41" name="矩形 13">
              <a:extLst>
                <a:ext uri="{FF2B5EF4-FFF2-40B4-BE49-F238E27FC236}">
                  <a16:creationId xmlns="" xmlns:a16="http://schemas.microsoft.com/office/drawing/2014/main" id="{0286ECB3-922D-48DD-AFE7-9C6E9060C6F2}"/>
                </a:ext>
              </a:extLst>
            </p:cNvPr>
            <p:cNvSpPr/>
            <p:nvPr userDrawn="1"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89/87/87</a:t>
              </a:r>
            </a:p>
          </p:txBody>
        </p:sp>
        <p:sp>
          <p:nvSpPr>
            <p:cNvPr id="42" name="矩形 13">
              <a:extLst>
                <a:ext uri="{FF2B5EF4-FFF2-40B4-BE49-F238E27FC236}">
                  <a16:creationId xmlns="" xmlns:a16="http://schemas.microsoft.com/office/drawing/2014/main" id="{26843338-C6AE-4E98-95C9-EA160CC2B30A}"/>
                </a:ext>
              </a:extLst>
            </p:cNvPr>
            <p:cNvSpPr/>
            <p:nvPr userDrawn="1"/>
          </p:nvSpPr>
          <p:spPr>
            <a:xfrm>
              <a:off x="6445335" y="6324024"/>
              <a:ext cx="513579" cy="664398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137</a:t>
              </a:r>
            </a:p>
          </p:txBody>
        </p:sp>
        <p:sp>
          <p:nvSpPr>
            <p:cNvPr id="43" name="矩形 13">
              <a:extLst>
                <a:ext uri="{FF2B5EF4-FFF2-40B4-BE49-F238E27FC236}">
                  <a16:creationId xmlns="" xmlns:a16="http://schemas.microsoft.com/office/drawing/2014/main" id="{F41285F2-C98F-44DF-810D-AFDA8C2F7252}"/>
                </a:ext>
              </a:extLst>
            </p:cNvPr>
            <p:cNvSpPr/>
            <p:nvPr userDrawn="1"/>
          </p:nvSpPr>
          <p:spPr>
            <a:xfrm>
              <a:off x="7003279" y="6324024"/>
              <a:ext cx="513579" cy="664398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181</a:t>
              </a:r>
            </a:p>
          </p:txBody>
        </p:sp>
        <p:sp>
          <p:nvSpPr>
            <p:cNvPr id="44" name="矩形 13">
              <a:extLst>
                <a:ext uri="{FF2B5EF4-FFF2-40B4-BE49-F238E27FC236}">
                  <a16:creationId xmlns="" xmlns:a16="http://schemas.microsoft.com/office/drawing/2014/main" id="{316800BF-7174-4B63-B993-7FF3F38E786A}"/>
                </a:ext>
              </a:extLst>
            </p:cNvPr>
            <p:cNvSpPr/>
            <p:nvPr userDrawn="1"/>
          </p:nvSpPr>
          <p:spPr>
            <a:xfrm>
              <a:off x="7551547" y="6324024"/>
              <a:ext cx="513579" cy="664398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221</a:t>
              </a:r>
            </a:p>
          </p:txBody>
        </p:sp>
        <p:sp>
          <p:nvSpPr>
            <p:cNvPr id="45" name="矩形 13">
              <a:extLst>
                <a:ext uri="{FF2B5EF4-FFF2-40B4-BE49-F238E27FC236}">
                  <a16:creationId xmlns="" xmlns:a16="http://schemas.microsoft.com/office/drawing/2014/main" id="{E3AFA688-A359-4262-BC4E-961D2F75A295}"/>
                </a:ext>
              </a:extLst>
            </p:cNvPr>
            <p:cNvSpPr/>
            <p:nvPr userDrawn="1"/>
          </p:nvSpPr>
          <p:spPr>
            <a:xfrm>
              <a:off x="8098559" y="6324024"/>
              <a:ext cx="513579" cy="66439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255/255/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255</a:t>
              </a:r>
            </a:p>
          </p:txBody>
        </p:sp>
      </p:grpSp>
      <p:sp>
        <p:nvSpPr>
          <p:cNvPr id="46" name="CuadroTexto 45">
            <a:extLst>
              <a:ext uri="{FF2B5EF4-FFF2-40B4-BE49-F238E27FC236}">
                <a16:creationId xmlns="" xmlns:a16="http://schemas.microsoft.com/office/drawing/2014/main" id="{9EFE5122-23A9-62D2-2E7D-276BC798C52F}"/>
              </a:ext>
            </a:extLst>
          </p:cNvPr>
          <p:cNvSpPr txBox="1"/>
          <p:nvPr userDrawn="1">
            <p:extLst>
              <p:ext uri="{1162E1C5-73C7-4A58-AE30-91384D911F3F}">
                <p184:classification xmlns="" xmlns:p184="http://schemas.microsoft.com/office/powerpoint/2018/4/main" val="hdr"/>
              </p:ext>
            </p:extLst>
          </p:nvPr>
        </p:nvSpPr>
        <p:spPr>
          <a:xfrm>
            <a:off x="11083925" y="0"/>
            <a:ext cx="11414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s-AR" sz="10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Documento: Personal</a:t>
            </a:r>
          </a:p>
        </p:txBody>
      </p:sp>
    </p:spTree>
    <p:extLst>
      <p:ext uri="{BB962C8B-B14F-4D97-AF65-F5344CB8AC3E}">
        <p14:creationId xmlns:p14="http://schemas.microsoft.com/office/powerpoint/2010/main" val="17677249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5" r:id="rId1"/>
    <p:sldLayoutId id="2147483916" r:id="rId2"/>
    <p:sldLayoutId id="2147483917" r:id="rId3"/>
    <p:sldLayoutId id="2147483918" r:id="rId4"/>
    <p:sldLayoutId id="2147483919" r:id="rId5"/>
    <p:sldLayoutId id="2147483920" r:id="rId6"/>
    <p:sldLayoutId id="2147483921" r:id="rId7"/>
    <p:sldLayoutId id="2147483922" r:id="rId8"/>
    <p:sldLayoutId id="2147483923" r:id="rId9"/>
    <p:sldLayoutId id="2147483924" r:id="rId10"/>
    <p:sldLayoutId id="2147483925" r:id="rId11"/>
    <p:sldLayoutId id="2147483926" r:id="rId12"/>
    <p:sldLayoutId id="2147483928" r:id="rId13"/>
    <p:sldLayoutId id="2147483929" r:id="rId14"/>
    <p:sldLayoutId id="2147483932" r:id="rId15"/>
    <p:sldLayoutId id="2147483933" r:id="rId16"/>
    <p:sldLayoutId id="2147483935" r:id="rId17"/>
    <p:sldLayoutId id="2147483937" r:id="rId18"/>
    <p:sldLayoutId id="2147483942" r:id="rId19"/>
    <p:sldLayoutId id="2147483943" r:id="rId20"/>
    <p:sldLayoutId id="2147483944" r:id="rId21"/>
    <p:sldLayoutId id="2147483945" r:id="rId22"/>
    <p:sldLayoutId id="2147483947" r:id="rId23"/>
    <p:sldLayoutId id="2147483949" r:id="rId24"/>
    <p:sldLayoutId id="2147483955" r:id="rId25"/>
    <p:sldLayoutId id="2147483957" r:id="rId26"/>
    <p:sldLayoutId id="2147483959" r:id="rId27"/>
    <p:sldLayoutId id="2147483960" r:id="rId28"/>
    <p:sldLayoutId id="2147483974" r:id="rId29"/>
    <p:sldLayoutId id="2147483975" r:id="rId30"/>
    <p:sldLayoutId id="2147483976" r:id="rId31"/>
  </p:sldLayoutIdLst>
  <p:hf hdr="0" ftr="0" dt="0"/>
  <p:txStyles>
    <p:titleStyle>
      <a:lvl1pPr algn="l" defTabSz="1187798" rtl="0" eaLnBrk="1" latinLnBrk="0" hangingPunct="1">
        <a:lnSpc>
          <a:spcPct val="90000"/>
        </a:lnSpc>
        <a:spcBef>
          <a:spcPct val="0"/>
        </a:spcBef>
        <a:buNone/>
        <a:defRPr sz="571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950" indent="-296950" algn="l" defTabSz="1187798" rtl="0" eaLnBrk="1" latinLnBrk="0" hangingPunct="1">
        <a:lnSpc>
          <a:spcPct val="90000"/>
        </a:lnSpc>
        <a:spcBef>
          <a:spcPts val="1299"/>
        </a:spcBef>
        <a:buFont typeface="Arial" panose="020B0604020202020204" pitchFamily="34" charset="0"/>
        <a:buChar char="•"/>
        <a:defRPr sz="3636" kern="1200">
          <a:solidFill>
            <a:schemeClr val="tx1"/>
          </a:solidFill>
          <a:latin typeface="+mn-lt"/>
          <a:ea typeface="+mn-ea"/>
          <a:cs typeface="+mn-cs"/>
        </a:defRPr>
      </a:lvl1pPr>
      <a:lvl2pPr marL="890849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8" kern="1200">
          <a:solidFill>
            <a:schemeClr val="tx1"/>
          </a:solidFill>
          <a:latin typeface="+mn-lt"/>
          <a:ea typeface="+mn-ea"/>
          <a:cs typeface="+mn-cs"/>
        </a:defRPr>
      </a:lvl2pPr>
      <a:lvl3pPr marL="1484748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8" kern="1200">
          <a:solidFill>
            <a:schemeClr val="tx1"/>
          </a:solidFill>
          <a:latin typeface="+mn-lt"/>
          <a:ea typeface="+mn-ea"/>
          <a:cs typeface="+mn-cs"/>
        </a:defRPr>
      </a:lvl3pPr>
      <a:lvl4pPr marL="2078648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6725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860346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454245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5048144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1pPr>
      <a:lvl2pPr marL="59390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2pPr>
      <a:lvl3pPr marL="11877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3pPr>
      <a:lvl4pPr marL="1781699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3755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29694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563396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1572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4751195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="" xmlns:p15="http://schemas.microsoft.com/office/powerpoint/2012/main">
        <p15:guide id="1" pos="456">
          <p15:clr>
            <a:srgbClr val="F26B43"/>
          </p15:clr>
        </p15:guide>
        <p15:guide id="2" pos="7216">
          <p15:clr>
            <a:srgbClr val="F26B43"/>
          </p15:clr>
        </p15:guide>
        <p15:guide id="3" orient="horz" pos="560">
          <p15:clr>
            <a:srgbClr val="F26B43"/>
          </p15:clr>
        </p15:guide>
        <p15:guide id="4" orient="horz" pos="728">
          <p15:clr>
            <a:srgbClr val="F26B43"/>
          </p15:clr>
        </p15:guide>
        <p15:guide id="5" orient="horz" pos="3968">
          <p15:clr>
            <a:srgbClr val="F26B43"/>
          </p15:clr>
        </p15:guide>
        <p15:guide id="6" orient="horz" pos="3800">
          <p15:clr>
            <a:srgbClr val="F26B43"/>
          </p15:clr>
        </p15:guide>
      </p15:sldGuideLst>
    </p:ext>
  </p:extLst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6785A3D6-1271-D247-9E96-1B376F4BE7BE}"/>
              </a:ext>
            </a:extLst>
          </p:cNvPr>
          <p:cNvSpPr txBox="1"/>
          <p:nvPr userDrawn="1"/>
        </p:nvSpPr>
        <p:spPr>
          <a:xfrm>
            <a:off x="1095467" y="6356939"/>
            <a:ext cx="1463467" cy="242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74" dirty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Huawei Confidential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EABEE2EE-BF4D-7A4A-B3C6-9E47668CCD98}"/>
              </a:ext>
            </a:extLst>
          </p:cNvPr>
          <p:cNvSpPr txBox="1"/>
          <p:nvPr userDrawn="1"/>
        </p:nvSpPr>
        <p:spPr>
          <a:xfrm>
            <a:off x="734131" y="6402806"/>
            <a:ext cx="499729" cy="1502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890849">
              <a:defRPr/>
            </a:pPr>
            <a:fld id="{C3837181-38C6-AD4F-B8BA-B444770388BB}" type="slidenum">
              <a:rPr lang="en-US" sz="974" smtClean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defTabSz="890849">
                <a:defRPr/>
              </a:pPr>
              <a:t>‹Nº›</a:t>
            </a:fld>
            <a:endParaRPr lang="en-US" sz="974" dirty="0">
              <a:solidFill>
                <a:srgbClr val="1D1D1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1" name="图片 40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5999" y="6319870"/>
            <a:ext cx="1269075" cy="271153"/>
          </a:xfrm>
          <a:prstGeom prst="rect">
            <a:avLst/>
          </a:prstGeom>
        </p:spPr>
      </p:pic>
      <p:grpSp>
        <p:nvGrpSpPr>
          <p:cNvPr id="25" name="组合 24"/>
          <p:cNvGrpSpPr/>
          <p:nvPr userDrawn="1"/>
        </p:nvGrpSpPr>
        <p:grpSpPr>
          <a:xfrm>
            <a:off x="12216278" y="2931937"/>
            <a:ext cx="1982916" cy="3934682"/>
            <a:chOff x="12216278" y="2262477"/>
            <a:chExt cx="1982916" cy="4604143"/>
          </a:xfrm>
        </p:grpSpPr>
        <p:grpSp>
          <p:nvGrpSpPr>
            <p:cNvPr id="26" name="组合 25"/>
            <p:cNvGrpSpPr/>
            <p:nvPr userDrawn="1"/>
          </p:nvGrpSpPr>
          <p:grpSpPr>
            <a:xfrm>
              <a:off x="12315635" y="2262477"/>
              <a:ext cx="1883559" cy="692624"/>
              <a:chOff x="12315635" y="2207613"/>
              <a:chExt cx="1883559" cy="692624"/>
            </a:xfrm>
          </p:grpSpPr>
          <p:sp>
            <p:nvSpPr>
              <p:cNvPr id="44" name="矩形 5">
                <a:extLst>
                  <a:ext uri="{FF2B5EF4-FFF2-40B4-BE49-F238E27FC236}">
                    <a16:creationId xmlns="" xmlns:a16="http://schemas.microsoft.com/office/drawing/2014/main" id="{3B0B5EC2-EA55-CC45-A9D0-D5EA5D768C99}"/>
                  </a:ext>
                </a:extLst>
              </p:cNvPr>
              <p:cNvSpPr/>
              <p:nvPr userDrawn="1"/>
            </p:nvSpPr>
            <p:spPr>
              <a:xfrm>
                <a:off x="12315635" y="2401808"/>
                <a:ext cx="911019" cy="498429"/>
              </a:xfrm>
              <a:prstGeom prst="rect">
                <a:avLst/>
              </a:prstGeom>
              <a:solidFill>
                <a:srgbClr val="C8102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P</a:t>
                </a:r>
                <a:r>
                  <a:rPr kumimoji="1" lang="en-US" altLang="zh-Hant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ANTONE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 186C</a:t>
                </a:r>
              </a:p>
              <a:p>
                <a:pPr algn="ctr"/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RGB 200/16/46</a:t>
                </a:r>
              </a:p>
            </p:txBody>
          </p:sp>
          <p:sp>
            <p:nvSpPr>
              <p:cNvPr id="45" name="矩形 9">
                <a:extLst>
                  <a:ext uri="{FF2B5EF4-FFF2-40B4-BE49-F238E27FC236}">
                    <a16:creationId xmlns="" xmlns:a16="http://schemas.microsoft.com/office/drawing/2014/main" id="{992224C5-04A6-C041-B257-13137945DBB8}"/>
                  </a:ext>
                </a:extLst>
              </p:cNvPr>
              <p:cNvSpPr/>
              <p:nvPr userDrawn="1"/>
            </p:nvSpPr>
            <p:spPr>
              <a:xfrm>
                <a:off x="13288175" y="2401808"/>
                <a:ext cx="911019" cy="498429"/>
              </a:xfrm>
              <a:prstGeom prst="rect">
                <a:avLst/>
              </a:prstGeom>
              <a:solidFill>
                <a:srgbClr val="C7000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P</a:t>
                </a:r>
                <a:r>
                  <a:rPr kumimoji="1" lang="en-US" altLang="zh-Hant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ANTONE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 185C</a:t>
                </a:r>
              </a:p>
              <a:p>
                <a:pPr algn="ctr"/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RGB 199/0/11</a:t>
                </a:r>
              </a:p>
            </p:txBody>
          </p:sp>
          <p:sp>
            <p:nvSpPr>
              <p:cNvPr id="46" name="文本框 31">
                <a:extLst>
                  <a:ext uri="{FF2B5EF4-FFF2-40B4-BE49-F238E27FC236}">
                    <a16:creationId xmlns="" xmlns:a16="http://schemas.microsoft.com/office/drawing/2014/main" id="{58918196-0639-EE4B-AFC2-315BE04587B9}"/>
                  </a:ext>
                </a:extLst>
              </p:cNvPr>
              <p:cNvSpPr txBox="1"/>
              <p:nvPr userDrawn="1"/>
            </p:nvSpPr>
            <p:spPr>
              <a:xfrm>
                <a:off x="12326898" y="2207613"/>
                <a:ext cx="384721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:r>
                  <a:rPr kumimoji="1" lang="zh-CN" altLang="en-US" sz="1000" dirty="0">
                    <a:solidFill>
                      <a:srgbClr val="1D1D1A"/>
                    </a:solidFill>
                    <a:latin typeface="Arial" panose="020B0604020202020204" pitchFamily="34" charset="0"/>
                    <a:ea typeface="Microsoft YaHei" panose="020B0503020204020204" pitchFamily="34" charset="-122"/>
                  </a:rPr>
                  <a:t>品牌色</a:t>
                </a:r>
              </a:p>
            </p:txBody>
          </p:sp>
        </p:grpSp>
        <p:grpSp>
          <p:nvGrpSpPr>
            <p:cNvPr id="27" name="组合 26"/>
            <p:cNvGrpSpPr/>
            <p:nvPr userDrawn="1"/>
          </p:nvGrpSpPr>
          <p:grpSpPr>
            <a:xfrm>
              <a:off x="12216278" y="3080825"/>
              <a:ext cx="1982912" cy="3785795"/>
              <a:chOff x="12216278" y="3080825"/>
              <a:chExt cx="1982912" cy="3785795"/>
            </a:xfrm>
          </p:grpSpPr>
          <p:sp>
            <p:nvSpPr>
              <p:cNvPr id="28" name="矩形 12">
                <a:extLst>
                  <a:ext uri="{FF2B5EF4-FFF2-40B4-BE49-F238E27FC236}">
                    <a16:creationId xmlns="" xmlns:a16="http://schemas.microsoft.com/office/drawing/2014/main" id="{DCA8B73C-0B87-284F-805F-752EBF20B768}"/>
                  </a:ext>
                </a:extLst>
              </p:cNvPr>
              <p:cNvSpPr/>
              <p:nvPr userDrawn="1"/>
            </p:nvSpPr>
            <p:spPr>
              <a:xfrm>
                <a:off x="12315640" y="3785971"/>
                <a:ext cx="885201" cy="462672"/>
              </a:xfrm>
              <a:prstGeom prst="rect">
                <a:avLst/>
              </a:prstGeom>
              <a:solidFill>
                <a:srgbClr val="EA5A4F"/>
              </a:solidFill>
              <a:ln>
                <a:solidFill>
                  <a:srgbClr val="EA5A4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kumimoji="1" lang="mr-IN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 234</a:t>
                </a:r>
                <a:r>
                  <a:rPr kumimoji="1" lang="mr-IN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90/79</a:t>
                </a:r>
                <a:endParaRPr kumimoji="1" lang="mr-IN" altLang="zh-CN" sz="7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29" name="矩形 13">
                <a:extLst>
                  <a:ext uri="{FF2B5EF4-FFF2-40B4-BE49-F238E27FC236}">
                    <a16:creationId xmlns="" xmlns:a16="http://schemas.microsoft.com/office/drawing/2014/main" id="{138A39A8-BB4E-CD4E-9201-F1785C874F92}"/>
                  </a:ext>
                </a:extLst>
              </p:cNvPr>
              <p:cNvSpPr/>
              <p:nvPr userDrawn="1"/>
            </p:nvSpPr>
            <p:spPr>
              <a:xfrm>
                <a:off x="12315640" y="3259312"/>
                <a:ext cx="885201" cy="462672"/>
              </a:xfrm>
              <a:prstGeom prst="rect">
                <a:avLst/>
              </a:prstGeom>
              <a:solidFill>
                <a:srgbClr val="78000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kumimoji="1" lang="mr-IN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 120</a:t>
                </a:r>
                <a:r>
                  <a:rPr kumimoji="1" lang="mr-IN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0/15</a:t>
                </a:r>
                <a:endParaRPr kumimoji="1" lang="mr-IN" altLang="zh-CN" sz="7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0" name="文本框 15">
                <a:extLst>
                  <a:ext uri="{FF2B5EF4-FFF2-40B4-BE49-F238E27FC236}">
                    <a16:creationId xmlns="" xmlns:a16="http://schemas.microsoft.com/office/drawing/2014/main" id="{8F53C07A-1022-C740-8F8D-97538E174D38}"/>
                  </a:ext>
                </a:extLst>
              </p:cNvPr>
              <p:cNvSpPr txBox="1"/>
              <p:nvPr userDrawn="1"/>
            </p:nvSpPr>
            <p:spPr>
              <a:xfrm>
                <a:off x="12216278" y="3080825"/>
                <a:ext cx="569387" cy="153888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b" anchorCtr="0">
                <a:spAutoFit/>
              </a:bodyPr>
              <a:lstStyle/>
              <a:p>
                <a:pPr algn="ctr"/>
                <a:r>
                  <a:rPr kumimoji="1" lang="zh-CN" altLang="en-US" sz="1000" dirty="0">
                    <a:solidFill>
                      <a:srgbClr val="1D1D1A"/>
                    </a:solidFill>
                    <a:latin typeface="Arial" panose="020B0604020202020204" pitchFamily="34" charset="0"/>
                    <a:ea typeface="Microsoft YaHei" panose="020B0503020204020204" pitchFamily="34" charset="-122"/>
                  </a:rPr>
                  <a:t>辅助色</a:t>
                </a:r>
              </a:p>
            </p:txBody>
          </p:sp>
          <p:sp>
            <p:nvSpPr>
              <p:cNvPr id="31" name="矩形 16">
                <a:extLst>
                  <a:ext uri="{FF2B5EF4-FFF2-40B4-BE49-F238E27FC236}">
                    <a16:creationId xmlns="" xmlns:a16="http://schemas.microsoft.com/office/drawing/2014/main" id="{306A7598-C00D-994F-82DA-B39F3C2E0AAD}"/>
                  </a:ext>
                </a:extLst>
              </p:cNvPr>
              <p:cNvSpPr/>
              <p:nvPr userDrawn="1"/>
            </p:nvSpPr>
            <p:spPr>
              <a:xfrm>
                <a:off x="12315640" y="4836793"/>
                <a:ext cx="885201" cy="462672"/>
              </a:xfrm>
              <a:prstGeom prst="rect">
                <a:avLst/>
              </a:prstGeom>
              <a:solidFill>
                <a:srgbClr val="F8B53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kumimoji="1" lang="mr-IN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 248</a:t>
                </a:r>
                <a:r>
                  <a:rPr kumimoji="1" lang="mr-IN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181/60</a:t>
                </a:r>
                <a:endParaRPr kumimoji="1" lang="mr-IN" altLang="zh-CN" sz="7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2" name="矩形 17">
                <a:extLst>
                  <a:ext uri="{FF2B5EF4-FFF2-40B4-BE49-F238E27FC236}">
                    <a16:creationId xmlns="" xmlns:a16="http://schemas.microsoft.com/office/drawing/2014/main" id="{C1423292-FF2F-A74C-943E-1C3C47534098}"/>
                  </a:ext>
                </a:extLst>
              </p:cNvPr>
              <p:cNvSpPr/>
              <p:nvPr userDrawn="1"/>
            </p:nvSpPr>
            <p:spPr>
              <a:xfrm>
                <a:off x="12315640" y="4319278"/>
                <a:ext cx="885201" cy="462672"/>
              </a:xfrm>
              <a:prstGeom prst="rect">
                <a:avLst/>
              </a:prstGeom>
              <a:solidFill>
                <a:srgbClr val="EB5C0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kumimoji="1" lang="mr-IN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 235</a:t>
                </a:r>
                <a:r>
                  <a:rPr kumimoji="1" lang="mr-IN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92/1</a:t>
                </a:r>
                <a:endParaRPr kumimoji="1" lang="mr-IN" altLang="zh-CN" sz="7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3" name="矩形 18">
                <a:extLst>
                  <a:ext uri="{FF2B5EF4-FFF2-40B4-BE49-F238E27FC236}">
                    <a16:creationId xmlns="" xmlns:a16="http://schemas.microsoft.com/office/drawing/2014/main" id="{2A29AF15-F5C4-A842-A63B-5DBA549CB92F}"/>
                  </a:ext>
                </a:extLst>
              </p:cNvPr>
              <p:cNvSpPr/>
              <p:nvPr userDrawn="1"/>
            </p:nvSpPr>
            <p:spPr>
              <a:xfrm>
                <a:off x="12315636" y="5880294"/>
                <a:ext cx="911019" cy="462672"/>
              </a:xfrm>
              <a:prstGeom prst="rect">
                <a:avLst/>
              </a:prstGeom>
              <a:solidFill>
                <a:srgbClr val="89898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kumimoji="1" lang="mr-IN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 137/137/137</a:t>
                </a:r>
                <a:endParaRPr kumimoji="1" lang="mr-IN" altLang="zh-CN" sz="7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4" name="矩形 19">
                <a:extLst>
                  <a:ext uri="{FF2B5EF4-FFF2-40B4-BE49-F238E27FC236}">
                    <a16:creationId xmlns="" xmlns:a16="http://schemas.microsoft.com/office/drawing/2014/main" id="{E9EA970A-4D36-BC41-B8BE-40DF553320E7}"/>
                  </a:ext>
                </a:extLst>
              </p:cNvPr>
              <p:cNvSpPr/>
              <p:nvPr userDrawn="1"/>
            </p:nvSpPr>
            <p:spPr>
              <a:xfrm>
                <a:off x="12315636" y="5362779"/>
                <a:ext cx="911019" cy="462672"/>
              </a:xfrm>
              <a:prstGeom prst="rect">
                <a:avLst/>
              </a:prstGeom>
              <a:solidFill>
                <a:srgbClr val="23181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kumimoji="1" lang="mr-IN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 35/24/21</a:t>
                </a:r>
                <a:endParaRPr kumimoji="1" lang="mr-IN" altLang="zh-CN" sz="7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5" name="矩形 22">
                <a:extLst>
                  <a:ext uri="{FF2B5EF4-FFF2-40B4-BE49-F238E27FC236}">
                    <a16:creationId xmlns="" xmlns:a16="http://schemas.microsoft.com/office/drawing/2014/main" id="{14EE21FB-1D92-0241-ABA5-5E9A6AEE0DC8}"/>
                  </a:ext>
                </a:extLst>
              </p:cNvPr>
              <p:cNvSpPr/>
              <p:nvPr userDrawn="1"/>
            </p:nvSpPr>
            <p:spPr>
              <a:xfrm>
                <a:off x="12315636" y="6403948"/>
                <a:ext cx="911019" cy="462672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kumimoji="1" lang="mr-IN" altLang="zh-CN" sz="700" b="1" dirty="0">
                    <a:solidFill>
                      <a:srgbClr val="666666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666666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 221</a:t>
                </a:r>
                <a:r>
                  <a:rPr kumimoji="1" lang="mr-IN" altLang="zh-CN" sz="700" b="1" dirty="0">
                    <a:solidFill>
                      <a:srgbClr val="666666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666666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221/221</a:t>
                </a:r>
                <a:endParaRPr kumimoji="1" lang="mr-IN" altLang="zh-CN" sz="700" b="1" dirty="0">
                  <a:solidFill>
                    <a:srgbClr val="666666"/>
                  </a:solidFill>
                  <a:latin typeface="Arial" panose="020B0604020202020204" pitchFamily="34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6" name="矩形 12">
                <a:extLst>
                  <a:ext uri="{FF2B5EF4-FFF2-40B4-BE49-F238E27FC236}">
                    <a16:creationId xmlns="" xmlns:a16="http://schemas.microsoft.com/office/drawing/2014/main" id="{883734A3-2645-434A-9DCC-1416B6C687CC}"/>
                  </a:ext>
                </a:extLst>
              </p:cNvPr>
              <p:cNvSpPr/>
              <p:nvPr userDrawn="1"/>
            </p:nvSpPr>
            <p:spPr>
              <a:xfrm>
                <a:off x="13288175" y="3785971"/>
                <a:ext cx="885201" cy="462672"/>
              </a:xfrm>
              <a:prstGeom prst="rect">
                <a:avLst/>
              </a:prstGeom>
              <a:solidFill>
                <a:srgbClr val="E98C8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kumimoji="1" lang="mr-IN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 233</a:t>
                </a:r>
                <a:r>
                  <a:rPr kumimoji="1" lang="mr-IN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140/128</a:t>
                </a:r>
                <a:endParaRPr kumimoji="1" lang="mr-IN" altLang="zh-CN" sz="7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7" name="矩形 13">
                <a:extLst>
                  <a:ext uri="{FF2B5EF4-FFF2-40B4-BE49-F238E27FC236}">
                    <a16:creationId xmlns="" xmlns:a16="http://schemas.microsoft.com/office/drawing/2014/main" id="{1FF13552-FB3D-134A-A80A-6CFB35DFE1A1}"/>
                  </a:ext>
                </a:extLst>
              </p:cNvPr>
              <p:cNvSpPr/>
              <p:nvPr userDrawn="1"/>
            </p:nvSpPr>
            <p:spPr>
              <a:xfrm>
                <a:off x="13288175" y="3259312"/>
                <a:ext cx="885201" cy="462672"/>
              </a:xfrm>
              <a:prstGeom prst="rect">
                <a:avLst/>
              </a:prstGeom>
              <a:solidFill>
                <a:srgbClr val="A72126"/>
              </a:solidFill>
              <a:ln>
                <a:solidFill>
                  <a:srgbClr val="9F000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kumimoji="1" lang="mr-IN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 159</a:t>
                </a:r>
                <a:r>
                  <a:rPr kumimoji="1" lang="mr-IN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0/1</a:t>
                </a:r>
                <a:endParaRPr kumimoji="1" lang="mr-IN" altLang="zh-CN" sz="7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8" name="矩形 16">
                <a:extLst>
                  <a:ext uri="{FF2B5EF4-FFF2-40B4-BE49-F238E27FC236}">
                    <a16:creationId xmlns="" xmlns:a16="http://schemas.microsoft.com/office/drawing/2014/main" id="{0A96471B-CB12-1443-B01F-C14C9112C149}"/>
                  </a:ext>
                </a:extLst>
              </p:cNvPr>
              <p:cNvSpPr/>
              <p:nvPr userDrawn="1"/>
            </p:nvSpPr>
            <p:spPr>
              <a:xfrm>
                <a:off x="13288175" y="4836793"/>
                <a:ext cx="885201" cy="462672"/>
              </a:xfrm>
              <a:prstGeom prst="rect">
                <a:avLst/>
              </a:prstGeom>
              <a:solidFill>
                <a:srgbClr val="F5DC5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kumimoji="1" lang="mr-IN" altLang="zh-CN" sz="700" b="1" dirty="0">
                    <a:solidFill>
                      <a:srgbClr val="666666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666666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 245</a:t>
                </a:r>
                <a:r>
                  <a:rPr kumimoji="1" lang="mr-IN" altLang="zh-CN" sz="700" b="1" dirty="0">
                    <a:solidFill>
                      <a:srgbClr val="666666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666666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220/87</a:t>
                </a:r>
                <a:endParaRPr kumimoji="1" lang="mr-IN" altLang="zh-CN" sz="700" b="1" dirty="0">
                  <a:solidFill>
                    <a:srgbClr val="666666"/>
                  </a:solidFill>
                  <a:latin typeface="Arial" panose="020B0604020202020204" pitchFamily="34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9" name="矩形 17">
                <a:extLst>
                  <a:ext uri="{FF2B5EF4-FFF2-40B4-BE49-F238E27FC236}">
                    <a16:creationId xmlns="" xmlns:a16="http://schemas.microsoft.com/office/drawing/2014/main" id="{61890D59-CF8B-1449-A836-3A304EC9A907}"/>
                  </a:ext>
                </a:extLst>
              </p:cNvPr>
              <p:cNvSpPr/>
              <p:nvPr userDrawn="1"/>
            </p:nvSpPr>
            <p:spPr>
              <a:xfrm>
                <a:off x="13288175" y="4319278"/>
                <a:ext cx="885201" cy="462672"/>
              </a:xfrm>
              <a:prstGeom prst="rect">
                <a:avLst/>
              </a:prstGeom>
              <a:solidFill>
                <a:srgbClr val="F085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kumimoji="1" lang="mr-IN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 240</a:t>
                </a:r>
                <a:r>
                  <a:rPr kumimoji="1" lang="mr-IN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133/0</a:t>
                </a:r>
                <a:endParaRPr kumimoji="1" lang="mr-IN" altLang="zh-CN" sz="7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40" name="矩形 18">
                <a:extLst>
                  <a:ext uri="{FF2B5EF4-FFF2-40B4-BE49-F238E27FC236}">
                    <a16:creationId xmlns="" xmlns:a16="http://schemas.microsoft.com/office/drawing/2014/main" id="{0466A1E1-E7C7-FD49-9880-9E44BED19FF5}"/>
                  </a:ext>
                </a:extLst>
              </p:cNvPr>
              <p:cNvSpPr/>
              <p:nvPr userDrawn="1"/>
            </p:nvSpPr>
            <p:spPr>
              <a:xfrm>
                <a:off x="13288171" y="5880294"/>
                <a:ext cx="911019" cy="462672"/>
              </a:xfrm>
              <a:prstGeom prst="rect">
                <a:avLst/>
              </a:prstGeom>
              <a:solidFill>
                <a:srgbClr val="B5B5B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kumimoji="1" lang="mr-IN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 181</a:t>
                </a:r>
                <a:r>
                  <a:rPr kumimoji="1" lang="mr-IN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181/181</a:t>
                </a:r>
                <a:endParaRPr kumimoji="1" lang="mr-IN" altLang="zh-CN" sz="7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42" name="矩形 19">
                <a:extLst>
                  <a:ext uri="{FF2B5EF4-FFF2-40B4-BE49-F238E27FC236}">
                    <a16:creationId xmlns="" xmlns:a16="http://schemas.microsoft.com/office/drawing/2014/main" id="{B21AD6AC-1275-0142-A9EA-D77B26CB40EF}"/>
                  </a:ext>
                </a:extLst>
              </p:cNvPr>
              <p:cNvSpPr/>
              <p:nvPr userDrawn="1"/>
            </p:nvSpPr>
            <p:spPr>
              <a:xfrm>
                <a:off x="13288171" y="5362779"/>
                <a:ext cx="911019" cy="462672"/>
              </a:xfrm>
              <a:prstGeom prst="rect">
                <a:avLst/>
              </a:prstGeom>
              <a:solidFill>
                <a:srgbClr val="59575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kumimoji="1" lang="mr-IN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 89</a:t>
                </a:r>
                <a:r>
                  <a:rPr kumimoji="1" lang="mr-IN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87/87</a:t>
                </a:r>
                <a:endParaRPr kumimoji="1" lang="mr-IN" altLang="zh-CN" sz="7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43" name="矩形 22">
                <a:extLst>
                  <a:ext uri="{FF2B5EF4-FFF2-40B4-BE49-F238E27FC236}">
                    <a16:creationId xmlns="" xmlns:a16="http://schemas.microsoft.com/office/drawing/2014/main" id="{238BAC2A-AE09-A84D-875D-8472236D6610}"/>
                  </a:ext>
                </a:extLst>
              </p:cNvPr>
              <p:cNvSpPr/>
              <p:nvPr userDrawn="1"/>
            </p:nvSpPr>
            <p:spPr>
              <a:xfrm>
                <a:off x="13288171" y="6403948"/>
                <a:ext cx="911019" cy="462672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chemeClr val="bg1">
                    <a:lumMod val="10000"/>
                    <a:lumOff val="9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kumimoji="1" lang="mr-IN" altLang="zh-CN" sz="700" b="1" dirty="0">
                    <a:solidFill>
                      <a:srgbClr val="666666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666666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 255</a:t>
                </a:r>
                <a:r>
                  <a:rPr kumimoji="1" lang="mr-IN" altLang="zh-CN" sz="700" b="1" dirty="0">
                    <a:solidFill>
                      <a:srgbClr val="666666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666666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255/255</a:t>
                </a:r>
                <a:endParaRPr kumimoji="1" lang="mr-IN" altLang="zh-CN" sz="700" b="1" dirty="0">
                  <a:solidFill>
                    <a:srgbClr val="666666"/>
                  </a:solidFill>
                  <a:latin typeface="Arial" panose="020B0604020202020204" pitchFamily="34" charset="0"/>
                  <a:ea typeface="Arial" charset="0"/>
                  <a:cs typeface="Arial" charset="0"/>
                </a:endParaRPr>
              </a:p>
            </p:txBody>
          </p:sp>
        </p:grpSp>
      </p:grpSp>
      <p:sp>
        <p:nvSpPr>
          <p:cNvPr id="5" name="CuadroTexto 4">
            <a:extLst>
              <a:ext uri="{FF2B5EF4-FFF2-40B4-BE49-F238E27FC236}">
                <a16:creationId xmlns="" xmlns:a16="http://schemas.microsoft.com/office/drawing/2014/main" id="{B4190A10-E784-4B44-B5EB-A2DAE1A621A0}"/>
              </a:ext>
            </a:extLst>
          </p:cNvPr>
          <p:cNvSpPr txBox="1"/>
          <p:nvPr userDrawn="1">
            <p:extLst>
              <p:ext uri="{1162E1C5-73C7-4A58-AE30-91384D911F3F}">
                <p184:classification xmlns="" xmlns:p184="http://schemas.microsoft.com/office/powerpoint/2018/4/main" val="hdr"/>
              </p:ext>
            </p:extLst>
          </p:nvPr>
        </p:nvSpPr>
        <p:spPr>
          <a:xfrm>
            <a:off x="11083925" y="0"/>
            <a:ext cx="11414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s-AR" sz="10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Documento: Personal</a:t>
            </a:r>
          </a:p>
        </p:txBody>
      </p:sp>
    </p:spTree>
    <p:extLst>
      <p:ext uri="{BB962C8B-B14F-4D97-AF65-F5344CB8AC3E}">
        <p14:creationId xmlns:p14="http://schemas.microsoft.com/office/powerpoint/2010/main" val="21242134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91" r:id="rId1"/>
    <p:sldLayoutId id="2147483992" r:id="rId2"/>
    <p:sldLayoutId id="2147483994" r:id="rId3"/>
    <p:sldLayoutId id="2147483996" r:id="rId4"/>
  </p:sldLayoutIdLst>
  <p:hf hdr="0" ftr="0" dt="0"/>
  <p:txStyles>
    <p:titleStyle>
      <a:lvl1pPr algn="l" defTabSz="1187798" rtl="0" eaLnBrk="1" latinLnBrk="0" hangingPunct="1">
        <a:lnSpc>
          <a:spcPct val="90000"/>
        </a:lnSpc>
        <a:spcBef>
          <a:spcPct val="0"/>
        </a:spcBef>
        <a:buNone/>
        <a:defRPr sz="571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950" indent="-296950" algn="l" defTabSz="1187798" rtl="0" eaLnBrk="1" latinLnBrk="0" hangingPunct="1">
        <a:lnSpc>
          <a:spcPct val="90000"/>
        </a:lnSpc>
        <a:spcBef>
          <a:spcPts val="1299"/>
        </a:spcBef>
        <a:buFont typeface="Arial" panose="020B0604020202020204" pitchFamily="34" charset="0"/>
        <a:buChar char="•"/>
        <a:defRPr sz="3636" kern="1200">
          <a:solidFill>
            <a:schemeClr val="tx1"/>
          </a:solidFill>
          <a:latin typeface="+mn-lt"/>
          <a:ea typeface="+mn-ea"/>
          <a:cs typeface="+mn-cs"/>
        </a:defRPr>
      </a:lvl1pPr>
      <a:lvl2pPr marL="890849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8" kern="1200">
          <a:solidFill>
            <a:schemeClr val="tx1"/>
          </a:solidFill>
          <a:latin typeface="+mn-lt"/>
          <a:ea typeface="+mn-ea"/>
          <a:cs typeface="+mn-cs"/>
        </a:defRPr>
      </a:lvl2pPr>
      <a:lvl3pPr marL="1484748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8" kern="1200">
          <a:solidFill>
            <a:schemeClr val="tx1"/>
          </a:solidFill>
          <a:latin typeface="+mn-lt"/>
          <a:ea typeface="+mn-ea"/>
          <a:cs typeface="+mn-cs"/>
        </a:defRPr>
      </a:lvl3pPr>
      <a:lvl4pPr marL="2078648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6725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860346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454245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5048144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1pPr>
      <a:lvl2pPr marL="59390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2pPr>
      <a:lvl3pPr marL="11877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3pPr>
      <a:lvl4pPr marL="1781699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3755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29694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563396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1572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4751195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="" xmlns:p15="http://schemas.microsoft.com/office/powerpoint/2012/main">
        <p15:guide id="1" orient="horz" pos="2161">
          <p15:clr>
            <a:srgbClr val="F26B43"/>
          </p15:clr>
        </p15:guide>
        <p15:guide id="2" pos="3842">
          <p15:clr>
            <a:srgbClr val="F26B43"/>
          </p15:clr>
        </p15:guide>
        <p15:guide id="3" pos="458">
          <p15:clr>
            <a:srgbClr val="F26B43"/>
          </p15:clr>
        </p15:guide>
        <p15:guide id="4" pos="7225">
          <p15:clr>
            <a:srgbClr val="F26B43"/>
          </p15:clr>
        </p15:guide>
        <p15:guide id="5" orient="horz" pos="4100">
          <p15:clr>
            <a:srgbClr val="F26B43"/>
          </p15:clr>
        </p15:guide>
      </p15:sldGuideLst>
    </p:ext>
  </p:extLst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6785A3D6-1271-D247-9E96-1B376F4BE7BE}"/>
              </a:ext>
            </a:extLst>
          </p:cNvPr>
          <p:cNvSpPr txBox="1"/>
          <p:nvPr userDrawn="1"/>
        </p:nvSpPr>
        <p:spPr>
          <a:xfrm>
            <a:off x="1095467" y="6356939"/>
            <a:ext cx="1463467" cy="242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74" dirty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Huawei Confidential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EABEE2EE-BF4D-7A4A-B3C6-9E47668CCD98}"/>
              </a:ext>
            </a:extLst>
          </p:cNvPr>
          <p:cNvSpPr txBox="1"/>
          <p:nvPr userDrawn="1"/>
        </p:nvSpPr>
        <p:spPr>
          <a:xfrm>
            <a:off x="734131" y="6402806"/>
            <a:ext cx="499729" cy="1502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890849">
              <a:defRPr/>
            </a:pPr>
            <a:fld id="{C3837181-38C6-AD4F-B8BA-B444770388BB}" type="slidenum">
              <a:rPr lang="en-US" sz="974" smtClean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defTabSz="890849">
                <a:defRPr/>
              </a:pPr>
              <a:t>‹Nº›</a:t>
            </a:fld>
            <a:endParaRPr lang="en-US" sz="974" dirty="0">
              <a:solidFill>
                <a:srgbClr val="1D1D1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1" name="图片 4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5999" y="6319870"/>
            <a:ext cx="1269075" cy="271153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="" xmlns:a16="http://schemas.microsoft.com/office/drawing/2014/main" id="{C2B4CC9C-D013-B0E7-1DF4-29A1E27B7A22}"/>
              </a:ext>
            </a:extLst>
          </p:cNvPr>
          <p:cNvSpPr txBox="1"/>
          <p:nvPr userDrawn="1">
            <p:extLst>
              <p:ext uri="{1162E1C5-73C7-4A58-AE30-91384D911F3F}">
                <p184:classification xmlns="" xmlns:p184="http://schemas.microsoft.com/office/powerpoint/2018/4/main" val="hdr"/>
              </p:ext>
            </p:extLst>
          </p:nvPr>
        </p:nvSpPr>
        <p:spPr>
          <a:xfrm>
            <a:off x="11083925" y="0"/>
            <a:ext cx="11414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s-AR" sz="10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Documento: Personal</a:t>
            </a:r>
          </a:p>
        </p:txBody>
      </p:sp>
    </p:spTree>
    <p:extLst>
      <p:ext uri="{BB962C8B-B14F-4D97-AF65-F5344CB8AC3E}">
        <p14:creationId xmlns:p14="http://schemas.microsoft.com/office/powerpoint/2010/main" val="28180884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98" r:id="rId1"/>
  </p:sldLayoutIdLst>
  <p:hf hdr="0" ftr="0" dt="0"/>
  <p:txStyles>
    <p:titleStyle>
      <a:lvl1pPr algn="l" defTabSz="1187798" rtl="0" eaLnBrk="1" latinLnBrk="0" hangingPunct="1">
        <a:lnSpc>
          <a:spcPct val="90000"/>
        </a:lnSpc>
        <a:spcBef>
          <a:spcPct val="0"/>
        </a:spcBef>
        <a:buNone/>
        <a:defRPr sz="571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950" indent="-296950" algn="l" defTabSz="1187798" rtl="0" eaLnBrk="1" latinLnBrk="0" hangingPunct="1">
        <a:lnSpc>
          <a:spcPct val="90000"/>
        </a:lnSpc>
        <a:spcBef>
          <a:spcPts val="1299"/>
        </a:spcBef>
        <a:buFont typeface="Arial" panose="020B0604020202020204" pitchFamily="34" charset="0"/>
        <a:buChar char="•"/>
        <a:defRPr sz="3636" kern="1200">
          <a:solidFill>
            <a:schemeClr val="tx1"/>
          </a:solidFill>
          <a:latin typeface="+mn-lt"/>
          <a:ea typeface="+mn-ea"/>
          <a:cs typeface="+mn-cs"/>
        </a:defRPr>
      </a:lvl1pPr>
      <a:lvl2pPr marL="890849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8" kern="1200">
          <a:solidFill>
            <a:schemeClr val="tx1"/>
          </a:solidFill>
          <a:latin typeface="+mn-lt"/>
          <a:ea typeface="+mn-ea"/>
          <a:cs typeface="+mn-cs"/>
        </a:defRPr>
      </a:lvl2pPr>
      <a:lvl3pPr marL="1484748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8" kern="1200">
          <a:solidFill>
            <a:schemeClr val="tx1"/>
          </a:solidFill>
          <a:latin typeface="+mn-lt"/>
          <a:ea typeface="+mn-ea"/>
          <a:cs typeface="+mn-cs"/>
        </a:defRPr>
      </a:lvl3pPr>
      <a:lvl4pPr marL="2078648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6725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860346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454245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5048144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1pPr>
      <a:lvl2pPr marL="59390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2pPr>
      <a:lvl3pPr marL="11877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3pPr>
      <a:lvl4pPr marL="1781699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3755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29694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563396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1572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4751195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="" xmlns:p15="http://schemas.microsoft.com/office/powerpoint/2012/main">
        <p15:guide id="1" orient="horz" pos="2161">
          <p15:clr>
            <a:srgbClr val="F26B43"/>
          </p15:clr>
        </p15:guide>
        <p15:guide id="2" pos="3842">
          <p15:clr>
            <a:srgbClr val="F26B43"/>
          </p15:clr>
        </p15:guide>
        <p15:guide id="3" pos="458">
          <p15:clr>
            <a:srgbClr val="F26B43"/>
          </p15:clr>
        </p15:guide>
        <p15:guide id="4" pos="7225">
          <p15:clr>
            <a:srgbClr val="F26B43"/>
          </p15:clr>
        </p15:guide>
        <p15:guide id="5" orient="horz" pos="4100">
          <p15:clr>
            <a:srgbClr val="F26B43"/>
          </p15:clr>
        </p15:guide>
      </p15:sldGuideLst>
    </p:ext>
  </p:extLst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6785A3D6-1271-D247-9E96-1B376F4BE7BE}"/>
              </a:ext>
            </a:extLst>
          </p:cNvPr>
          <p:cNvSpPr txBox="1"/>
          <p:nvPr userDrawn="1"/>
        </p:nvSpPr>
        <p:spPr>
          <a:xfrm>
            <a:off x="1095468" y="6356939"/>
            <a:ext cx="1463467" cy="242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12"/>
            <a:r>
              <a:rPr lang="en-US" sz="974" dirty="0">
                <a:solidFill>
                  <a:srgbClr val="1D1D1B"/>
                </a:solidFill>
                <a:cs typeface="Arial" panose="020B0604020202020204" pitchFamily="34" charset="0"/>
              </a:rPr>
              <a:t>Huawei Confidential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EABEE2EE-BF4D-7A4A-B3C6-9E47668CCD98}"/>
              </a:ext>
            </a:extLst>
          </p:cNvPr>
          <p:cNvSpPr txBox="1"/>
          <p:nvPr userDrawn="1"/>
        </p:nvSpPr>
        <p:spPr>
          <a:xfrm>
            <a:off x="734132" y="6402806"/>
            <a:ext cx="499729" cy="1502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890493">
              <a:defRPr/>
            </a:pPr>
            <a:fld id="{C3837181-38C6-AD4F-B8BA-B444770388BB}" type="slidenum">
              <a:rPr lang="en-US" sz="974">
                <a:solidFill>
                  <a:srgbClr val="1D1D1B"/>
                </a:solidFill>
                <a:cs typeface="Arial" panose="020B0604020202020204" pitchFamily="34" charset="0"/>
              </a:rPr>
              <a:pPr defTabSz="890493">
                <a:defRPr/>
              </a:pPr>
              <a:t>‹Nº›</a:t>
            </a:fld>
            <a:endParaRPr lang="en-US" sz="974" dirty="0">
              <a:solidFill>
                <a:srgbClr val="1D1D1B"/>
              </a:solidFill>
              <a:cs typeface="Arial" panose="020B0604020202020204" pitchFamily="34" charset="0"/>
            </a:endParaRPr>
          </a:p>
        </p:txBody>
      </p:sp>
      <p:pic>
        <p:nvPicPr>
          <p:cNvPr id="41" name="图片 40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6000" y="6319872"/>
            <a:ext cx="1269075" cy="271153"/>
          </a:xfrm>
          <a:prstGeom prst="rect">
            <a:avLst/>
          </a:prstGeom>
        </p:spPr>
      </p:pic>
      <p:grpSp>
        <p:nvGrpSpPr>
          <p:cNvPr id="25" name="组合 24"/>
          <p:cNvGrpSpPr/>
          <p:nvPr userDrawn="1"/>
        </p:nvGrpSpPr>
        <p:grpSpPr>
          <a:xfrm>
            <a:off x="12216278" y="2931937"/>
            <a:ext cx="1982916" cy="3934682"/>
            <a:chOff x="12216278" y="2262477"/>
            <a:chExt cx="1982916" cy="4604143"/>
          </a:xfrm>
        </p:grpSpPr>
        <p:grpSp>
          <p:nvGrpSpPr>
            <p:cNvPr id="26" name="组合 25"/>
            <p:cNvGrpSpPr/>
            <p:nvPr userDrawn="1"/>
          </p:nvGrpSpPr>
          <p:grpSpPr>
            <a:xfrm>
              <a:off x="12315635" y="2262477"/>
              <a:ext cx="1883559" cy="692624"/>
              <a:chOff x="12315635" y="2207613"/>
              <a:chExt cx="1883559" cy="692624"/>
            </a:xfrm>
          </p:grpSpPr>
          <p:sp>
            <p:nvSpPr>
              <p:cNvPr id="44" name="矩形 5">
                <a:extLst>
                  <a:ext uri="{FF2B5EF4-FFF2-40B4-BE49-F238E27FC236}">
                    <a16:creationId xmlns="" xmlns:a16="http://schemas.microsoft.com/office/drawing/2014/main" id="{3B0B5EC2-EA55-CC45-A9D0-D5EA5D768C99}"/>
                  </a:ext>
                </a:extLst>
              </p:cNvPr>
              <p:cNvSpPr/>
              <p:nvPr userDrawn="1"/>
            </p:nvSpPr>
            <p:spPr>
              <a:xfrm>
                <a:off x="12315635" y="2401808"/>
                <a:ext cx="911019" cy="498429"/>
              </a:xfrm>
              <a:prstGeom prst="rect">
                <a:avLst/>
              </a:prstGeom>
              <a:solidFill>
                <a:srgbClr val="C8102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112"/>
                <a:r>
                  <a:rPr kumimoji="1" lang="en-US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P</a:t>
                </a:r>
                <a:r>
                  <a:rPr kumimoji="1" lang="en-US" altLang="zh-Hant" sz="700" b="1" dirty="0">
                    <a:solidFill>
                      <a:srgbClr val="FFFFFF"/>
                    </a:solidFill>
                    <a:cs typeface="Arial" charset="0"/>
                  </a:rPr>
                  <a:t>ANTONE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 186C</a:t>
                </a:r>
              </a:p>
              <a:p>
                <a:pPr algn="ctr" defTabSz="914112"/>
                <a:r>
                  <a:rPr kumimoji="1" lang="en-US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RGB 200/16/46</a:t>
                </a:r>
              </a:p>
            </p:txBody>
          </p:sp>
          <p:sp>
            <p:nvSpPr>
              <p:cNvPr id="45" name="矩形 9">
                <a:extLst>
                  <a:ext uri="{FF2B5EF4-FFF2-40B4-BE49-F238E27FC236}">
                    <a16:creationId xmlns="" xmlns:a16="http://schemas.microsoft.com/office/drawing/2014/main" id="{992224C5-04A6-C041-B257-13137945DBB8}"/>
                  </a:ext>
                </a:extLst>
              </p:cNvPr>
              <p:cNvSpPr/>
              <p:nvPr userDrawn="1"/>
            </p:nvSpPr>
            <p:spPr>
              <a:xfrm>
                <a:off x="13288175" y="2401808"/>
                <a:ext cx="911019" cy="498429"/>
              </a:xfrm>
              <a:prstGeom prst="rect">
                <a:avLst/>
              </a:prstGeom>
              <a:solidFill>
                <a:srgbClr val="C7000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112"/>
                <a:r>
                  <a:rPr kumimoji="1" lang="en-US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P</a:t>
                </a:r>
                <a:r>
                  <a:rPr kumimoji="1" lang="en-US" altLang="zh-Hant" sz="700" b="1" dirty="0">
                    <a:solidFill>
                      <a:srgbClr val="FFFFFF"/>
                    </a:solidFill>
                    <a:cs typeface="Arial" charset="0"/>
                  </a:rPr>
                  <a:t>ANTONE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 185C</a:t>
                </a:r>
              </a:p>
              <a:p>
                <a:pPr algn="ctr" defTabSz="914112"/>
                <a:r>
                  <a:rPr kumimoji="1" lang="en-US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RGB 199/0/11</a:t>
                </a:r>
              </a:p>
            </p:txBody>
          </p:sp>
          <p:sp>
            <p:nvSpPr>
              <p:cNvPr id="46" name="文本框 31">
                <a:extLst>
                  <a:ext uri="{FF2B5EF4-FFF2-40B4-BE49-F238E27FC236}">
                    <a16:creationId xmlns="" xmlns:a16="http://schemas.microsoft.com/office/drawing/2014/main" id="{58918196-0639-EE4B-AFC2-315BE04587B9}"/>
                  </a:ext>
                </a:extLst>
              </p:cNvPr>
              <p:cNvSpPr txBox="1"/>
              <p:nvPr userDrawn="1"/>
            </p:nvSpPr>
            <p:spPr>
              <a:xfrm>
                <a:off x="12326898" y="2207613"/>
                <a:ext cx="384721" cy="18007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 defTabSz="914112"/>
                <a:r>
                  <a:rPr kumimoji="1" lang="zh-CN" altLang="en-US" sz="1000" dirty="0">
                    <a:solidFill>
                      <a:srgbClr val="1D1D1A"/>
                    </a:solidFill>
                    <a:ea typeface="Microsoft YaHei" panose="020B0503020204020204" pitchFamily="34" charset="-122"/>
                  </a:rPr>
                  <a:t>品牌色</a:t>
                </a:r>
              </a:p>
            </p:txBody>
          </p:sp>
        </p:grpSp>
        <p:grpSp>
          <p:nvGrpSpPr>
            <p:cNvPr id="27" name="组合 26"/>
            <p:cNvGrpSpPr/>
            <p:nvPr userDrawn="1"/>
          </p:nvGrpSpPr>
          <p:grpSpPr>
            <a:xfrm>
              <a:off x="12216278" y="3054642"/>
              <a:ext cx="1982912" cy="3811978"/>
              <a:chOff x="12216278" y="3054642"/>
              <a:chExt cx="1982912" cy="3811978"/>
            </a:xfrm>
          </p:grpSpPr>
          <p:sp>
            <p:nvSpPr>
              <p:cNvPr id="28" name="矩形 12">
                <a:extLst>
                  <a:ext uri="{FF2B5EF4-FFF2-40B4-BE49-F238E27FC236}">
                    <a16:creationId xmlns="" xmlns:a16="http://schemas.microsoft.com/office/drawing/2014/main" id="{DCA8B73C-0B87-284F-805F-752EBF20B768}"/>
                  </a:ext>
                </a:extLst>
              </p:cNvPr>
              <p:cNvSpPr/>
              <p:nvPr userDrawn="1"/>
            </p:nvSpPr>
            <p:spPr>
              <a:xfrm>
                <a:off x="12315640" y="3785971"/>
                <a:ext cx="885201" cy="462672"/>
              </a:xfrm>
              <a:prstGeom prst="rect">
                <a:avLst/>
              </a:prstGeom>
              <a:solidFill>
                <a:srgbClr val="EA5A4F"/>
              </a:solidFill>
              <a:ln>
                <a:solidFill>
                  <a:srgbClr val="EA5A4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112"/>
                <a:r>
                  <a:rPr kumimoji="1" lang="mr-IN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 234</a:t>
                </a:r>
                <a:r>
                  <a:rPr kumimoji="1" lang="mr-IN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90/79</a:t>
                </a:r>
                <a:endParaRPr kumimoji="1" lang="mr-IN" altLang="zh-CN" sz="700" b="1" dirty="0">
                  <a:solidFill>
                    <a:srgbClr val="FFFFFF"/>
                  </a:solidFill>
                  <a:ea typeface="Arial" charset="0"/>
                  <a:cs typeface="Arial" charset="0"/>
                </a:endParaRPr>
              </a:p>
            </p:txBody>
          </p:sp>
          <p:sp>
            <p:nvSpPr>
              <p:cNvPr id="29" name="矩形 13">
                <a:extLst>
                  <a:ext uri="{FF2B5EF4-FFF2-40B4-BE49-F238E27FC236}">
                    <a16:creationId xmlns="" xmlns:a16="http://schemas.microsoft.com/office/drawing/2014/main" id="{138A39A8-BB4E-CD4E-9201-F1785C874F92}"/>
                  </a:ext>
                </a:extLst>
              </p:cNvPr>
              <p:cNvSpPr/>
              <p:nvPr userDrawn="1"/>
            </p:nvSpPr>
            <p:spPr>
              <a:xfrm>
                <a:off x="12315640" y="3259312"/>
                <a:ext cx="885201" cy="462672"/>
              </a:xfrm>
              <a:prstGeom prst="rect">
                <a:avLst/>
              </a:prstGeom>
              <a:solidFill>
                <a:srgbClr val="78000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112"/>
                <a:r>
                  <a:rPr kumimoji="1" lang="mr-IN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 120</a:t>
                </a:r>
                <a:r>
                  <a:rPr kumimoji="1" lang="mr-IN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0/15</a:t>
                </a:r>
                <a:endParaRPr kumimoji="1" lang="mr-IN" altLang="zh-CN" sz="700" b="1" dirty="0">
                  <a:solidFill>
                    <a:srgbClr val="FFFFFF"/>
                  </a:solidFill>
                  <a:ea typeface="Arial" charset="0"/>
                  <a:cs typeface="Arial" charset="0"/>
                </a:endParaRPr>
              </a:p>
            </p:txBody>
          </p:sp>
          <p:sp>
            <p:nvSpPr>
              <p:cNvPr id="30" name="文本框 15">
                <a:extLst>
                  <a:ext uri="{FF2B5EF4-FFF2-40B4-BE49-F238E27FC236}">
                    <a16:creationId xmlns="" xmlns:a16="http://schemas.microsoft.com/office/drawing/2014/main" id="{8F53C07A-1022-C740-8F8D-97538E174D38}"/>
                  </a:ext>
                </a:extLst>
              </p:cNvPr>
              <p:cNvSpPr txBox="1"/>
              <p:nvPr userDrawn="1"/>
            </p:nvSpPr>
            <p:spPr>
              <a:xfrm>
                <a:off x="12216278" y="3054642"/>
                <a:ext cx="569387" cy="180071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b" anchorCtr="0">
                <a:spAutoFit/>
              </a:bodyPr>
              <a:lstStyle/>
              <a:p>
                <a:pPr algn="ctr" defTabSz="914112"/>
                <a:r>
                  <a:rPr kumimoji="1" lang="zh-CN" altLang="en-US" sz="1000" dirty="0">
                    <a:solidFill>
                      <a:srgbClr val="1D1D1A"/>
                    </a:solidFill>
                    <a:ea typeface="Microsoft YaHei" panose="020B0503020204020204" pitchFamily="34" charset="-122"/>
                  </a:rPr>
                  <a:t>辅助色</a:t>
                </a:r>
              </a:p>
            </p:txBody>
          </p:sp>
          <p:sp>
            <p:nvSpPr>
              <p:cNvPr id="31" name="矩形 16">
                <a:extLst>
                  <a:ext uri="{FF2B5EF4-FFF2-40B4-BE49-F238E27FC236}">
                    <a16:creationId xmlns="" xmlns:a16="http://schemas.microsoft.com/office/drawing/2014/main" id="{306A7598-C00D-994F-82DA-B39F3C2E0AAD}"/>
                  </a:ext>
                </a:extLst>
              </p:cNvPr>
              <p:cNvSpPr/>
              <p:nvPr userDrawn="1"/>
            </p:nvSpPr>
            <p:spPr>
              <a:xfrm>
                <a:off x="12315640" y="4836793"/>
                <a:ext cx="885201" cy="462672"/>
              </a:xfrm>
              <a:prstGeom prst="rect">
                <a:avLst/>
              </a:prstGeom>
              <a:solidFill>
                <a:srgbClr val="F8B53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112"/>
                <a:r>
                  <a:rPr kumimoji="1" lang="mr-IN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 248</a:t>
                </a:r>
                <a:r>
                  <a:rPr kumimoji="1" lang="mr-IN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181/60</a:t>
                </a:r>
                <a:endParaRPr kumimoji="1" lang="mr-IN" altLang="zh-CN" sz="700" b="1" dirty="0">
                  <a:solidFill>
                    <a:srgbClr val="FFFFFF"/>
                  </a:solidFill>
                  <a:ea typeface="Arial" charset="0"/>
                  <a:cs typeface="Arial" charset="0"/>
                </a:endParaRPr>
              </a:p>
            </p:txBody>
          </p:sp>
          <p:sp>
            <p:nvSpPr>
              <p:cNvPr id="32" name="矩形 17">
                <a:extLst>
                  <a:ext uri="{FF2B5EF4-FFF2-40B4-BE49-F238E27FC236}">
                    <a16:creationId xmlns="" xmlns:a16="http://schemas.microsoft.com/office/drawing/2014/main" id="{C1423292-FF2F-A74C-943E-1C3C47534098}"/>
                  </a:ext>
                </a:extLst>
              </p:cNvPr>
              <p:cNvSpPr/>
              <p:nvPr userDrawn="1"/>
            </p:nvSpPr>
            <p:spPr>
              <a:xfrm>
                <a:off x="12315640" y="4319278"/>
                <a:ext cx="885201" cy="462672"/>
              </a:xfrm>
              <a:prstGeom prst="rect">
                <a:avLst/>
              </a:prstGeom>
              <a:solidFill>
                <a:srgbClr val="EB5C0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112"/>
                <a:r>
                  <a:rPr kumimoji="1" lang="mr-IN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 235</a:t>
                </a:r>
                <a:r>
                  <a:rPr kumimoji="1" lang="mr-IN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92/1</a:t>
                </a:r>
                <a:endParaRPr kumimoji="1" lang="mr-IN" altLang="zh-CN" sz="700" b="1" dirty="0">
                  <a:solidFill>
                    <a:srgbClr val="FFFFFF"/>
                  </a:solidFill>
                  <a:ea typeface="Arial" charset="0"/>
                  <a:cs typeface="Arial" charset="0"/>
                </a:endParaRPr>
              </a:p>
            </p:txBody>
          </p:sp>
          <p:sp>
            <p:nvSpPr>
              <p:cNvPr id="33" name="矩形 18">
                <a:extLst>
                  <a:ext uri="{FF2B5EF4-FFF2-40B4-BE49-F238E27FC236}">
                    <a16:creationId xmlns="" xmlns:a16="http://schemas.microsoft.com/office/drawing/2014/main" id="{2A29AF15-F5C4-A842-A63B-5DBA549CB92F}"/>
                  </a:ext>
                </a:extLst>
              </p:cNvPr>
              <p:cNvSpPr/>
              <p:nvPr userDrawn="1"/>
            </p:nvSpPr>
            <p:spPr>
              <a:xfrm>
                <a:off x="12315636" y="5880294"/>
                <a:ext cx="911019" cy="462672"/>
              </a:xfrm>
              <a:prstGeom prst="rect">
                <a:avLst/>
              </a:prstGeom>
              <a:solidFill>
                <a:srgbClr val="89898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112"/>
                <a:r>
                  <a:rPr kumimoji="1" lang="mr-IN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 137/137/137</a:t>
                </a:r>
                <a:endParaRPr kumimoji="1" lang="mr-IN" altLang="zh-CN" sz="700" b="1" dirty="0">
                  <a:solidFill>
                    <a:srgbClr val="FFFFFF"/>
                  </a:solidFill>
                  <a:ea typeface="Arial" charset="0"/>
                  <a:cs typeface="Arial" charset="0"/>
                </a:endParaRPr>
              </a:p>
            </p:txBody>
          </p:sp>
          <p:sp>
            <p:nvSpPr>
              <p:cNvPr id="34" name="矩形 19">
                <a:extLst>
                  <a:ext uri="{FF2B5EF4-FFF2-40B4-BE49-F238E27FC236}">
                    <a16:creationId xmlns="" xmlns:a16="http://schemas.microsoft.com/office/drawing/2014/main" id="{E9EA970A-4D36-BC41-B8BE-40DF553320E7}"/>
                  </a:ext>
                </a:extLst>
              </p:cNvPr>
              <p:cNvSpPr/>
              <p:nvPr userDrawn="1"/>
            </p:nvSpPr>
            <p:spPr>
              <a:xfrm>
                <a:off x="12315636" y="5362779"/>
                <a:ext cx="911019" cy="462672"/>
              </a:xfrm>
              <a:prstGeom prst="rect">
                <a:avLst/>
              </a:prstGeom>
              <a:solidFill>
                <a:srgbClr val="23181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112"/>
                <a:r>
                  <a:rPr kumimoji="1" lang="mr-IN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 35/24/21</a:t>
                </a:r>
                <a:endParaRPr kumimoji="1" lang="mr-IN" altLang="zh-CN" sz="700" b="1" dirty="0">
                  <a:solidFill>
                    <a:srgbClr val="FFFFFF"/>
                  </a:solidFill>
                  <a:ea typeface="Arial" charset="0"/>
                  <a:cs typeface="Arial" charset="0"/>
                </a:endParaRPr>
              </a:p>
            </p:txBody>
          </p:sp>
          <p:sp>
            <p:nvSpPr>
              <p:cNvPr id="35" name="矩形 22">
                <a:extLst>
                  <a:ext uri="{FF2B5EF4-FFF2-40B4-BE49-F238E27FC236}">
                    <a16:creationId xmlns="" xmlns:a16="http://schemas.microsoft.com/office/drawing/2014/main" id="{14EE21FB-1D92-0241-ABA5-5E9A6AEE0DC8}"/>
                  </a:ext>
                </a:extLst>
              </p:cNvPr>
              <p:cNvSpPr/>
              <p:nvPr userDrawn="1"/>
            </p:nvSpPr>
            <p:spPr>
              <a:xfrm>
                <a:off x="12315636" y="6403948"/>
                <a:ext cx="911019" cy="462672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112"/>
                <a:r>
                  <a:rPr kumimoji="1" lang="mr-IN" altLang="zh-CN" sz="700" b="1" dirty="0">
                    <a:solidFill>
                      <a:srgbClr val="666666"/>
                    </a:solidFill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666666"/>
                    </a:solidFill>
                    <a:ea typeface="Arial" charset="0"/>
                    <a:cs typeface="Arial" charset="0"/>
                  </a:rPr>
                  <a:t> 221</a:t>
                </a:r>
                <a:r>
                  <a:rPr kumimoji="1" lang="mr-IN" altLang="zh-CN" sz="700" b="1" dirty="0">
                    <a:solidFill>
                      <a:srgbClr val="666666"/>
                    </a:solidFill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666666"/>
                    </a:solidFill>
                    <a:ea typeface="Arial" charset="0"/>
                    <a:cs typeface="Arial" charset="0"/>
                  </a:rPr>
                  <a:t>221/221</a:t>
                </a:r>
                <a:endParaRPr kumimoji="1" lang="mr-IN" altLang="zh-CN" sz="700" b="1" dirty="0">
                  <a:solidFill>
                    <a:srgbClr val="666666"/>
                  </a:solidFill>
                  <a:ea typeface="Arial" charset="0"/>
                  <a:cs typeface="Arial" charset="0"/>
                </a:endParaRPr>
              </a:p>
            </p:txBody>
          </p:sp>
          <p:sp>
            <p:nvSpPr>
              <p:cNvPr id="36" name="矩形 12">
                <a:extLst>
                  <a:ext uri="{FF2B5EF4-FFF2-40B4-BE49-F238E27FC236}">
                    <a16:creationId xmlns="" xmlns:a16="http://schemas.microsoft.com/office/drawing/2014/main" id="{883734A3-2645-434A-9DCC-1416B6C687CC}"/>
                  </a:ext>
                </a:extLst>
              </p:cNvPr>
              <p:cNvSpPr/>
              <p:nvPr userDrawn="1"/>
            </p:nvSpPr>
            <p:spPr>
              <a:xfrm>
                <a:off x="13288175" y="3785971"/>
                <a:ext cx="885201" cy="462672"/>
              </a:xfrm>
              <a:prstGeom prst="rect">
                <a:avLst/>
              </a:prstGeom>
              <a:solidFill>
                <a:srgbClr val="E98C8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112"/>
                <a:r>
                  <a:rPr kumimoji="1" lang="mr-IN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 233</a:t>
                </a:r>
                <a:r>
                  <a:rPr kumimoji="1" lang="mr-IN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140/128</a:t>
                </a:r>
                <a:endParaRPr kumimoji="1" lang="mr-IN" altLang="zh-CN" sz="700" b="1" dirty="0">
                  <a:solidFill>
                    <a:srgbClr val="FFFFFF"/>
                  </a:solidFill>
                  <a:ea typeface="Arial" charset="0"/>
                  <a:cs typeface="Arial" charset="0"/>
                </a:endParaRPr>
              </a:p>
            </p:txBody>
          </p:sp>
          <p:sp>
            <p:nvSpPr>
              <p:cNvPr id="37" name="矩形 13">
                <a:extLst>
                  <a:ext uri="{FF2B5EF4-FFF2-40B4-BE49-F238E27FC236}">
                    <a16:creationId xmlns="" xmlns:a16="http://schemas.microsoft.com/office/drawing/2014/main" id="{1FF13552-FB3D-134A-A80A-6CFB35DFE1A1}"/>
                  </a:ext>
                </a:extLst>
              </p:cNvPr>
              <p:cNvSpPr/>
              <p:nvPr userDrawn="1"/>
            </p:nvSpPr>
            <p:spPr>
              <a:xfrm>
                <a:off x="13288175" y="3259312"/>
                <a:ext cx="885201" cy="462672"/>
              </a:xfrm>
              <a:prstGeom prst="rect">
                <a:avLst/>
              </a:prstGeom>
              <a:solidFill>
                <a:srgbClr val="A72126"/>
              </a:solidFill>
              <a:ln>
                <a:solidFill>
                  <a:srgbClr val="9F000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112"/>
                <a:r>
                  <a:rPr kumimoji="1" lang="mr-IN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 159</a:t>
                </a:r>
                <a:r>
                  <a:rPr kumimoji="1" lang="mr-IN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0/1</a:t>
                </a:r>
                <a:endParaRPr kumimoji="1" lang="mr-IN" altLang="zh-CN" sz="700" b="1" dirty="0">
                  <a:solidFill>
                    <a:srgbClr val="FFFFFF"/>
                  </a:solidFill>
                  <a:ea typeface="Arial" charset="0"/>
                  <a:cs typeface="Arial" charset="0"/>
                </a:endParaRPr>
              </a:p>
            </p:txBody>
          </p:sp>
          <p:sp>
            <p:nvSpPr>
              <p:cNvPr id="38" name="矩形 16">
                <a:extLst>
                  <a:ext uri="{FF2B5EF4-FFF2-40B4-BE49-F238E27FC236}">
                    <a16:creationId xmlns="" xmlns:a16="http://schemas.microsoft.com/office/drawing/2014/main" id="{0A96471B-CB12-1443-B01F-C14C9112C149}"/>
                  </a:ext>
                </a:extLst>
              </p:cNvPr>
              <p:cNvSpPr/>
              <p:nvPr userDrawn="1"/>
            </p:nvSpPr>
            <p:spPr>
              <a:xfrm>
                <a:off x="13288175" y="4836793"/>
                <a:ext cx="885201" cy="462672"/>
              </a:xfrm>
              <a:prstGeom prst="rect">
                <a:avLst/>
              </a:prstGeom>
              <a:solidFill>
                <a:srgbClr val="F5DC5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112"/>
                <a:r>
                  <a:rPr kumimoji="1" lang="mr-IN" altLang="zh-CN" sz="700" b="1" dirty="0">
                    <a:solidFill>
                      <a:srgbClr val="666666"/>
                    </a:solidFill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666666"/>
                    </a:solidFill>
                    <a:ea typeface="Arial" charset="0"/>
                    <a:cs typeface="Arial" charset="0"/>
                  </a:rPr>
                  <a:t> 245</a:t>
                </a:r>
                <a:r>
                  <a:rPr kumimoji="1" lang="mr-IN" altLang="zh-CN" sz="700" b="1" dirty="0">
                    <a:solidFill>
                      <a:srgbClr val="666666"/>
                    </a:solidFill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666666"/>
                    </a:solidFill>
                    <a:ea typeface="Arial" charset="0"/>
                    <a:cs typeface="Arial" charset="0"/>
                  </a:rPr>
                  <a:t>220/87</a:t>
                </a:r>
                <a:endParaRPr kumimoji="1" lang="mr-IN" altLang="zh-CN" sz="700" b="1" dirty="0">
                  <a:solidFill>
                    <a:srgbClr val="666666"/>
                  </a:solidFill>
                  <a:ea typeface="Arial" charset="0"/>
                  <a:cs typeface="Arial" charset="0"/>
                </a:endParaRPr>
              </a:p>
            </p:txBody>
          </p:sp>
          <p:sp>
            <p:nvSpPr>
              <p:cNvPr id="39" name="矩形 17">
                <a:extLst>
                  <a:ext uri="{FF2B5EF4-FFF2-40B4-BE49-F238E27FC236}">
                    <a16:creationId xmlns="" xmlns:a16="http://schemas.microsoft.com/office/drawing/2014/main" id="{61890D59-CF8B-1449-A836-3A304EC9A907}"/>
                  </a:ext>
                </a:extLst>
              </p:cNvPr>
              <p:cNvSpPr/>
              <p:nvPr userDrawn="1"/>
            </p:nvSpPr>
            <p:spPr>
              <a:xfrm>
                <a:off x="13288175" y="4319278"/>
                <a:ext cx="885201" cy="462672"/>
              </a:xfrm>
              <a:prstGeom prst="rect">
                <a:avLst/>
              </a:prstGeom>
              <a:solidFill>
                <a:srgbClr val="F085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112"/>
                <a:r>
                  <a:rPr kumimoji="1" lang="mr-IN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 240</a:t>
                </a:r>
                <a:r>
                  <a:rPr kumimoji="1" lang="mr-IN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133/0</a:t>
                </a:r>
                <a:endParaRPr kumimoji="1" lang="mr-IN" altLang="zh-CN" sz="700" b="1" dirty="0">
                  <a:solidFill>
                    <a:srgbClr val="FFFFFF"/>
                  </a:solidFill>
                  <a:ea typeface="Arial" charset="0"/>
                  <a:cs typeface="Arial" charset="0"/>
                </a:endParaRPr>
              </a:p>
            </p:txBody>
          </p:sp>
          <p:sp>
            <p:nvSpPr>
              <p:cNvPr id="40" name="矩形 18">
                <a:extLst>
                  <a:ext uri="{FF2B5EF4-FFF2-40B4-BE49-F238E27FC236}">
                    <a16:creationId xmlns="" xmlns:a16="http://schemas.microsoft.com/office/drawing/2014/main" id="{0466A1E1-E7C7-FD49-9880-9E44BED19FF5}"/>
                  </a:ext>
                </a:extLst>
              </p:cNvPr>
              <p:cNvSpPr/>
              <p:nvPr userDrawn="1"/>
            </p:nvSpPr>
            <p:spPr>
              <a:xfrm>
                <a:off x="13288171" y="5880294"/>
                <a:ext cx="911019" cy="462672"/>
              </a:xfrm>
              <a:prstGeom prst="rect">
                <a:avLst/>
              </a:prstGeom>
              <a:solidFill>
                <a:srgbClr val="B5B5B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112"/>
                <a:r>
                  <a:rPr kumimoji="1" lang="mr-IN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 181</a:t>
                </a:r>
                <a:r>
                  <a:rPr kumimoji="1" lang="mr-IN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181/181</a:t>
                </a:r>
                <a:endParaRPr kumimoji="1" lang="mr-IN" altLang="zh-CN" sz="700" b="1" dirty="0">
                  <a:solidFill>
                    <a:srgbClr val="FFFFFF"/>
                  </a:solidFill>
                  <a:ea typeface="Arial" charset="0"/>
                  <a:cs typeface="Arial" charset="0"/>
                </a:endParaRPr>
              </a:p>
            </p:txBody>
          </p:sp>
          <p:sp>
            <p:nvSpPr>
              <p:cNvPr id="42" name="矩形 19">
                <a:extLst>
                  <a:ext uri="{FF2B5EF4-FFF2-40B4-BE49-F238E27FC236}">
                    <a16:creationId xmlns="" xmlns:a16="http://schemas.microsoft.com/office/drawing/2014/main" id="{B21AD6AC-1275-0142-A9EA-D77B26CB40EF}"/>
                  </a:ext>
                </a:extLst>
              </p:cNvPr>
              <p:cNvSpPr/>
              <p:nvPr userDrawn="1"/>
            </p:nvSpPr>
            <p:spPr>
              <a:xfrm>
                <a:off x="13288171" y="5362779"/>
                <a:ext cx="911019" cy="462672"/>
              </a:xfrm>
              <a:prstGeom prst="rect">
                <a:avLst/>
              </a:prstGeom>
              <a:solidFill>
                <a:srgbClr val="59575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112"/>
                <a:r>
                  <a:rPr kumimoji="1" lang="mr-IN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 89</a:t>
                </a:r>
                <a:r>
                  <a:rPr kumimoji="1" lang="mr-IN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87/87</a:t>
                </a:r>
                <a:endParaRPr kumimoji="1" lang="mr-IN" altLang="zh-CN" sz="700" b="1" dirty="0">
                  <a:solidFill>
                    <a:srgbClr val="FFFFFF"/>
                  </a:solidFill>
                  <a:ea typeface="Arial" charset="0"/>
                  <a:cs typeface="Arial" charset="0"/>
                </a:endParaRPr>
              </a:p>
            </p:txBody>
          </p:sp>
          <p:sp>
            <p:nvSpPr>
              <p:cNvPr id="43" name="矩形 22">
                <a:extLst>
                  <a:ext uri="{FF2B5EF4-FFF2-40B4-BE49-F238E27FC236}">
                    <a16:creationId xmlns="" xmlns:a16="http://schemas.microsoft.com/office/drawing/2014/main" id="{238BAC2A-AE09-A84D-875D-8472236D6610}"/>
                  </a:ext>
                </a:extLst>
              </p:cNvPr>
              <p:cNvSpPr/>
              <p:nvPr userDrawn="1"/>
            </p:nvSpPr>
            <p:spPr>
              <a:xfrm>
                <a:off x="13288171" y="6403948"/>
                <a:ext cx="911019" cy="462672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chemeClr val="bg1">
                    <a:lumMod val="10000"/>
                    <a:lumOff val="9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112"/>
                <a:r>
                  <a:rPr kumimoji="1" lang="mr-IN" altLang="zh-CN" sz="700" b="1" dirty="0">
                    <a:solidFill>
                      <a:srgbClr val="666666"/>
                    </a:solidFill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666666"/>
                    </a:solidFill>
                    <a:ea typeface="Arial" charset="0"/>
                    <a:cs typeface="Arial" charset="0"/>
                  </a:rPr>
                  <a:t> 255</a:t>
                </a:r>
                <a:r>
                  <a:rPr kumimoji="1" lang="mr-IN" altLang="zh-CN" sz="700" b="1" dirty="0">
                    <a:solidFill>
                      <a:srgbClr val="666666"/>
                    </a:solidFill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666666"/>
                    </a:solidFill>
                    <a:ea typeface="Arial" charset="0"/>
                    <a:cs typeface="Arial" charset="0"/>
                  </a:rPr>
                  <a:t>255/255</a:t>
                </a:r>
                <a:endParaRPr kumimoji="1" lang="mr-IN" altLang="zh-CN" sz="700" b="1" dirty="0">
                  <a:solidFill>
                    <a:srgbClr val="666666"/>
                  </a:solidFill>
                  <a:ea typeface="Arial" charset="0"/>
                  <a:cs typeface="Arial" charset="0"/>
                </a:endParaRPr>
              </a:p>
            </p:txBody>
          </p:sp>
        </p:grpSp>
      </p:grpSp>
      <p:sp>
        <p:nvSpPr>
          <p:cNvPr id="5" name="CuadroTexto 4">
            <a:extLst>
              <a:ext uri="{FF2B5EF4-FFF2-40B4-BE49-F238E27FC236}">
                <a16:creationId xmlns="" xmlns:a16="http://schemas.microsoft.com/office/drawing/2014/main" id="{920B224A-4973-4713-2F3B-7A9C48BD35E6}"/>
              </a:ext>
            </a:extLst>
          </p:cNvPr>
          <p:cNvSpPr txBox="1"/>
          <p:nvPr userDrawn="1">
            <p:extLst>
              <p:ext uri="{1162E1C5-73C7-4A58-AE30-91384D911F3F}">
                <p184:classification xmlns="" xmlns:p184="http://schemas.microsoft.com/office/powerpoint/2018/4/main" val="hdr"/>
              </p:ext>
            </p:extLst>
          </p:nvPr>
        </p:nvSpPr>
        <p:spPr>
          <a:xfrm>
            <a:off x="11083925" y="0"/>
            <a:ext cx="11414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s-AR" sz="10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Documento: Personal</a:t>
            </a:r>
          </a:p>
        </p:txBody>
      </p:sp>
    </p:spTree>
    <p:extLst>
      <p:ext uri="{BB962C8B-B14F-4D97-AF65-F5344CB8AC3E}">
        <p14:creationId xmlns:p14="http://schemas.microsoft.com/office/powerpoint/2010/main" val="5339210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02" r:id="rId1"/>
    <p:sldLayoutId id="2147484004" r:id="rId2"/>
    <p:sldLayoutId id="2147484005" r:id="rId3"/>
  </p:sldLayoutIdLst>
  <p:hf hdr="0" ftr="0" dt="0"/>
  <p:txStyles>
    <p:titleStyle>
      <a:lvl1pPr algn="l" defTabSz="1187323" rtl="0" eaLnBrk="1" latinLnBrk="0" hangingPunct="1">
        <a:lnSpc>
          <a:spcPct val="90000"/>
        </a:lnSpc>
        <a:spcBef>
          <a:spcPct val="0"/>
        </a:spcBef>
        <a:buNone/>
        <a:defRPr sz="5714" kern="1200">
          <a:solidFill>
            <a:schemeClr val="tx1"/>
          </a:solidFill>
          <a:latin typeface="Arial"/>
          <a:ea typeface="+mj-ea"/>
          <a:cs typeface="+mj-cs"/>
        </a:defRPr>
      </a:lvl1pPr>
    </p:titleStyle>
    <p:bodyStyle>
      <a:lvl1pPr marL="296831" indent="-296831" algn="l" defTabSz="1187323" rtl="0" eaLnBrk="1" latinLnBrk="0" hangingPunct="1">
        <a:lnSpc>
          <a:spcPct val="90000"/>
        </a:lnSpc>
        <a:spcBef>
          <a:spcPts val="1298"/>
        </a:spcBef>
        <a:buFont typeface="Arial" panose="020B0604020202020204" pitchFamily="34" charset="0"/>
        <a:buChar char="•"/>
        <a:defRPr sz="3635" kern="1200">
          <a:solidFill>
            <a:schemeClr val="tx1"/>
          </a:solidFill>
          <a:latin typeface="Arial"/>
          <a:ea typeface="+mn-ea"/>
          <a:cs typeface="+mn-cs"/>
        </a:defRPr>
      </a:lvl1pPr>
      <a:lvl2pPr marL="890493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7" kern="1200">
          <a:solidFill>
            <a:schemeClr val="tx1"/>
          </a:solidFill>
          <a:latin typeface="Arial"/>
          <a:ea typeface="+mn-ea"/>
          <a:cs typeface="+mn-cs"/>
        </a:defRPr>
      </a:lvl2pPr>
      <a:lvl3pPr marL="1484154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7" kern="1200">
          <a:solidFill>
            <a:schemeClr val="tx1"/>
          </a:solidFill>
          <a:latin typeface="Arial"/>
          <a:ea typeface="+mn-ea"/>
          <a:cs typeface="+mn-cs"/>
        </a:defRPr>
      </a:lvl3pPr>
      <a:lvl4pPr marL="2077817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Arial"/>
          <a:ea typeface="+mn-ea"/>
          <a:cs typeface="+mn-cs"/>
        </a:defRPr>
      </a:lvl4pPr>
      <a:lvl5pPr marL="2671478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Arial"/>
          <a:ea typeface="+mn-ea"/>
          <a:cs typeface="+mn-cs"/>
        </a:defRPr>
      </a:lvl5pPr>
      <a:lvl6pPr marL="3265140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Arial"/>
          <a:ea typeface="+mn-ea"/>
          <a:cs typeface="+mn-cs"/>
        </a:defRPr>
      </a:lvl6pPr>
      <a:lvl7pPr marL="3858802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Arial"/>
          <a:ea typeface="+mn-ea"/>
          <a:cs typeface="+mn-cs"/>
        </a:defRPr>
      </a:lvl7pPr>
      <a:lvl8pPr marL="4452463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Arial"/>
          <a:ea typeface="+mn-ea"/>
          <a:cs typeface="+mn-cs"/>
        </a:defRPr>
      </a:lvl8pPr>
      <a:lvl9pPr marL="5046125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Arial"/>
          <a:ea typeface="+mn-ea"/>
          <a:cs typeface="+mn-cs"/>
        </a:defRPr>
      </a:lvl9pPr>
    </p:bodyStyle>
    <p:otherStyle>
      <a:defPPr>
        <a:defRPr lang="en-US"/>
      </a:defPPr>
      <a:lvl1pPr marL="0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1pPr>
      <a:lvl2pPr marL="593662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2pPr>
      <a:lvl3pPr marL="1187323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3pPr>
      <a:lvl4pPr marL="1780986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4pPr>
      <a:lvl5pPr marL="2374648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5pPr>
      <a:lvl6pPr marL="2968309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6pPr>
      <a:lvl7pPr marL="3561971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7pPr>
      <a:lvl8pPr marL="4155634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8pPr>
      <a:lvl9pPr marL="4749295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9pPr>
    </p:otherStyle>
  </p:txStyles>
  <p:extLst>
    <p:ext uri="{27BBF7A9-308A-43DC-89C8-2F10F3537804}">
      <p15:sldGuideLst xmlns="" xmlns:p15="http://schemas.microsoft.com/office/powerpoint/2012/main">
        <p15:guide id="1" orient="horz" pos="2161">
          <p15:clr>
            <a:srgbClr val="F26B43"/>
          </p15:clr>
        </p15:guide>
        <p15:guide id="2" pos="3842">
          <p15:clr>
            <a:srgbClr val="F26B43"/>
          </p15:clr>
        </p15:guide>
        <p15:guide id="3" pos="458">
          <p15:clr>
            <a:srgbClr val="F26B43"/>
          </p15:clr>
        </p15:guide>
        <p15:guide id="4" pos="7225">
          <p15:clr>
            <a:srgbClr val="F26B43"/>
          </p15:clr>
        </p15:guide>
        <p15:guide id="5" orient="horz" pos="4100">
          <p15:clr>
            <a:srgbClr val="F26B43"/>
          </p15:clr>
        </p15:guide>
      </p15:sldGuideLst>
    </p:ext>
  </p:extLst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6785A3D6-1271-D247-9E96-1B376F4BE7BE}"/>
              </a:ext>
            </a:extLst>
          </p:cNvPr>
          <p:cNvSpPr txBox="1"/>
          <p:nvPr userDrawn="1"/>
        </p:nvSpPr>
        <p:spPr>
          <a:xfrm>
            <a:off x="1095468" y="6356939"/>
            <a:ext cx="1463467" cy="242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12"/>
            <a:r>
              <a:rPr lang="en-US" sz="974" dirty="0">
                <a:solidFill>
                  <a:srgbClr val="1D1D1B"/>
                </a:solidFill>
                <a:cs typeface="Arial" panose="020B0604020202020204" pitchFamily="34" charset="0"/>
              </a:rPr>
              <a:t>Huawei Confidential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EABEE2EE-BF4D-7A4A-B3C6-9E47668CCD98}"/>
              </a:ext>
            </a:extLst>
          </p:cNvPr>
          <p:cNvSpPr txBox="1"/>
          <p:nvPr userDrawn="1"/>
        </p:nvSpPr>
        <p:spPr>
          <a:xfrm>
            <a:off x="734132" y="6402806"/>
            <a:ext cx="499729" cy="1502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890493">
              <a:defRPr/>
            </a:pPr>
            <a:fld id="{C3837181-38C6-AD4F-B8BA-B444770388BB}" type="slidenum">
              <a:rPr lang="en-US" sz="974">
                <a:solidFill>
                  <a:srgbClr val="1D1D1B"/>
                </a:solidFill>
                <a:cs typeface="Arial" panose="020B0604020202020204" pitchFamily="34" charset="0"/>
              </a:rPr>
              <a:pPr defTabSz="890493">
                <a:defRPr/>
              </a:pPr>
              <a:t>‹Nº›</a:t>
            </a:fld>
            <a:endParaRPr lang="en-US" sz="974" dirty="0">
              <a:solidFill>
                <a:srgbClr val="1D1D1B"/>
              </a:solidFill>
              <a:cs typeface="Arial" panose="020B0604020202020204" pitchFamily="34" charset="0"/>
            </a:endParaRPr>
          </a:p>
        </p:txBody>
      </p:sp>
      <p:pic>
        <p:nvPicPr>
          <p:cNvPr id="41" name="图片 40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6000" y="6319872"/>
            <a:ext cx="1269075" cy="271153"/>
          </a:xfrm>
          <a:prstGeom prst="rect">
            <a:avLst/>
          </a:prstGeom>
        </p:spPr>
      </p:pic>
      <p:grpSp>
        <p:nvGrpSpPr>
          <p:cNvPr id="25" name="组合 24"/>
          <p:cNvGrpSpPr/>
          <p:nvPr userDrawn="1"/>
        </p:nvGrpSpPr>
        <p:grpSpPr>
          <a:xfrm>
            <a:off x="12216278" y="2931937"/>
            <a:ext cx="1982916" cy="3934682"/>
            <a:chOff x="12216278" y="2262477"/>
            <a:chExt cx="1982916" cy="4604143"/>
          </a:xfrm>
        </p:grpSpPr>
        <p:grpSp>
          <p:nvGrpSpPr>
            <p:cNvPr id="26" name="组合 25"/>
            <p:cNvGrpSpPr/>
            <p:nvPr userDrawn="1"/>
          </p:nvGrpSpPr>
          <p:grpSpPr>
            <a:xfrm>
              <a:off x="12315635" y="2262477"/>
              <a:ext cx="1883559" cy="692624"/>
              <a:chOff x="12315635" y="2207613"/>
              <a:chExt cx="1883559" cy="692624"/>
            </a:xfrm>
          </p:grpSpPr>
          <p:sp>
            <p:nvSpPr>
              <p:cNvPr id="44" name="矩形 5">
                <a:extLst>
                  <a:ext uri="{FF2B5EF4-FFF2-40B4-BE49-F238E27FC236}">
                    <a16:creationId xmlns="" xmlns:a16="http://schemas.microsoft.com/office/drawing/2014/main" id="{3B0B5EC2-EA55-CC45-A9D0-D5EA5D768C99}"/>
                  </a:ext>
                </a:extLst>
              </p:cNvPr>
              <p:cNvSpPr/>
              <p:nvPr userDrawn="1"/>
            </p:nvSpPr>
            <p:spPr>
              <a:xfrm>
                <a:off x="12315635" y="2401808"/>
                <a:ext cx="911019" cy="498429"/>
              </a:xfrm>
              <a:prstGeom prst="rect">
                <a:avLst/>
              </a:prstGeom>
              <a:solidFill>
                <a:srgbClr val="C8102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112"/>
                <a:r>
                  <a:rPr kumimoji="1" lang="en-US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P</a:t>
                </a:r>
                <a:r>
                  <a:rPr kumimoji="1" lang="en-US" altLang="zh-Hant" sz="700" b="1" dirty="0">
                    <a:solidFill>
                      <a:srgbClr val="FFFFFF"/>
                    </a:solidFill>
                    <a:cs typeface="Arial" charset="0"/>
                  </a:rPr>
                  <a:t>ANTONE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 186C</a:t>
                </a:r>
              </a:p>
              <a:p>
                <a:pPr algn="ctr" defTabSz="914112"/>
                <a:r>
                  <a:rPr kumimoji="1" lang="en-US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RGB 200/16/46</a:t>
                </a:r>
              </a:p>
            </p:txBody>
          </p:sp>
          <p:sp>
            <p:nvSpPr>
              <p:cNvPr id="45" name="矩形 9">
                <a:extLst>
                  <a:ext uri="{FF2B5EF4-FFF2-40B4-BE49-F238E27FC236}">
                    <a16:creationId xmlns="" xmlns:a16="http://schemas.microsoft.com/office/drawing/2014/main" id="{992224C5-04A6-C041-B257-13137945DBB8}"/>
                  </a:ext>
                </a:extLst>
              </p:cNvPr>
              <p:cNvSpPr/>
              <p:nvPr userDrawn="1"/>
            </p:nvSpPr>
            <p:spPr>
              <a:xfrm>
                <a:off x="13288175" y="2401808"/>
                <a:ext cx="911019" cy="498429"/>
              </a:xfrm>
              <a:prstGeom prst="rect">
                <a:avLst/>
              </a:prstGeom>
              <a:solidFill>
                <a:srgbClr val="C7000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112"/>
                <a:r>
                  <a:rPr kumimoji="1" lang="en-US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P</a:t>
                </a:r>
                <a:r>
                  <a:rPr kumimoji="1" lang="en-US" altLang="zh-Hant" sz="700" b="1" dirty="0">
                    <a:solidFill>
                      <a:srgbClr val="FFFFFF"/>
                    </a:solidFill>
                    <a:cs typeface="Arial" charset="0"/>
                  </a:rPr>
                  <a:t>ANTONE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 185C</a:t>
                </a:r>
              </a:p>
              <a:p>
                <a:pPr algn="ctr" defTabSz="914112"/>
                <a:r>
                  <a:rPr kumimoji="1" lang="en-US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RGB 199/0/11</a:t>
                </a:r>
              </a:p>
            </p:txBody>
          </p:sp>
          <p:sp>
            <p:nvSpPr>
              <p:cNvPr id="46" name="文本框 31">
                <a:extLst>
                  <a:ext uri="{FF2B5EF4-FFF2-40B4-BE49-F238E27FC236}">
                    <a16:creationId xmlns="" xmlns:a16="http://schemas.microsoft.com/office/drawing/2014/main" id="{58918196-0639-EE4B-AFC2-315BE04587B9}"/>
                  </a:ext>
                </a:extLst>
              </p:cNvPr>
              <p:cNvSpPr txBox="1"/>
              <p:nvPr userDrawn="1"/>
            </p:nvSpPr>
            <p:spPr>
              <a:xfrm>
                <a:off x="12326898" y="2207613"/>
                <a:ext cx="384721" cy="18007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 defTabSz="914112"/>
                <a:r>
                  <a:rPr kumimoji="1" lang="zh-CN" altLang="en-US" sz="1000" dirty="0">
                    <a:solidFill>
                      <a:srgbClr val="1D1D1A"/>
                    </a:solidFill>
                    <a:ea typeface="Microsoft YaHei" panose="020B0503020204020204" pitchFamily="34" charset="-122"/>
                  </a:rPr>
                  <a:t>品牌色</a:t>
                </a:r>
              </a:p>
            </p:txBody>
          </p:sp>
        </p:grpSp>
        <p:grpSp>
          <p:nvGrpSpPr>
            <p:cNvPr id="27" name="组合 26"/>
            <p:cNvGrpSpPr/>
            <p:nvPr userDrawn="1"/>
          </p:nvGrpSpPr>
          <p:grpSpPr>
            <a:xfrm>
              <a:off x="12216278" y="3054642"/>
              <a:ext cx="1982912" cy="3811978"/>
              <a:chOff x="12216278" y="3054642"/>
              <a:chExt cx="1982912" cy="3811978"/>
            </a:xfrm>
          </p:grpSpPr>
          <p:sp>
            <p:nvSpPr>
              <p:cNvPr id="28" name="矩形 12">
                <a:extLst>
                  <a:ext uri="{FF2B5EF4-FFF2-40B4-BE49-F238E27FC236}">
                    <a16:creationId xmlns="" xmlns:a16="http://schemas.microsoft.com/office/drawing/2014/main" id="{DCA8B73C-0B87-284F-805F-752EBF20B768}"/>
                  </a:ext>
                </a:extLst>
              </p:cNvPr>
              <p:cNvSpPr/>
              <p:nvPr userDrawn="1"/>
            </p:nvSpPr>
            <p:spPr>
              <a:xfrm>
                <a:off x="12315640" y="3785971"/>
                <a:ext cx="885201" cy="462672"/>
              </a:xfrm>
              <a:prstGeom prst="rect">
                <a:avLst/>
              </a:prstGeom>
              <a:solidFill>
                <a:srgbClr val="EA5A4F"/>
              </a:solidFill>
              <a:ln>
                <a:solidFill>
                  <a:srgbClr val="EA5A4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112"/>
                <a:r>
                  <a:rPr kumimoji="1" lang="mr-IN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 234</a:t>
                </a:r>
                <a:r>
                  <a:rPr kumimoji="1" lang="mr-IN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90/79</a:t>
                </a:r>
                <a:endParaRPr kumimoji="1" lang="mr-IN" altLang="zh-CN" sz="700" b="1" dirty="0">
                  <a:solidFill>
                    <a:srgbClr val="FFFFFF"/>
                  </a:solidFill>
                  <a:ea typeface="Arial" charset="0"/>
                  <a:cs typeface="Arial" charset="0"/>
                </a:endParaRPr>
              </a:p>
            </p:txBody>
          </p:sp>
          <p:sp>
            <p:nvSpPr>
              <p:cNvPr id="29" name="矩形 13">
                <a:extLst>
                  <a:ext uri="{FF2B5EF4-FFF2-40B4-BE49-F238E27FC236}">
                    <a16:creationId xmlns="" xmlns:a16="http://schemas.microsoft.com/office/drawing/2014/main" id="{138A39A8-BB4E-CD4E-9201-F1785C874F92}"/>
                  </a:ext>
                </a:extLst>
              </p:cNvPr>
              <p:cNvSpPr/>
              <p:nvPr userDrawn="1"/>
            </p:nvSpPr>
            <p:spPr>
              <a:xfrm>
                <a:off x="12315640" y="3259312"/>
                <a:ext cx="885201" cy="462672"/>
              </a:xfrm>
              <a:prstGeom prst="rect">
                <a:avLst/>
              </a:prstGeom>
              <a:solidFill>
                <a:srgbClr val="78000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112"/>
                <a:r>
                  <a:rPr kumimoji="1" lang="mr-IN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 120</a:t>
                </a:r>
                <a:r>
                  <a:rPr kumimoji="1" lang="mr-IN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0/15</a:t>
                </a:r>
                <a:endParaRPr kumimoji="1" lang="mr-IN" altLang="zh-CN" sz="700" b="1" dirty="0">
                  <a:solidFill>
                    <a:srgbClr val="FFFFFF"/>
                  </a:solidFill>
                  <a:ea typeface="Arial" charset="0"/>
                  <a:cs typeface="Arial" charset="0"/>
                </a:endParaRPr>
              </a:p>
            </p:txBody>
          </p:sp>
          <p:sp>
            <p:nvSpPr>
              <p:cNvPr id="30" name="文本框 15">
                <a:extLst>
                  <a:ext uri="{FF2B5EF4-FFF2-40B4-BE49-F238E27FC236}">
                    <a16:creationId xmlns="" xmlns:a16="http://schemas.microsoft.com/office/drawing/2014/main" id="{8F53C07A-1022-C740-8F8D-97538E174D38}"/>
                  </a:ext>
                </a:extLst>
              </p:cNvPr>
              <p:cNvSpPr txBox="1"/>
              <p:nvPr userDrawn="1"/>
            </p:nvSpPr>
            <p:spPr>
              <a:xfrm>
                <a:off x="12216278" y="3054642"/>
                <a:ext cx="569387" cy="180071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b" anchorCtr="0">
                <a:spAutoFit/>
              </a:bodyPr>
              <a:lstStyle/>
              <a:p>
                <a:pPr algn="ctr" defTabSz="914112"/>
                <a:r>
                  <a:rPr kumimoji="1" lang="zh-CN" altLang="en-US" sz="1000" dirty="0">
                    <a:solidFill>
                      <a:srgbClr val="1D1D1A"/>
                    </a:solidFill>
                    <a:ea typeface="Microsoft YaHei" panose="020B0503020204020204" pitchFamily="34" charset="-122"/>
                  </a:rPr>
                  <a:t>辅助色</a:t>
                </a:r>
              </a:p>
            </p:txBody>
          </p:sp>
          <p:sp>
            <p:nvSpPr>
              <p:cNvPr id="31" name="矩形 16">
                <a:extLst>
                  <a:ext uri="{FF2B5EF4-FFF2-40B4-BE49-F238E27FC236}">
                    <a16:creationId xmlns="" xmlns:a16="http://schemas.microsoft.com/office/drawing/2014/main" id="{306A7598-C00D-994F-82DA-B39F3C2E0AAD}"/>
                  </a:ext>
                </a:extLst>
              </p:cNvPr>
              <p:cNvSpPr/>
              <p:nvPr userDrawn="1"/>
            </p:nvSpPr>
            <p:spPr>
              <a:xfrm>
                <a:off x="12315640" y="4836793"/>
                <a:ext cx="885201" cy="462672"/>
              </a:xfrm>
              <a:prstGeom prst="rect">
                <a:avLst/>
              </a:prstGeom>
              <a:solidFill>
                <a:srgbClr val="F8B53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112"/>
                <a:r>
                  <a:rPr kumimoji="1" lang="mr-IN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 248</a:t>
                </a:r>
                <a:r>
                  <a:rPr kumimoji="1" lang="mr-IN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181/60</a:t>
                </a:r>
                <a:endParaRPr kumimoji="1" lang="mr-IN" altLang="zh-CN" sz="700" b="1" dirty="0">
                  <a:solidFill>
                    <a:srgbClr val="FFFFFF"/>
                  </a:solidFill>
                  <a:ea typeface="Arial" charset="0"/>
                  <a:cs typeface="Arial" charset="0"/>
                </a:endParaRPr>
              </a:p>
            </p:txBody>
          </p:sp>
          <p:sp>
            <p:nvSpPr>
              <p:cNvPr id="32" name="矩形 17">
                <a:extLst>
                  <a:ext uri="{FF2B5EF4-FFF2-40B4-BE49-F238E27FC236}">
                    <a16:creationId xmlns="" xmlns:a16="http://schemas.microsoft.com/office/drawing/2014/main" id="{C1423292-FF2F-A74C-943E-1C3C47534098}"/>
                  </a:ext>
                </a:extLst>
              </p:cNvPr>
              <p:cNvSpPr/>
              <p:nvPr userDrawn="1"/>
            </p:nvSpPr>
            <p:spPr>
              <a:xfrm>
                <a:off x="12315640" y="4319278"/>
                <a:ext cx="885201" cy="462672"/>
              </a:xfrm>
              <a:prstGeom prst="rect">
                <a:avLst/>
              </a:prstGeom>
              <a:solidFill>
                <a:srgbClr val="EB5C0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112"/>
                <a:r>
                  <a:rPr kumimoji="1" lang="mr-IN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 235</a:t>
                </a:r>
                <a:r>
                  <a:rPr kumimoji="1" lang="mr-IN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92/1</a:t>
                </a:r>
                <a:endParaRPr kumimoji="1" lang="mr-IN" altLang="zh-CN" sz="700" b="1" dirty="0">
                  <a:solidFill>
                    <a:srgbClr val="FFFFFF"/>
                  </a:solidFill>
                  <a:ea typeface="Arial" charset="0"/>
                  <a:cs typeface="Arial" charset="0"/>
                </a:endParaRPr>
              </a:p>
            </p:txBody>
          </p:sp>
          <p:sp>
            <p:nvSpPr>
              <p:cNvPr id="33" name="矩形 18">
                <a:extLst>
                  <a:ext uri="{FF2B5EF4-FFF2-40B4-BE49-F238E27FC236}">
                    <a16:creationId xmlns="" xmlns:a16="http://schemas.microsoft.com/office/drawing/2014/main" id="{2A29AF15-F5C4-A842-A63B-5DBA549CB92F}"/>
                  </a:ext>
                </a:extLst>
              </p:cNvPr>
              <p:cNvSpPr/>
              <p:nvPr userDrawn="1"/>
            </p:nvSpPr>
            <p:spPr>
              <a:xfrm>
                <a:off x="12315636" y="5880294"/>
                <a:ext cx="911019" cy="462672"/>
              </a:xfrm>
              <a:prstGeom prst="rect">
                <a:avLst/>
              </a:prstGeom>
              <a:solidFill>
                <a:srgbClr val="89898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112"/>
                <a:r>
                  <a:rPr kumimoji="1" lang="mr-IN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 137/137/137</a:t>
                </a:r>
                <a:endParaRPr kumimoji="1" lang="mr-IN" altLang="zh-CN" sz="700" b="1" dirty="0">
                  <a:solidFill>
                    <a:srgbClr val="FFFFFF"/>
                  </a:solidFill>
                  <a:ea typeface="Arial" charset="0"/>
                  <a:cs typeface="Arial" charset="0"/>
                </a:endParaRPr>
              </a:p>
            </p:txBody>
          </p:sp>
          <p:sp>
            <p:nvSpPr>
              <p:cNvPr id="34" name="矩形 19">
                <a:extLst>
                  <a:ext uri="{FF2B5EF4-FFF2-40B4-BE49-F238E27FC236}">
                    <a16:creationId xmlns="" xmlns:a16="http://schemas.microsoft.com/office/drawing/2014/main" id="{E9EA970A-4D36-BC41-B8BE-40DF553320E7}"/>
                  </a:ext>
                </a:extLst>
              </p:cNvPr>
              <p:cNvSpPr/>
              <p:nvPr userDrawn="1"/>
            </p:nvSpPr>
            <p:spPr>
              <a:xfrm>
                <a:off x="12315636" y="5362779"/>
                <a:ext cx="911019" cy="462672"/>
              </a:xfrm>
              <a:prstGeom prst="rect">
                <a:avLst/>
              </a:prstGeom>
              <a:solidFill>
                <a:srgbClr val="23181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112"/>
                <a:r>
                  <a:rPr kumimoji="1" lang="mr-IN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 35/24/21</a:t>
                </a:r>
                <a:endParaRPr kumimoji="1" lang="mr-IN" altLang="zh-CN" sz="700" b="1" dirty="0">
                  <a:solidFill>
                    <a:srgbClr val="FFFFFF"/>
                  </a:solidFill>
                  <a:ea typeface="Arial" charset="0"/>
                  <a:cs typeface="Arial" charset="0"/>
                </a:endParaRPr>
              </a:p>
            </p:txBody>
          </p:sp>
          <p:sp>
            <p:nvSpPr>
              <p:cNvPr id="35" name="矩形 22">
                <a:extLst>
                  <a:ext uri="{FF2B5EF4-FFF2-40B4-BE49-F238E27FC236}">
                    <a16:creationId xmlns="" xmlns:a16="http://schemas.microsoft.com/office/drawing/2014/main" id="{14EE21FB-1D92-0241-ABA5-5E9A6AEE0DC8}"/>
                  </a:ext>
                </a:extLst>
              </p:cNvPr>
              <p:cNvSpPr/>
              <p:nvPr userDrawn="1"/>
            </p:nvSpPr>
            <p:spPr>
              <a:xfrm>
                <a:off x="12315636" y="6403948"/>
                <a:ext cx="911019" cy="462672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112"/>
                <a:r>
                  <a:rPr kumimoji="1" lang="mr-IN" altLang="zh-CN" sz="700" b="1" dirty="0">
                    <a:solidFill>
                      <a:srgbClr val="666666"/>
                    </a:solidFill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666666"/>
                    </a:solidFill>
                    <a:ea typeface="Arial" charset="0"/>
                    <a:cs typeface="Arial" charset="0"/>
                  </a:rPr>
                  <a:t> 221</a:t>
                </a:r>
                <a:r>
                  <a:rPr kumimoji="1" lang="mr-IN" altLang="zh-CN" sz="700" b="1" dirty="0">
                    <a:solidFill>
                      <a:srgbClr val="666666"/>
                    </a:solidFill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666666"/>
                    </a:solidFill>
                    <a:ea typeface="Arial" charset="0"/>
                    <a:cs typeface="Arial" charset="0"/>
                  </a:rPr>
                  <a:t>221/221</a:t>
                </a:r>
                <a:endParaRPr kumimoji="1" lang="mr-IN" altLang="zh-CN" sz="700" b="1" dirty="0">
                  <a:solidFill>
                    <a:srgbClr val="666666"/>
                  </a:solidFill>
                  <a:ea typeface="Arial" charset="0"/>
                  <a:cs typeface="Arial" charset="0"/>
                </a:endParaRPr>
              </a:p>
            </p:txBody>
          </p:sp>
          <p:sp>
            <p:nvSpPr>
              <p:cNvPr id="36" name="矩形 12">
                <a:extLst>
                  <a:ext uri="{FF2B5EF4-FFF2-40B4-BE49-F238E27FC236}">
                    <a16:creationId xmlns="" xmlns:a16="http://schemas.microsoft.com/office/drawing/2014/main" id="{883734A3-2645-434A-9DCC-1416B6C687CC}"/>
                  </a:ext>
                </a:extLst>
              </p:cNvPr>
              <p:cNvSpPr/>
              <p:nvPr userDrawn="1"/>
            </p:nvSpPr>
            <p:spPr>
              <a:xfrm>
                <a:off x="13288175" y="3785971"/>
                <a:ext cx="885201" cy="462672"/>
              </a:xfrm>
              <a:prstGeom prst="rect">
                <a:avLst/>
              </a:prstGeom>
              <a:solidFill>
                <a:srgbClr val="E98C8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112"/>
                <a:r>
                  <a:rPr kumimoji="1" lang="mr-IN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 233</a:t>
                </a:r>
                <a:r>
                  <a:rPr kumimoji="1" lang="mr-IN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140/128</a:t>
                </a:r>
                <a:endParaRPr kumimoji="1" lang="mr-IN" altLang="zh-CN" sz="700" b="1" dirty="0">
                  <a:solidFill>
                    <a:srgbClr val="FFFFFF"/>
                  </a:solidFill>
                  <a:ea typeface="Arial" charset="0"/>
                  <a:cs typeface="Arial" charset="0"/>
                </a:endParaRPr>
              </a:p>
            </p:txBody>
          </p:sp>
          <p:sp>
            <p:nvSpPr>
              <p:cNvPr id="37" name="矩形 13">
                <a:extLst>
                  <a:ext uri="{FF2B5EF4-FFF2-40B4-BE49-F238E27FC236}">
                    <a16:creationId xmlns="" xmlns:a16="http://schemas.microsoft.com/office/drawing/2014/main" id="{1FF13552-FB3D-134A-A80A-6CFB35DFE1A1}"/>
                  </a:ext>
                </a:extLst>
              </p:cNvPr>
              <p:cNvSpPr/>
              <p:nvPr userDrawn="1"/>
            </p:nvSpPr>
            <p:spPr>
              <a:xfrm>
                <a:off x="13288175" y="3259312"/>
                <a:ext cx="885201" cy="462672"/>
              </a:xfrm>
              <a:prstGeom prst="rect">
                <a:avLst/>
              </a:prstGeom>
              <a:solidFill>
                <a:srgbClr val="A72126"/>
              </a:solidFill>
              <a:ln>
                <a:solidFill>
                  <a:srgbClr val="9F000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112"/>
                <a:r>
                  <a:rPr kumimoji="1" lang="mr-IN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 159</a:t>
                </a:r>
                <a:r>
                  <a:rPr kumimoji="1" lang="mr-IN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0/1</a:t>
                </a:r>
                <a:endParaRPr kumimoji="1" lang="mr-IN" altLang="zh-CN" sz="700" b="1" dirty="0">
                  <a:solidFill>
                    <a:srgbClr val="FFFFFF"/>
                  </a:solidFill>
                  <a:ea typeface="Arial" charset="0"/>
                  <a:cs typeface="Arial" charset="0"/>
                </a:endParaRPr>
              </a:p>
            </p:txBody>
          </p:sp>
          <p:sp>
            <p:nvSpPr>
              <p:cNvPr id="38" name="矩形 16">
                <a:extLst>
                  <a:ext uri="{FF2B5EF4-FFF2-40B4-BE49-F238E27FC236}">
                    <a16:creationId xmlns="" xmlns:a16="http://schemas.microsoft.com/office/drawing/2014/main" id="{0A96471B-CB12-1443-B01F-C14C9112C149}"/>
                  </a:ext>
                </a:extLst>
              </p:cNvPr>
              <p:cNvSpPr/>
              <p:nvPr userDrawn="1"/>
            </p:nvSpPr>
            <p:spPr>
              <a:xfrm>
                <a:off x="13288175" y="4836793"/>
                <a:ext cx="885201" cy="462672"/>
              </a:xfrm>
              <a:prstGeom prst="rect">
                <a:avLst/>
              </a:prstGeom>
              <a:solidFill>
                <a:srgbClr val="F5DC5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112"/>
                <a:r>
                  <a:rPr kumimoji="1" lang="mr-IN" altLang="zh-CN" sz="700" b="1" dirty="0">
                    <a:solidFill>
                      <a:srgbClr val="666666"/>
                    </a:solidFill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666666"/>
                    </a:solidFill>
                    <a:ea typeface="Arial" charset="0"/>
                    <a:cs typeface="Arial" charset="0"/>
                  </a:rPr>
                  <a:t> 245</a:t>
                </a:r>
                <a:r>
                  <a:rPr kumimoji="1" lang="mr-IN" altLang="zh-CN" sz="700" b="1" dirty="0">
                    <a:solidFill>
                      <a:srgbClr val="666666"/>
                    </a:solidFill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666666"/>
                    </a:solidFill>
                    <a:ea typeface="Arial" charset="0"/>
                    <a:cs typeface="Arial" charset="0"/>
                  </a:rPr>
                  <a:t>220/87</a:t>
                </a:r>
                <a:endParaRPr kumimoji="1" lang="mr-IN" altLang="zh-CN" sz="700" b="1" dirty="0">
                  <a:solidFill>
                    <a:srgbClr val="666666"/>
                  </a:solidFill>
                  <a:ea typeface="Arial" charset="0"/>
                  <a:cs typeface="Arial" charset="0"/>
                </a:endParaRPr>
              </a:p>
            </p:txBody>
          </p:sp>
          <p:sp>
            <p:nvSpPr>
              <p:cNvPr id="39" name="矩形 17">
                <a:extLst>
                  <a:ext uri="{FF2B5EF4-FFF2-40B4-BE49-F238E27FC236}">
                    <a16:creationId xmlns="" xmlns:a16="http://schemas.microsoft.com/office/drawing/2014/main" id="{61890D59-CF8B-1449-A836-3A304EC9A907}"/>
                  </a:ext>
                </a:extLst>
              </p:cNvPr>
              <p:cNvSpPr/>
              <p:nvPr userDrawn="1"/>
            </p:nvSpPr>
            <p:spPr>
              <a:xfrm>
                <a:off x="13288175" y="4319278"/>
                <a:ext cx="885201" cy="462672"/>
              </a:xfrm>
              <a:prstGeom prst="rect">
                <a:avLst/>
              </a:prstGeom>
              <a:solidFill>
                <a:srgbClr val="F085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112"/>
                <a:r>
                  <a:rPr kumimoji="1" lang="mr-IN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 240</a:t>
                </a:r>
                <a:r>
                  <a:rPr kumimoji="1" lang="mr-IN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133/0</a:t>
                </a:r>
                <a:endParaRPr kumimoji="1" lang="mr-IN" altLang="zh-CN" sz="700" b="1" dirty="0">
                  <a:solidFill>
                    <a:srgbClr val="FFFFFF"/>
                  </a:solidFill>
                  <a:ea typeface="Arial" charset="0"/>
                  <a:cs typeface="Arial" charset="0"/>
                </a:endParaRPr>
              </a:p>
            </p:txBody>
          </p:sp>
          <p:sp>
            <p:nvSpPr>
              <p:cNvPr id="40" name="矩形 18">
                <a:extLst>
                  <a:ext uri="{FF2B5EF4-FFF2-40B4-BE49-F238E27FC236}">
                    <a16:creationId xmlns="" xmlns:a16="http://schemas.microsoft.com/office/drawing/2014/main" id="{0466A1E1-E7C7-FD49-9880-9E44BED19FF5}"/>
                  </a:ext>
                </a:extLst>
              </p:cNvPr>
              <p:cNvSpPr/>
              <p:nvPr userDrawn="1"/>
            </p:nvSpPr>
            <p:spPr>
              <a:xfrm>
                <a:off x="13288171" y="5880294"/>
                <a:ext cx="911019" cy="462672"/>
              </a:xfrm>
              <a:prstGeom prst="rect">
                <a:avLst/>
              </a:prstGeom>
              <a:solidFill>
                <a:srgbClr val="B5B5B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112"/>
                <a:r>
                  <a:rPr kumimoji="1" lang="mr-IN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 181</a:t>
                </a:r>
                <a:r>
                  <a:rPr kumimoji="1" lang="mr-IN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181/181</a:t>
                </a:r>
                <a:endParaRPr kumimoji="1" lang="mr-IN" altLang="zh-CN" sz="700" b="1" dirty="0">
                  <a:solidFill>
                    <a:srgbClr val="FFFFFF"/>
                  </a:solidFill>
                  <a:ea typeface="Arial" charset="0"/>
                  <a:cs typeface="Arial" charset="0"/>
                </a:endParaRPr>
              </a:p>
            </p:txBody>
          </p:sp>
          <p:sp>
            <p:nvSpPr>
              <p:cNvPr id="42" name="矩形 19">
                <a:extLst>
                  <a:ext uri="{FF2B5EF4-FFF2-40B4-BE49-F238E27FC236}">
                    <a16:creationId xmlns="" xmlns:a16="http://schemas.microsoft.com/office/drawing/2014/main" id="{B21AD6AC-1275-0142-A9EA-D77B26CB40EF}"/>
                  </a:ext>
                </a:extLst>
              </p:cNvPr>
              <p:cNvSpPr/>
              <p:nvPr userDrawn="1"/>
            </p:nvSpPr>
            <p:spPr>
              <a:xfrm>
                <a:off x="13288171" y="5362779"/>
                <a:ext cx="911019" cy="462672"/>
              </a:xfrm>
              <a:prstGeom prst="rect">
                <a:avLst/>
              </a:prstGeom>
              <a:solidFill>
                <a:srgbClr val="59575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112"/>
                <a:r>
                  <a:rPr kumimoji="1" lang="mr-IN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 89</a:t>
                </a:r>
                <a:r>
                  <a:rPr kumimoji="1" lang="mr-IN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87/87</a:t>
                </a:r>
                <a:endParaRPr kumimoji="1" lang="mr-IN" altLang="zh-CN" sz="700" b="1" dirty="0">
                  <a:solidFill>
                    <a:srgbClr val="FFFFFF"/>
                  </a:solidFill>
                  <a:ea typeface="Arial" charset="0"/>
                  <a:cs typeface="Arial" charset="0"/>
                </a:endParaRPr>
              </a:p>
            </p:txBody>
          </p:sp>
          <p:sp>
            <p:nvSpPr>
              <p:cNvPr id="43" name="矩形 22">
                <a:extLst>
                  <a:ext uri="{FF2B5EF4-FFF2-40B4-BE49-F238E27FC236}">
                    <a16:creationId xmlns="" xmlns:a16="http://schemas.microsoft.com/office/drawing/2014/main" id="{238BAC2A-AE09-A84D-875D-8472236D6610}"/>
                  </a:ext>
                </a:extLst>
              </p:cNvPr>
              <p:cNvSpPr/>
              <p:nvPr userDrawn="1"/>
            </p:nvSpPr>
            <p:spPr>
              <a:xfrm>
                <a:off x="13288171" y="6403948"/>
                <a:ext cx="911019" cy="462672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chemeClr val="bg1">
                    <a:lumMod val="10000"/>
                    <a:lumOff val="9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112"/>
                <a:r>
                  <a:rPr kumimoji="1" lang="mr-IN" altLang="zh-CN" sz="700" b="1" dirty="0">
                    <a:solidFill>
                      <a:srgbClr val="666666"/>
                    </a:solidFill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666666"/>
                    </a:solidFill>
                    <a:ea typeface="Arial" charset="0"/>
                    <a:cs typeface="Arial" charset="0"/>
                  </a:rPr>
                  <a:t> 255</a:t>
                </a:r>
                <a:r>
                  <a:rPr kumimoji="1" lang="mr-IN" altLang="zh-CN" sz="700" b="1" dirty="0">
                    <a:solidFill>
                      <a:srgbClr val="666666"/>
                    </a:solidFill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666666"/>
                    </a:solidFill>
                    <a:ea typeface="Arial" charset="0"/>
                    <a:cs typeface="Arial" charset="0"/>
                  </a:rPr>
                  <a:t>255/255</a:t>
                </a:r>
                <a:endParaRPr kumimoji="1" lang="mr-IN" altLang="zh-CN" sz="700" b="1" dirty="0">
                  <a:solidFill>
                    <a:srgbClr val="666666"/>
                  </a:solidFill>
                  <a:ea typeface="Arial" charset="0"/>
                  <a:cs typeface="Arial" charset="0"/>
                </a:endParaRPr>
              </a:p>
            </p:txBody>
          </p:sp>
        </p:grpSp>
      </p:grpSp>
      <p:sp>
        <p:nvSpPr>
          <p:cNvPr id="5" name="CuadroTexto 4">
            <a:extLst>
              <a:ext uri="{FF2B5EF4-FFF2-40B4-BE49-F238E27FC236}">
                <a16:creationId xmlns="" xmlns:a16="http://schemas.microsoft.com/office/drawing/2014/main" id="{400F478A-C1A7-A411-0E6A-51BE31009748}"/>
              </a:ext>
            </a:extLst>
          </p:cNvPr>
          <p:cNvSpPr txBox="1"/>
          <p:nvPr userDrawn="1">
            <p:extLst>
              <p:ext uri="{1162E1C5-73C7-4A58-AE30-91384D911F3F}">
                <p184:classification xmlns="" xmlns:p184="http://schemas.microsoft.com/office/powerpoint/2018/4/main" val="hdr"/>
              </p:ext>
            </p:extLst>
          </p:nvPr>
        </p:nvSpPr>
        <p:spPr>
          <a:xfrm>
            <a:off x="11083925" y="0"/>
            <a:ext cx="11414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s-AR" sz="10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Documento: Personal</a:t>
            </a:r>
          </a:p>
        </p:txBody>
      </p:sp>
    </p:spTree>
    <p:extLst>
      <p:ext uri="{BB962C8B-B14F-4D97-AF65-F5344CB8AC3E}">
        <p14:creationId xmlns:p14="http://schemas.microsoft.com/office/powerpoint/2010/main" val="40687654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08" r:id="rId1"/>
    <p:sldLayoutId id="2147484010" r:id="rId2"/>
    <p:sldLayoutId id="2147484011" r:id="rId3"/>
    <p:sldLayoutId id="2147484012" r:id="rId4"/>
  </p:sldLayoutIdLst>
  <p:hf hdr="0" ftr="0" dt="0"/>
  <p:txStyles>
    <p:titleStyle>
      <a:lvl1pPr algn="l" defTabSz="1187323" rtl="0" eaLnBrk="1" latinLnBrk="0" hangingPunct="1">
        <a:lnSpc>
          <a:spcPct val="90000"/>
        </a:lnSpc>
        <a:spcBef>
          <a:spcPct val="0"/>
        </a:spcBef>
        <a:buNone/>
        <a:defRPr sz="5714" kern="1200">
          <a:solidFill>
            <a:schemeClr val="tx1"/>
          </a:solidFill>
          <a:latin typeface="Arial"/>
          <a:ea typeface="+mj-ea"/>
          <a:cs typeface="+mj-cs"/>
        </a:defRPr>
      </a:lvl1pPr>
    </p:titleStyle>
    <p:bodyStyle>
      <a:lvl1pPr marL="296831" indent="-296831" algn="l" defTabSz="1187323" rtl="0" eaLnBrk="1" latinLnBrk="0" hangingPunct="1">
        <a:lnSpc>
          <a:spcPct val="90000"/>
        </a:lnSpc>
        <a:spcBef>
          <a:spcPts val="1298"/>
        </a:spcBef>
        <a:buFont typeface="Arial" panose="020B0604020202020204" pitchFamily="34" charset="0"/>
        <a:buChar char="•"/>
        <a:defRPr sz="3635" kern="1200">
          <a:solidFill>
            <a:schemeClr val="tx1"/>
          </a:solidFill>
          <a:latin typeface="Arial"/>
          <a:ea typeface="+mn-ea"/>
          <a:cs typeface="+mn-cs"/>
        </a:defRPr>
      </a:lvl1pPr>
      <a:lvl2pPr marL="890493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7" kern="1200">
          <a:solidFill>
            <a:schemeClr val="tx1"/>
          </a:solidFill>
          <a:latin typeface="Arial"/>
          <a:ea typeface="+mn-ea"/>
          <a:cs typeface="+mn-cs"/>
        </a:defRPr>
      </a:lvl2pPr>
      <a:lvl3pPr marL="1484154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7" kern="1200">
          <a:solidFill>
            <a:schemeClr val="tx1"/>
          </a:solidFill>
          <a:latin typeface="Arial"/>
          <a:ea typeface="+mn-ea"/>
          <a:cs typeface="+mn-cs"/>
        </a:defRPr>
      </a:lvl3pPr>
      <a:lvl4pPr marL="2077817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Arial"/>
          <a:ea typeface="+mn-ea"/>
          <a:cs typeface="+mn-cs"/>
        </a:defRPr>
      </a:lvl4pPr>
      <a:lvl5pPr marL="2671478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Arial"/>
          <a:ea typeface="+mn-ea"/>
          <a:cs typeface="+mn-cs"/>
        </a:defRPr>
      </a:lvl5pPr>
      <a:lvl6pPr marL="3265140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Arial"/>
          <a:ea typeface="+mn-ea"/>
          <a:cs typeface="+mn-cs"/>
        </a:defRPr>
      </a:lvl6pPr>
      <a:lvl7pPr marL="3858802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Arial"/>
          <a:ea typeface="+mn-ea"/>
          <a:cs typeface="+mn-cs"/>
        </a:defRPr>
      </a:lvl7pPr>
      <a:lvl8pPr marL="4452463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Arial"/>
          <a:ea typeface="+mn-ea"/>
          <a:cs typeface="+mn-cs"/>
        </a:defRPr>
      </a:lvl8pPr>
      <a:lvl9pPr marL="5046125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Arial"/>
          <a:ea typeface="+mn-ea"/>
          <a:cs typeface="+mn-cs"/>
        </a:defRPr>
      </a:lvl9pPr>
    </p:bodyStyle>
    <p:otherStyle>
      <a:defPPr>
        <a:defRPr lang="en-US"/>
      </a:defPPr>
      <a:lvl1pPr marL="0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1pPr>
      <a:lvl2pPr marL="593662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2pPr>
      <a:lvl3pPr marL="1187323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3pPr>
      <a:lvl4pPr marL="1780986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4pPr>
      <a:lvl5pPr marL="2374648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5pPr>
      <a:lvl6pPr marL="2968309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6pPr>
      <a:lvl7pPr marL="3561971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7pPr>
      <a:lvl8pPr marL="4155634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8pPr>
      <a:lvl9pPr marL="4749295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9pPr>
    </p:otherStyle>
  </p:txStyles>
  <p:extLst>
    <p:ext uri="{27BBF7A9-308A-43DC-89C8-2F10F3537804}">
      <p15:sldGuideLst xmlns="" xmlns:p15="http://schemas.microsoft.com/office/powerpoint/2012/main">
        <p15:guide id="1" orient="horz" pos="2161">
          <p15:clr>
            <a:srgbClr val="F26B43"/>
          </p15:clr>
        </p15:guide>
        <p15:guide id="2" pos="3842">
          <p15:clr>
            <a:srgbClr val="F26B43"/>
          </p15:clr>
        </p15:guide>
        <p15:guide id="3" pos="458">
          <p15:clr>
            <a:srgbClr val="F26B43"/>
          </p15:clr>
        </p15:guide>
        <p15:guide id="4" pos="7225">
          <p15:clr>
            <a:srgbClr val="F26B43"/>
          </p15:clr>
        </p15:guide>
        <p15:guide id="5" orient="horz" pos="4100">
          <p15:clr>
            <a:srgbClr val="F26B43"/>
          </p15:clr>
        </p15:guide>
      </p15:sldGuideLst>
    </p:ext>
  </p:extLst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6785A3D6-1271-D247-9E96-1B376F4BE7BE}"/>
              </a:ext>
            </a:extLst>
          </p:cNvPr>
          <p:cNvSpPr txBox="1"/>
          <p:nvPr userDrawn="1"/>
        </p:nvSpPr>
        <p:spPr>
          <a:xfrm>
            <a:off x="1095468" y="6356939"/>
            <a:ext cx="1463467" cy="242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12"/>
            <a:r>
              <a:rPr lang="en-US" sz="974" dirty="0">
                <a:solidFill>
                  <a:srgbClr val="1D1D1B"/>
                </a:solidFill>
                <a:cs typeface="Arial" panose="020B0604020202020204" pitchFamily="34" charset="0"/>
              </a:rPr>
              <a:t>Huawei Confidential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EABEE2EE-BF4D-7A4A-B3C6-9E47668CCD98}"/>
              </a:ext>
            </a:extLst>
          </p:cNvPr>
          <p:cNvSpPr txBox="1"/>
          <p:nvPr userDrawn="1"/>
        </p:nvSpPr>
        <p:spPr>
          <a:xfrm>
            <a:off x="734132" y="6402806"/>
            <a:ext cx="499729" cy="1502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890493">
              <a:defRPr/>
            </a:pPr>
            <a:fld id="{C3837181-38C6-AD4F-B8BA-B444770388BB}" type="slidenum">
              <a:rPr lang="en-US" sz="974">
                <a:solidFill>
                  <a:srgbClr val="1D1D1B"/>
                </a:solidFill>
                <a:cs typeface="Arial" panose="020B0604020202020204" pitchFamily="34" charset="0"/>
              </a:rPr>
              <a:pPr defTabSz="890493">
                <a:defRPr/>
              </a:pPr>
              <a:t>‹Nº›</a:t>
            </a:fld>
            <a:endParaRPr lang="en-US" sz="974" dirty="0">
              <a:solidFill>
                <a:srgbClr val="1D1D1B"/>
              </a:solidFill>
              <a:cs typeface="Arial" panose="020B0604020202020204" pitchFamily="34" charset="0"/>
            </a:endParaRPr>
          </a:p>
        </p:txBody>
      </p:sp>
      <p:pic>
        <p:nvPicPr>
          <p:cNvPr id="41" name="图片 40"/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6000" y="6319872"/>
            <a:ext cx="1269075" cy="271153"/>
          </a:xfrm>
          <a:prstGeom prst="rect">
            <a:avLst/>
          </a:prstGeom>
        </p:spPr>
      </p:pic>
      <p:grpSp>
        <p:nvGrpSpPr>
          <p:cNvPr id="25" name="组合 24"/>
          <p:cNvGrpSpPr/>
          <p:nvPr userDrawn="1"/>
        </p:nvGrpSpPr>
        <p:grpSpPr>
          <a:xfrm>
            <a:off x="12216278" y="2931937"/>
            <a:ext cx="1982916" cy="3934682"/>
            <a:chOff x="12216278" y="2262477"/>
            <a:chExt cx="1982916" cy="4604143"/>
          </a:xfrm>
        </p:grpSpPr>
        <p:grpSp>
          <p:nvGrpSpPr>
            <p:cNvPr id="26" name="组合 25"/>
            <p:cNvGrpSpPr/>
            <p:nvPr userDrawn="1"/>
          </p:nvGrpSpPr>
          <p:grpSpPr>
            <a:xfrm>
              <a:off x="12315635" y="2262477"/>
              <a:ext cx="1883559" cy="692624"/>
              <a:chOff x="12315635" y="2207613"/>
              <a:chExt cx="1883559" cy="692624"/>
            </a:xfrm>
          </p:grpSpPr>
          <p:sp>
            <p:nvSpPr>
              <p:cNvPr id="44" name="矩形 5">
                <a:extLst>
                  <a:ext uri="{FF2B5EF4-FFF2-40B4-BE49-F238E27FC236}">
                    <a16:creationId xmlns="" xmlns:a16="http://schemas.microsoft.com/office/drawing/2014/main" id="{3B0B5EC2-EA55-CC45-A9D0-D5EA5D768C99}"/>
                  </a:ext>
                </a:extLst>
              </p:cNvPr>
              <p:cNvSpPr/>
              <p:nvPr userDrawn="1"/>
            </p:nvSpPr>
            <p:spPr>
              <a:xfrm>
                <a:off x="12315635" y="2401808"/>
                <a:ext cx="911019" cy="498429"/>
              </a:xfrm>
              <a:prstGeom prst="rect">
                <a:avLst/>
              </a:prstGeom>
              <a:solidFill>
                <a:srgbClr val="C8102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112"/>
                <a:r>
                  <a:rPr kumimoji="1" lang="en-US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P</a:t>
                </a:r>
                <a:r>
                  <a:rPr kumimoji="1" lang="en-US" altLang="zh-Hant" sz="700" b="1" dirty="0">
                    <a:solidFill>
                      <a:srgbClr val="FFFFFF"/>
                    </a:solidFill>
                    <a:cs typeface="Arial" charset="0"/>
                  </a:rPr>
                  <a:t>ANTONE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 186C</a:t>
                </a:r>
              </a:p>
              <a:p>
                <a:pPr algn="ctr" defTabSz="914112"/>
                <a:r>
                  <a:rPr kumimoji="1" lang="en-US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RGB 200/16/46</a:t>
                </a:r>
              </a:p>
            </p:txBody>
          </p:sp>
          <p:sp>
            <p:nvSpPr>
              <p:cNvPr id="45" name="矩形 9">
                <a:extLst>
                  <a:ext uri="{FF2B5EF4-FFF2-40B4-BE49-F238E27FC236}">
                    <a16:creationId xmlns="" xmlns:a16="http://schemas.microsoft.com/office/drawing/2014/main" id="{992224C5-04A6-C041-B257-13137945DBB8}"/>
                  </a:ext>
                </a:extLst>
              </p:cNvPr>
              <p:cNvSpPr/>
              <p:nvPr userDrawn="1"/>
            </p:nvSpPr>
            <p:spPr>
              <a:xfrm>
                <a:off x="13288175" y="2401808"/>
                <a:ext cx="911019" cy="498429"/>
              </a:xfrm>
              <a:prstGeom prst="rect">
                <a:avLst/>
              </a:prstGeom>
              <a:solidFill>
                <a:srgbClr val="C7000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112"/>
                <a:r>
                  <a:rPr kumimoji="1" lang="en-US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P</a:t>
                </a:r>
                <a:r>
                  <a:rPr kumimoji="1" lang="en-US" altLang="zh-Hant" sz="700" b="1" dirty="0">
                    <a:solidFill>
                      <a:srgbClr val="FFFFFF"/>
                    </a:solidFill>
                    <a:cs typeface="Arial" charset="0"/>
                  </a:rPr>
                  <a:t>ANTONE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 185C</a:t>
                </a:r>
              </a:p>
              <a:p>
                <a:pPr algn="ctr" defTabSz="914112"/>
                <a:r>
                  <a:rPr kumimoji="1" lang="en-US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RGB 199/0/11</a:t>
                </a:r>
              </a:p>
            </p:txBody>
          </p:sp>
          <p:sp>
            <p:nvSpPr>
              <p:cNvPr id="46" name="文本框 31">
                <a:extLst>
                  <a:ext uri="{FF2B5EF4-FFF2-40B4-BE49-F238E27FC236}">
                    <a16:creationId xmlns="" xmlns:a16="http://schemas.microsoft.com/office/drawing/2014/main" id="{58918196-0639-EE4B-AFC2-315BE04587B9}"/>
                  </a:ext>
                </a:extLst>
              </p:cNvPr>
              <p:cNvSpPr txBox="1"/>
              <p:nvPr userDrawn="1"/>
            </p:nvSpPr>
            <p:spPr>
              <a:xfrm>
                <a:off x="12326898" y="2207613"/>
                <a:ext cx="384721" cy="18007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 defTabSz="914112"/>
                <a:r>
                  <a:rPr kumimoji="1" lang="zh-CN" altLang="en-US" sz="1000" dirty="0">
                    <a:solidFill>
                      <a:srgbClr val="1D1D1A"/>
                    </a:solidFill>
                    <a:ea typeface="Microsoft YaHei" panose="020B0503020204020204" pitchFamily="34" charset="-122"/>
                  </a:rPr>
                  <a:t>品牌色</a:t>
                </a:r>
              </a:p>
            </p:txBody>
          </p:sp>
        </p:grpSp>
        <p:grpSp>
          <p:nvGrpSpPr>
            <p:cNvPr id="27" name="组合 26"/>
            <p:cNvGrpSpPr/>
            <p:nvPr userDrawn="1"/>
          </p:nvGrpSpPr>
          <p:grpSpPr>
            <a:xfrm>
              <a:off x="12216278" y="3054642"/>
              <a:ext cx="1982912" cy="3811978"/>
              <a:chOff x="12216278" y="3054642"/>
              <a:chExt cx="1982912" cy="3811978"/>
            </a:xfrm>
          </p:grpSpPr>
          <p:sp>
            <p:nvSpPr>
              <p:cNvPr id="28" name="矩形 12">
                <a:extLst>
                  <a:ext uri="{FF2B5EF4-FFF2-40B4-BE49-F238E27FC236}">
                    <a16:creationId xmlns="" xmlns:a16="http://schemas.microsoft.com/office/drawing/2014/main" id="{DCA8B73C-0B87-284F-805F-752EBF20B768}"/>
                  </a:ext>
                </a:extLst>
              </p:cNvPr>
              <p:cNvSpPr/>
              <p:nvPr userDrawn="1"/>
            </p:nvSpPr>
            <p:spPr>
              <a:xfrm>
                <a:off x="12315640" y="3785971"/>
                <a:ext cx="885201" cy="462672"/>
              </a:xfrm>
              <a:prstGeom prst="rect">
                <a:avLst/>
              </a:prstGeom>
              <a:solidFill>
                <a:srgbClr val="EA5A4F"/>
              </a:solidFill>
              <a:ln>
                <a:solidFill>
                  <a:srgbClr val="EA5A4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112"/>
                <a:r>
                  <a:rPr kumimoji="1" lang="mr-IN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 234</a:t>
                </a:r>
                <a:r>
                  <a:rPr kumimoji="1" lang="mr-IN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90/79</a:t>
                </a:r>
                <a:endParaRPr kumimoji="1" lang="mr-IN" altLang="zh-CN" sz="700" b="1" dirty="0">
                  <a:solidFill>
                    <a:srgbClr val="FFFFFF"/>
                  </a:solidFill>
                  <a:ea typeface="Arial" charset="0"/>
                  <a:cs typeface="Arial" charset="0"/>
                </a:endParaRPr>
              </a:p>
            </p:txBody>
          </p:sp>
          <p:sp>
            <p:nvSpPr>
              <p:cNvPr id="29" name="矩形 13">
                <a:extLst>
                  <a:ext uri="{FF2B5EF4-FFF2-40B4-BE49-F238E27FC236}">
                    <a16:creationId xmlns="" xmlns:a16="http://schemas.microsoft.com/office/drawing/2014/main" id="{138A39A8-BB4E-CD4E-9201-F1785C874F92}"/>
                  </a:ext>
                </a:extLst>
              </p:cNvPr>
              <p:cNvSpPr/>
              <p:nvPr userDrawn="1"/>
            </p:nvSpPr>
            <p:spPr>
              <a:xfrm>
                <a:off x="12315640" y="3259312"/>
                <a:ext cx="885201" cy="462672"/>
              </a:xfrm>
              <a:prstGeom prst="rect">
                <a:avLst/>
              </a:prstGeom>
              <a:solidFill>
                <a:srgbClr val="78000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112"/>
                <a:r>
                  <a:rPr kumimoji="1" lang="mr-IN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 120</a:t>
                </a:r>
                <a:r>
                  <a:rPr kumimoji="1" lang="mr-IN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0/15</a:t>
                </a:r>
                <a:endParaRPr kumimoji="1" lang="mr-IN" altLang="zh-CN" sz="700" b="1" dirty="0">
                  <a:solidFill>
                    <a:srgbClr val="FFFFFF"/>
                  </a:solidFill>
                  <a:ea typeface="Arial" charset="0"/>
                  <a:cs typeface="Arial" charset="0"/>
                </a:endParaRPr>
              </a:p>
            </p:txBody>
          </p:sp>
          <p:sp>
            <p:nvSpPr>
              <p:cNvPr id="30" name="文本框 15">
                <a:extLst>
                  <a:ext uri="{FF2B5EF4-FFF2-40B4-BE49-F238E27FC236}">
                    <a16:creationId xmlns="" xmlns:a16="http://schemas.microsoft.com/office/drawing/2014/main" id="{8F53C07A-1022-C740-8F8D-97538E174D38}"/>
                  </a:ext>
                </a:extLst>
              </p:cNvPr>
              <p:cNvSpPr txBox="1"/>
              <p:nvPr userDrawn="1"/>
            </p:nvSpPr>
            <p:spPr>
              <a:xfrm>
                <a:off x="12216278" y="3054642"/>
                <a:ext cx="569387" cy="180071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b" anchorCtr="0">
                <a:spAutoFit/>
              </a:bodyPr>
              <a:lstStyle/>
              <a:p>
                <a:pPr algn="ctr" defTabSz="914112"/>
                <a:r>
                  <a:rPr kumimoji="1" lang="zh-CN" altLang="en-US" sz="1000" dirty="0">
                    <a:solidFill>
                      <a:srgbClr val="1D1D1A"/>
                    </a:solidFill>
                    <a:ea typeface="Microsoft YaHei" panose="020B0503020204020204" pitchFamily="34" charset="-122"/>
                  </a:rPr>
                  <a:t>辅助色</a:t>
                </a:r>
              </a:p>
            </p:txBody>
          </p:sp>
          <p:sp>
            <p:nvSpPr>
              <p:cNvPr id="31" name="矩形 16">
                <a:extLst>
                  <a:ext uri="{FF2B5EF4-FFF2-40B4-BE49-F238E27FC236}">
                    <a16:creationId xmlns="" xmlns:a16="http://schemas.microsoft.com/office/drawing/2014/main" id="{306A7598-C00D-994F-82DA-B39F3C2E0AAD}"/>
                  </a:ext>
                </a:extLst>
              </p:cNvPr>
              <p:cNvSpPr/>
              <p:nvPr userDrawn="1"/>
            </p:nvSpPr>
            <p:spPr>
              <a:xfrm>
                <a:off x="12315640" y="4836793"/>
                <a:ext cx="885201" cy="462672"/>
              </a:xfrm>
              <a:prstGeom prst="rect">
                <a:avLst/>
              </a:prstGeom>
              <a:solidFill>
                <a:srgbClr val="F8B53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112"/>
                <a:r>
                  <a:rPr kumimoji="1" lang="mr-IN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 248</a:t>
                </a:r>
                <a:r>
                  <a:rPr kumimoji="1" lang="mr-IN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181/60</a:t>
                </a:r>
                <a:endParaRPr kumimoji="1" lang="mr-IN" altLang="zh-CN" sz="700" b="1" dirty="0">
                  <a:solidFill>
                    <a:srgbClr val="FFFFFF"/>
                  </a:solidFill>
                  <a:ea typeface="Arial" charset="0"/>
                  <a:cs typeface="Arial" charset="0"/>
                </a:endParaRPr>
              </a:p>
            </p:txBody>
          </p:sp>
          <p:sp>
            <p:nvSpPr>
              <p:cNvPr id="32" name="矩形 17">
                <a:extLst>
                  <a:ext uri="{FF2B5EF4-FFF2-40B4-BE49-F238E27FC236}">
                    <a16:creationId xmlns="" xmlns:a16="http://schemas.microsoft.com/office/drawing/2014/main" id="{C1423292-FF2F-A74C-943E-1C3C47534098}"/>
                  </a:ext>
                </a:extLst>
              </p:cNvPr>
              <p:cNvSpPr/>
              <p:nvPr userDrawn="1"/>
            </p:nvSpPr>
            <p:spPr>
              <a:xfrm>
                <a:off x="12315640" y="4319278"/>
                <a:ext cx="885201" cy="462672"/>
              </a:xfrm>
              <a:prstGeom prst="rect">
                <a:avLst/>
              </a:prstGeom>
              <a:solidFill>
                <a:srgbClr val="EB5C0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112"/>
                <a:r>
                  <a:rPr kumimoji="1" lang="mr-IN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 235</a:t>
                </a:r>
                <a:r>
                  <a:rPr kumimoji="1" lang="mr-IN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92/1</a:t>
                </a:r>
                <a:endParaRPr kumimoji="1" lang="mr-IN" altLang="zh-CN" sz="700" b="1" dirty="0">
                  <a:solidFill>
                    <a:srgbClr val="FFFFFF"/>
                  </a:solidFill>
                  <a:ea typeface="Arial" charset="0"/>
                  <a:cs typeface="Arial" charset="0"/>
                </a:endParaRPr>
              </a:p>
            </p:txBody>
          </p:sp>
          <p:sp>
            <p:nvSpPr>
              <p:cNvPr id="33" name="矩形 18">
                <a:extLst>
                  <a:ext uri="{FF2B5EF4-FFF2-40B4-BE49-F238E27FC236}">
                    <a16:creationId xmlns="" xmlns:a16="http://schemas.microsoft.com/office/drawing/2014/main" id="{2A29AF15-F5C4-A842-A63B-5DBA549CB92F}"/>
                  </a:ext>
                </a:extLst>
              </p:cNvPr>
              <p:cNvSpPr/>
              <p:nvPr userDrawn="1"/>
            </p:nvSpPr>
            <p:spPr>
              <a:xfrm>
                <a:off x="12315636" y="5880294"/>
                <a:ext cx="911019" cy="462672"/>
              </a:xfrm>
              <a:prstGeom prst="rect">
                <a:avLst/>
              </a:prstGeom>
              <a:solidFill>
                <a:srgbClr val="89898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112"/>
                <a:r>
                  <a:rPr kumimoji="1" lang="mr-IN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 137/137/137</a:t>
                </a:r>
                <a:endParaRPr kumimoji="1" lang="mr-IN" altLang="zh-CN" sz="700" b="1" dirty="0">
                  <a:solidFill>
                    <a:srgbClr val="FFFFFF"/>
                  </a:solidFill>
                  <a:ea typeface="Arial" charset="0"/>
                  <a:cs typeface="Arial" charset="0"/>
                </a:endParaRPr>
              </a:p>
            </p:txBody>
          </p:sp>
          <p:sp>
            <p:nvSpPr>
              <p:cNvPr id="34" name="矩形 19">
                <a:extLst>
                  <a:ext uri="{FF2B5EF4-FFF2-40B4-BE49-F238E27FC236}">
                    <a16:creationId xmlns="" xmlns:a16="http://schemas.microsoft.com/office/drawing/2014/main" id="{E9EA970A-4D36-BC41-B8BE-40DF553320E7}"/>
                  </a:ext>
                </a:extLst>
              </p:cNvPr>
              <p:cNvSpPr/>
              <p:nvPr userDrawn="1"/>
            </p:nvSpPr>
            <p:spPr>
              <a:xfrm>
                <a:off x="12315636" y="5362779"/>
                <a:ext cx="911019" cy="462672"/>
              </a:xfrm>
              <a:prstGeom prst="rect">
                <a:avLst/>
              </a:prstGeom>
              <a:solidFill>
                <a:srgbClr val="23181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112"/>
                <a:r>
                  <a:rPr kumimoji="1" lang="mr-IN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 35/24/21</a:t>
                </a:r>
                <a:endParaRPr kumimoji="1" lang="mr-IN" altLang="zh-CN" sz="700" b="1" dirty="0">
                  <a:solidFill>
                    <a:srgbClr val="FFFFFF"/>
                  </a:solidFill>
                  <a:ea typeface="Arial" charset="0"/>
                  <a:cs typeface="Arial" charset="0"/>
                </a:endParaRPr>
              </a:p>
            </p:txBody>
          </p:sp>
          <p:sp>
            <p:nvSpPr>
              <p:cNvPr id="35" name="矩形 22">
                <a:extLst>
                  <a:ext uri="{FF2B5EF4-FFF2-40B4-BE49-F238E27FC236}">
                    <a16:creationId xmlns="" xmlns:a16="http://schemas.microsoft.com/office/drawing/2014/main" id="{14EE21FB-1D92-0241-ABA5-5E9A6AEE0DC8}"/>
                  </a:ext>
                </a:extLst>
              </p:cNvPr>
              <p:cNvSpPr/>
              <p:nvPr userDrawn="1"/>
            </p:nvSpPr>
            <p:spPr>
              <a:xfrm>
                <a:off x="12315636" y="6403948"/>
                <a:ext cx="911019" cy="462672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112"/>
                <a:r>
                  <a:rPr kumimoji="1" lang="mr-IN" altLang="zh-CN" sz="700" b="1" dirty="0">
                    <a:solidFill>
                      <a:srgbClr val="666666"/>
                    </a:solidFill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666666"/>
                    </a:solidFill>
                    <a:ea typeface="Arial" charset="0"/>
                    <a:cs typeface="Arial" charset="0"/>
                  </a:rPr>
                  <a:t> 221</a:t>
                </a:r>
                <a:r>
                  <a:rPr kumimoji="1" lang="mr-IN" altLang="zh-CN" sz="700" b="1" dirty="0">
                    <a:solidFill>
                      <a:srgbClr val="666666"/>
                    </a:solidFill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666666"/>
                    </a:solidFill>
                    <a:ea typeface="Arial" charset="0"/>
                    <a:cs typeface="Arial" charset="0"/>
                  </a:rPr>
                  <a:t>221/221</a:t>
                </a:r>
                <a:endParaRPr kumimoji="1" lang="mr-IN" altLang="zh-CN" sz="700" b="1" dirty="0">
                  <a:solidFill>
                    <a:srgbClr val="666666"/>
                  </a:solidFill>
                  <a:ea typeface="Arial" charset="0"/>
                  <a:cs typeface="Arial" charset="0"/>
                </a:endParaRPr>
              </a:p>
            </p:txBody>
          </p:sp>
          <p:sp>
            <p:nvSpPr>
              <p:cNvPr id="36" name="矩形 12">
                <a:extLst>
                  <a:ext uri="{FF2B5EF4-FFF2-40B4-BE49-F238E27FC236}">
                    <a16:creationId xmlns="" xmlns:a16="http://schemas.microsoft.com/office/drawing/2014/main" id="{883734A3-2645-434A-9DCC-1416B6C687CC}"/>
                  </a:ext>
                </a:extLst>
              </p:cNvPr>
              <p:cNvSpPr/>
              <p:nvPr userDrawn="1"/>
            </p:nvSpPr>
            <p:spPr>
              <a:xfrm>
                <a:off x="13288175" y="3785971"/>
                <a:ext cx="885201" cy="462672"/>
              </a:xfrm>
              <a:prstGeom prst="rect">
                <a:avLst/>
              </a:prstGeom>
              <a:solidFill>
                <a:srgbClr val="E98C8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112"/>
                <a:r>
                  <a:rPr kumimoji="1" lang="mr-IN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 233</a:t>
                </a:r>
                <a:r>
                  <a:rPr kumimoji="1" lang="mr-IN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140/128</a:t>
                </a:r>
                <a:endParaRPr kumimoji="1" lang="mr-IN" altLang="zh-CN" sz="700" b="1" dirty="0">
                  <a:solidFill>
                    <a:srgbClr val="FFFFFF"/>
                  </a:solidFill>
                  <a:ea typeface="Arial" charset="0"/>
                  <a:cs typeface="Arial" charset="0"/>
                </a:endParaRPr>
              </a:p>
            </p:txBody>
          </p:sp>
          <p:sp>
            <p:nvSpPr>
              <p:cNvPr id="37" name="矩形 13">
                <a:extLst>
                  <a:ext uri="{FF2B5EF4-FFF2-40B4-BE49-F238E27FC236}">
                    <a16:creationId xmlns="" xmlns:a16="http://schemas.microsoft.com/office/drawing/2014/main" id="{1FF13552-FB3D-134A-A80A-6CFB35DFE1A1}"/>
                  </a:ext>
                </a:extLst>
              </p:cNvPr>
              <p:cNvSpPr/>
              <p:nvPr userDrawn="1"/>
            </p:nvSpPr>
            <p:spPr>
              <a:xfrm>
                <a:off x="13288175" y="3259312"/>
                <a:ext cx="885201" cy="462672"/>
              </a:xfrm>
              <a:prstGeom prst="rect">
                <a:avLst/>
              </a:prstGeom>
              <a:solidFill>
                <a:srgbClr val="A72126"/>
              </a:solidFill>
              <a:ln>
                <a:solidFill>
                  <a:srgbClr val="9F000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112"/>
                <a:r>
                  <a:rPr kumimoji="1" lang="mr-IN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 159</a:t>
                </a:r>
                <a:r>
                  <a:rPr kumimoji="1" lang="mr-IN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0/1</a:t>
                </a:r>
                <a:endParaRPr kumimoji="1" lang="mr-IN" altLang="zh-CN" sz="700" b="1" dirty="0">
                  <a:solidFill>
                    <a:srgbClr val="FFFFFF"/>
                  </a:solidFill>
                  <a:ea typeface="Arial" charset="0"/>
                  <a:cs typeface="Arial" charset="0"/>
                </a:endParaRPr>
              </a:p>
            </p:txBody>
          </p:sp>
          <p:sp>
            <p:nvSpPr>
              <p:cNvPr id="38" name="矩形 16">
                <a:extLst>
                  <a:ext uri="{FF2B5EF4-FFF2-40B4-BE49-F238E27FC236}">
                    <a16:creationId xmlns="" xmlns:a16="http://schemas.microsoft.com/office/drawing/2014/main" id="{0A96471B-CB12-1443-B01F-C14C9112C149}"/>
                  </a:ext>
                </a:extLst>
              </p:cNvPr>
              <p:cNvSpPr/>
              <p:nvPr userDrawn="1"/>
            </p:nvSpPr>
            <p:spPr>
              <a:xfrm>
                <a:off x="13288175" y="4836793"/>
                <a:ext cx="885201" cy="462672"/>
              </a:xfrm>
              <a:prstGeom prst="rect">
                <a:avLst/>
              </a:prstGeom>
              <a:solidFill>
                <a:srgbClr val="F5DC5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112"/>
                <a:r>
                  <a:rPr kumimoji="1" lang="mr-IN" altLang="zh-CN" sz="700" b="1" dirty="0">
                    <a:solidFill>
                      <a:srgbClr val="666666"/>
                    </a:solidFill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666666"/>
                    </a:solidFill>
                    <a:ea typeface="Arial" charset="0"/>
                    <a:cs typeface="Arial" charset="0"/>
                  </a:rPr>
                  <a:t> 245</a:t>
                </a:r>
                <a:r>
                  <a:rPr kumimoji="1" lang="mr-IN" altLang="zh-CN" sz="700" b="1" dirty="0">
                    <a:solidFill>
                      <a:srgbClr val="666666"/>
                    </a:solidFill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666666"/>
                    </a:solidFill>
                    <a:ea typeface="Arial" charset="0"/>
                    <a:cs typeface="Arial" charset="0"/>
                  </a:rPr>
                  <a:t>220/87</a:t>
                </a:r>
                <a:endParaRPr kumimoji="1" lang="mr-IN" altLang="zh-CN" sz="700" b="1" dirty="0">
                  <a:solidFill>
                    <a:srgbClr val="666666"/>
                  </a:solidFill>
                  <a:ea typeface="Arial" charset="0"/>
                  <a:cs typeface="Arial" charset="0"/>
                </a:endParaRPr>
              </a:p>
            </p:txBody>
          </p:sp>
          <p:sp>
            <p:nvSpPr>
              <p:cNvPr id="39" name="矩形 17">
                <a:extLst>
                  <a:ext uri="{FF2B5EF4-FFF2-40B4-BE49-F238E27FC236}">
                    <a16:creationId xmlns="" xmlns:a16="http://schemas.microsoft.com/office/drawing/2014/main" id="{61890D59-CF8B-1449-A836-3A304EC9A907}"/>
                  </a:ext>
                </a:extLst>
              </p:cNvPr>
              <p:cNvSpPr/>
              <p:nvPr userDrawn="1"/>
            </p:nvSpPr>
            <p:spPr>
              <a:xfrm>
                <a:off x="13288175" y="4319278"/>
                <a:ext cx="885201" cy="462672"/>
              </a:xfrm>
              <a:prstGeom prst="rect">
                <a:avLst/>
              </a:prstGeom>
              <a:solidFill>
                <a:srgbClr val="F085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112"/>
                <a:r>
                  <a:rPr kumimoji="1" lang="mr-IN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 240</a:t>
                </a:r>
                <a:r>
                  <a:rPr kumimoji="1" lang="mr-IN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133/0</a:t>
                </a:r>
                <a:endParaRPr kumimoji="1" lang="mr-IN" altLang="zh-CN" sz="700" b="1" dirty="0">
                  <a:solidFill>
                    <a:srgbClr val="FFFFFF"/>
                  </a:solidFill>
                  <a:ea typeface="Arial" charset="0"/>
                  <a:cs typeface="Arial" charset="0"/>
                </a:endParaRPr>
              </a:p>
            </p:txBody>
          </p:sp>
          <p:sp>
            <p:nvSpPr>
              <p:cNvPr id="40" name="矩形 18">
                <a:extLst>
                  <a:ext uri="{FF2B5EF4-FFF2-40B4-BE49-F238E27FC236}">
                    <a16:creationId xmlns="" xmlns:a16="http://schemas.microsoft.com/office/drawing/2014/main" id="{0466A1E1-E7C7-FD49-9880-9E44BED19FF5}"/>
                  </a:ext>
                </a:extLst>
              </p:cNvPr>
              <p:cNvSpPr/>
              <p:nvPr userDrawn="1"/>
            </p:nvSpPr>
            <p:spPr>
              <a:xfrm>
                <a:off x="13288171" y="5880294"/>
                <a:ext cx="911019" cy="462672"/>
              </a:xfrm>
              <a:prstGeom prst="rect">
                <a:avLst/>
              </a:prstGeom>
              <a:solidFill>
                <a:srgbClr val="B5B5B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112"/>
                <a:r>
                  <a:rPr kumimoji="1" lang="mr-IN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 181</a:t>
                </a:r>
                <a:r>
                  <a:rPr kumimoji="1" lang="mr-IN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181/181</a:t>
                </a:r>
                <a:endParaRPr kumimoji="1" lang="mr-IN" altLang="zh-CN" sz="700" b="1" dirty="0">
                  <a:solidFill>
                    <a:srgbClr val="FFFFFF"/>
                  </a:solidFill>
                  <a:ea typeface="Arial" charset="0"/>
                  <a:cs typeface="Arial" charset="0"/>
                </a:endParaRPr>
              </a:p>
            </p:txBody>
          </p:sp>
          <p:sp>
            <p:nvSpPr>
              <p:cNvPr id="42" name="矩形 19">
                <a:extLst>
                  <a:ext uri="{FF2B5EF4-FFF2-40B4-BE49-F238E27FC236}">
                    <a16:creationId xmlns="" xmlns:a16="http://schemas.microsoft.com/office/drawing/2014/main" id="{B21AD6AC-1275-0142-A9EA-D77B26CB40EF}"/>
                  </a:ext>
                </a:extLst>
              </p:cNvPr>
              <p:cNvSpPr/>
              <p:nvPr userDrawn="1"/>
            </p:nvSpPr>
            <p:spPr>
              <a:xfrm>
                <a:off x="13288171" y="5362779"/>
                <a:ext cx="911019" cy="462672"/>
              </a:xfrm>
              <a:prstGeom prst="rect">
                <a:avLst/>
              </a:prstGeom>
              <a:solidFill>
                <a:srgbClr val="59575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112"/>
                <a:r>
                  <a:rPr kumimoji="1" lang="mr-IN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 89</a:t>
                </a:r>
                <a:r>
                  <a:rPr kumimoji="1" lang="mr-IN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87/87</a:t>
                </a:r>
                <a:endParaRPr kumimoji="1" lang="mr-IN" altLang="zh-CN" sz="700" b="1" dirty="0">
                  <a:solidFill>
                    <a:srgbClr val="FFFFFF"/>
                  </a:solidFill>
                  <a:ea typeface="Arial" charset="0"/>
                  <a:cs typeface="Arial" charset="0"/>
                </a:endParaRPr>
              </a:p>
            </p:txBody>
          </p:sp>
          <p:sp>
            <p:nvSpPr>
              <p:cNvPr id="43" name="矩形 22">
                <a:extLst>
                  <a:ext uri="{FF2B5EF4-FFF2-40B4-BE49-F238E27FC236}">
                    <a16:creationId xmlns="" xmlns:a16="http://schemas.microsoft.com/office/drawing/2014/main" id="{238BAC2A-AE09-A84D-875D-8472236D6610}"/>
                  </a:ext>
                </a:extLst>
              </p:cNvPr>
              <p:cNvSpPr/>
              <p:nvPr userDrawn="1"/>
            </p:nvSpPr>
            <p:spPr>
              <a:xfrm>
                <a:off x="13288171" y="6403948"/>
                <a:ext cx="911019" cy="462672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chemeClr val="bg1">
                    <a:lumMod val="10000"/>
                    <a:lumOff val="9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112"/>
                <a:r>
                  <a:rPr kumimoji="1" lang="mr-IN" altLang="zh-CN" sz="700" b="1" dirty="0">
                    <a:solidFill>
                      <a:srgbClr val="666666"/>
                    </a:solidFill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666666"/>
                    </a:solidFill>
                    <a:ea typeface="Arial" charset="0"/>
                    <a:cs typeface="Arial" charset="0"/>
                  </a:rPr>
                  <a:t> 255</a:t>
                </a:r>
                <a:r>
                  <a:rPr kumimoji="1" lang="mr-IN" altLang="zh-CN" sz="700" b="1" dirty="0">
                    <a:solidFill>
                      <a:srgbClr val="666666"/>
                    </a:solidFill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666666"/>
                    </a:solidFill>
                    <a:ea typeface="Arial" charset="0"/>
                    <a:cs typeface="Arial" charset="0"/>
                  </a:rPr>
                  <a:t>255/255</a:t>
                </a:r>
                <a:endParaRPr kumimoji="1" lang="mr-IN" altLang="zh-CN" sz="700" b="1" dirty="0">
                  <a:solidFill>
                    <a:srgbClr val="666666"/>
                  </a:solidFill>
                  <a:ea typeface="Arial" charset="0"/>
                  <a:cs typeface="Arial" charset="0"/>
                </a:endParaRPr>
              </a:p>
            </p:txBody>
          </p:sp>
        </p:grpSp>
      </p:grpSp>
      <p:sp>
        <p:nvSpPr>
          <p:cNvPr id="5" name="CuadroTexto 4">
            <a:extLst>
              <a:ext uri="{FF2B5EF4-FFF2-40B4-BE49-F238E27FC236}">
                <a16:creationId xmlns="" xmlns:a16="http://schemas.microsoft.com/office/drawing/2014/main" id="{9581A374-CE51-2133-32F9-FB815F9BB322}"/>
              </a:ext>
            </a:extLst>
          </p:cNvPr>
          <p:cNvSpPr txBox="1"/>
          <p:nvPr userDrawn="1">
            <p:extLst>
              <p:ext uri="{1162E1C5-73C7-4A58-AE30-91384D911F3F}">
                <p184:classification xmlns="" xmlns:p184="http://schemas.microsoft.com/office/powerpoint/2018/4/main" val="hdr"/>
              </p:ext>
            </p:extLst>
          </p:nvPr>
        </p:nvSpPr>
        <p:spPr>
          <a:xfrm>
            <a:off x="11083925" y="0"/>
            <a:ext cx="11414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s-AR" sz="10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Documento: Personal</a:t>
            </a:r>
          </a:p>
        </p:txBody>
      </p:sp>
    </p:spTree>
    <p:extLst>
      <p:ext uri="{BB962C8B-B14F-4D97-AF65-F5344CB8AC3E}">
        <p14:creationId xmlns:p14="http://schemas.microsoft.com/office/powerpoint/2010/main" val="2936891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38" r:id="rId1"/>
    <p:sldLayoutId id="2147484040" r:id="rId2"/>
    <p:sldLayoutId id="2147484041" r:id="rId3"/>
    <p:sldLayoutId id="2147484042" r:id="rId4"/>
    <p:sldLayoutId id="2147484043" r:id="rId5"/>
    <p:sldLayoutId id="2147484044" r:id="rId6"/>
  </p:sldLayoutIdLst>
  <p:hf hdr="0" ftr="0" dt="0"/>
  <p:txStyles>
    <p:titleStyle>
      <a:lvl1pPr algn="l" defTabSz="1187323" rtl="0" eaLnBrk="1" latinLnBrk="0" hangingPunct="1">
        <a:lnSpc>
          <a:spcPct val="90000"/>
        </a:lnSpc>
        <a:spcBef>
          <a:spcPct val="0"/>
        </a:spcBef>
        <a:buNone/>
        <a:defRPr sz="5714" kern="1200">
          <a:solidFill>
            <a:schemeClr val="tx1"/>
          </a:solidFill>
          <a:latin typeface="Arial"/>
          <a:ea typeface="+mj-ea"/>
          <a:cs typeface="+mj-cs"/>
        </a:defRPr>
      </a:lvl1pPr>
    </p:titleStyle>
    <p:bodyStyle>
      <a:lvl1pPr marL="296831" indent="-296831" algn="l" defTabSz="1187323" rtl="0" eaLnBrk="1" latinLnBrk="0" hangingPunct="1">
        <a:lnSpc>
          <a:spcPct val="90000"/>
        </a:lnSpc>
        <a:spcBef>
          <a:spcPts val="1298"/>
        </a:spcBef>
        <a:buFont typeface="Arial" panose="020B0604020202020204" pitchFamily="34" charset="0"/>
        <a:buChar char="•"/>
        <a:defRPr sz="3635" kern="1200">
          <a:solidFill>
            <a:schemeClr val="tx1"/>
          </a:solidFill>
          <a:latin typeface="Arial"/>
          <a:ea typeface="+mn-ea"/>
          <a:cs typeface="+mn-cs"/>
        </a:defRPr>
      </a:lvl1pPr>
      <a:lvl2pPr marL="890493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7" kern="1200">
          <a:solidFill>
            <a:schemeClr val="tx1"/>
          </a:solidFill>
          <a:latin typeface="Arial"/>
          <a:ea typeface="+mn-ea"/>
          <a:cs typeface="+mn-cs"/>
        </a:defRPr>
      </a:lvl2pPr>
      <a:lvl3pPr marL="1484154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7" kern="1200">
          <a:solidFill>
            <a:schemeClr val="tx1"/>
          </a:solidFill>
          <a:latin typeface="Arial"/>
          <a:ea typeface="+mn-ea"/>
          <a:cs typeface="+mn-cs"/>
        </a:defRPr>
      </a:lvl3pPr>
      <a:lvl4pPr marL="2077817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Arial"/>
          <a:ea typeface="+mn-ea"/>
          <a:cs typeface="+mn-cs"/>
        </a:defRPr>
      </a:lvl4pPr>
      <a:lvl5pPr marL="2671478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Arial"/>
          <a:ea typeface="+mn-ea"/>
          <a:cs typeface="+mn-cs"/>
        </a:defRPr>
      </a:lvl5pPr>
      <a:lvl6pPr marL="3265140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Arial"/>
          <a:ea typeface="+mn-ea"/>
          <a:cs typeface="+mn-cs"/>
        </a:defRPr>
      </a:lvl6pPr>
      <a:lvl7pPr marL="3858802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Arial"/>
          <a:ea typeface="+mn-ea"/>
          <a:cs typeface="+mn-cs"/>
        </a:defRPr>
      </a:lvl7pPr>
      <a:lvl8pPr marL="4452463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Arial"/>
          <a:ea typeface="+mn-ea"/>
          <a:cs typeface="+mn-cs"/>
        </a:defRPr>
      </a:lvl8pPr>
      <a:lvl9pPr marL="5046125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Arial"/>
          <a:ea typeface="+mn-ea"/>
          <a:cs typeface="+mn-cs"/>
        </a:defRPr>
      </a:lvl9pPr>
    </p:bodyStyle>
    <p:otherStyle>
      <a:defPPr>
        <a:defRPr lang="en-US"/>
      </a:defPPr>
      <a:lvl1pPr marL="0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1pPr>
      <a:lvl2pPr marL="593662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2pPr>
      <a:lvl3pPr marL="1187323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3pPr>
      <a:lvl4pPr marL="1780986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4pPr>
      <a:lvl5pPr marL="2374648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5pPr>
      <a:lvl6pPr marL="2968309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6pPr>
      <a:lvl7pPr marL="3561971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7pPr>
      <a:lvl8pPr marL="4155634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8pPr>
      <a:lvl9pPr marL="4749295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9pPr>
    </p:otherStyle>
  </p:txStyles>
  <p:extLst>
    <p:ext uri="{27BBF7A9-308A-43DC-89C8-2F10F3537804}">
      <p15:sldGuideLst xmlns="" xmlns:p15="http://schemas.microsoft.com/office/powerpoint/2012/main">
        <p15:guide id="1" orient="horz" pos="2161">
          <p15:clr>
            <a:srgbClr val="F26B43"/>
          </p15:clr>
        </p15:guide>
        <p15:guide id="2" pos="3842">
          <p15:clr>
            <a:srgbClr val="F26B43"/>
          </p15:clr>
        </p15:guide>
        <p15:guide id="3" pos="458">
          <p15:clr>
            <a:srgbClr val="F26B43"/>
          </p15:clr>
        </p15:guide>
        <p15:guide id="4" pos="7225">
          <p15:clr>
            <a:srgbClr val="F26B43"/>
          </p15:clr>
        </p15:guide>
        <p15:guide id="5" orient="horz" pos="4100">
          <p15:clr>
            <a:srgbClr val="F26B43"/>
          </p15:clr>
        </p15:guide>
      </p15:sldGuideLst>
    </p:ext>
  </p:extLst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6785A3D6-1271-D247-9E96-1B376F4BE7BE}"/>
              </a:ext>
            </a:extLst>
          </p:cNvPr>
          <p:cNvSpPr txBox="1"/>
          <p:nvPr userDrawn="1"/>
        </p:nvSpPr>
        <p:spPr>
          <a:xfrm>
            <a:off x="1095468" y="6356939"/>
            <a:ext cx="1463467" cy="242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12"/>
            <a:r>
              <a:rPr lang="en-US" sz="974" dirty="0">
                <a:solidFill>
                  <a:srgbClr val="1D1D1B"/>
                </a:solidFill>
                <a:latin typeface="Arial" pitchFamily="34" charset="0"/>
                <a:cs typeface="Arial" panose="020B0604020202020204" pitchFamily="34" charset="0"/>
              </a:rPr>
              <a:t>Huawei Confidential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EABEE2EE-BF4D-7A4A-B3C6-9E47668CCD98}"/>
              </a:ext>
            </a:extLst>
          </p:cNvPr>
          <p:cNvSpPr txBox="1"/>
          <p:nvPr userDrawn="1"/>
        </p:nvSpPr>
        <p:spPr>
          <a:xfrm>
            <a:off x="734132" y="6402806"/>
            <a:ext cx="499729" cy="1502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890493">
              <a:defRPr/>
            </a:pPr>
            <a:fld id="{C3837181-38C6-AD4F-B8BA-B444770388BB}" type="slidenum">
              <a:rPr lang="en-US" sz="974">
                <a:solidFill>
                  <a:srgbClr val="1D1D1B"/>
                </a:solidFill>
                <a:latin typeface="Arial" pitchFamily="34" charset="0"/>
                <a:cs typeface="Arial" panose="020B0604020202020204" pitchFamily="34" charset="0"/>
              </a:rPr>
              <a:pPr defTabSz="890493">
                <a:defRPr/>
              </a:pPr>
              <a:t>‹Nº›</a:t>
            </a:fld>
            <a:endParaRPr lang="en-US" sz="974" dirty="0">
              <a:solidFill>
                <a:srgbClr val="1D1D1B"/>
              </a:solidFill>
              <a:latin typeface="Arial" pitchFamily="34" charset="0"/>
              <a:cs typeface="Arial" panose="020B0604020202020204" pitchFamily="34" charset="0"/>
            </a:endParaRPr>
          </a:p>
        </p:txBody>
      </p:sp>
      <p:pic>
        <p:nvPicPr>
          <p:cNvPr id="41" name="图片 40"/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6000" y="6319872"/>
            <a:ext cx="1269075" cy="271153"/>
          </a:xfrm>
          <a:prstGeom prst="rect">
            <a:avLst/>
          </a:prstGeom>
        </p:spPr>
      </p:pic>
      <p:grpSp>
        <p:nvGrpSpPr>
          <p:cNvPr id="25" name="组合 24"/>
          <p:cNvGrpSpPr/>
          <p:nvPr userDrawn="1"/>
        </p:nvGrpSpPr>
        <p:grpSpPr>
          <a:xfrm>
            <a:off x="12216278" y="2931937"/>
            <a:ext cx="1982916" cy="3934682"/>
            <a:chOff x="12216278" y="2262477"/>
            <a:chExt cx="1982916" cy="4604143"/>
          </a:xfrm>
        </p:grpSpPr>
        <p:grpSp>
          <p:nvGrpSpPr>
            <p:cNvPr id="26" name="组合 25"/>
            <p:cNvGrpSpPr/>
            <p:nvPr userDrawn="1"/>
          </p:nvGrpSpPr>
          <p:grpSpPr>
            <a:xfrm>
              <a:off x="12315635" y="2262477"/>
              <a:ext cx="1883559" cy="692624"/>
              <a:chOff x="12315635" y="2207613"/>
              <a:chExt cx="1883559" cy="692624"/>
            </a:xfrm>
          </p:grpSpPr>
          <p:sp>
            <p:nvSpPr>
              <p:cNvPr id="44" name="矩形 5">
                <a:extLst>
                  <a:ext uri="{FF2B5EF4-FFF2-40B4-BE49-F238E27FC236}">
                    <a16:creationId xmlns="" xmlns:a16="http://schemas.microsoft.com/office/drawing/2014/main" id="{3B0B5EC2-EA55-CC45-A9D0-D5EA5D768C99}"/>
                  </a:ext>
                </a:extLst>
              </p:cNvPr>
              <p:cNvSpPr/>
              <p:nvPr userDrawn="1"/>
            </p:nvSpPr>
            <p:spPr>
              <a:xfrm>
                <a:off x="12315635" y="2401808"/>
                <a:ext cx="911019" cy="498429"/>
              </a:xfrm>
              <a:prstGeom prst="rect">
                <a:avLst/>
              </a:prstGeom>
              <a:solidFill>
                <a:srgbClr val="C8102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112"/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P</a:t>
                </a:r>
                <a:r>
                  <a:rPr kumimoji="1" lang="en-US" altLang="zh-Hant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ANTONE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 186C</a:t>
                </a:r>
              </a:p>
              <a:p>
                <a:pPr algn="ctr" defTabSz="914112"/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RGB 200/16/46</a:t>
                </a:r>
              </a:p>
            </p:txBody>
          </p:sp>
          <p:sp>
            <p:nvSpPr>
              <p:cNvPr id="45" name="矩形 9">
                <a:extLst>
                  <a:ext uri="{FF2B5EF4-FFF2-40B4-BE49-F238E27FC236}">
                    <a16:creationId xmlns="" xmlns:a16="http://schemas.microsoft.com/office/drawing/2014/main" id="{992224C5-04A6-C041-B257-13137945DBB8}"/>
                  </a:ext>
                </a:extLst>
              </p:cNvPr>
              <p:cNvSpPr/>
              <p:nvPr userDrawn="1"/>
            </p:nvSpPr>
            <p:spPr>
              <a:xfrm>
                <a:off x="13288175" y="2401808"/>
                <a:ext cx="911019" cy="498429"/>
              </a:xfrm>
              <a:prstGeom prst="rect">
                <a:avLst/>
              </a:prstGeom>
              <a:solidFill>
                <a:srgbClr val="C7000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112"/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P</a:t>
                </a:r>
                <a:r>
                  <a:rPr kumimoji="1" lang="en-US" altLang="zh-Hant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ANTONE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 185C</a:t>
                </a:r>
              </a:p>
              <a:p>
                <a:pPr algn="ctr" defTabSz="914112"/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RGB 199/0/11</a:t>
                </a:r>
              </a:p>
            </p:txBody>
          </p:sp>
          <p:sp>
            <p:nvSpPr>
              <p:cNvPr id="46" name="文本框 31">
                <a:extLst>
                  <a:ext uri="{FF2B5EF4-FFF2-40B4-BE49-F238E27FC236}">
                    <a16:creationId xmlns="" xmlns:a16="http://schemas.microsoft.com/office/drawing/2014/main" id="{58918196-0639-EE4B-AFC2-315BE04587B9}"/>
                  </a:ext>
                </a:extLst>
              </p:cNvPr>
              <p:cNvSpPr txBox="1"/>
              <p:nvPr userDrawn="1"/>
            </p:nvSpPr>
            <p:spPr>
              <a:xfrm>
                <a:off x="12326898" y="2207613"/>
                <a:ext cx="384721" cy="18007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 defTabSz="914112"/>
                <a:r>
                  <a:rPr kumimoji="1" lang="zh-CN" altLang="en-US" sz="1000" dirty="0">
                    <a:solidFill>
                      <a:srgbClr val="1D1D1A"/>
                    </a:solidFill>
                    <a:latin typeface="Arial" pitchFamily="34" charset="-122"/>
                    <a:ea typeface="Microsoft YaHei" panose="020B0503020204020204" pitchFamily="34" charset="-122"/>
                  </a:rPr>
                  <a:t>品牌色</a:t>
                </a:r>
              </a:p>
            </p:txBody>
          </p:sp>
        </p:grpSp>
        <p:grpSp>
          <p:nvGrpSpPr>
            <p:cNvPr id="27" name="组合 26"/>
            <p:cNvGrpSpPr/>
            <p:nvPr userDrawn="1"/>
          </p:nvGrpSpPr>
          <p:grpSpPr>
            <a:xfrm>
              <a:off x="12216278" y="3054642"/>
              <a:ext cx="1982912" cy="3811978"/>
              <a:chOff x="12216278" y="3054642"/>
              <a:chExt cx="1982912" cy="3811978"/>
            </a:xfrm>
          </p:grpSpPr>
          <p:sp>
            <p:nvSpPr>
              <p:cNvPr id="28" name="矩形 12">
                <a:extLst>
                  <a:ext uri="{FF2B5EF4-FFF2-40B4-BE49-F238E27FC236}">
                    <a16:creationId xmlns="" xmlns:a16="http://schemas.microsoft.com/office/drawing/2014/main" id="{DCA8B73C-0B87-284F-805F-752EBF20B768}"/>
                  </a:ext>
                </a:extLst>
              </p:cNvPr>
              <p:cNvSpPr/>
              <p:nvPr userDrawn="1"/>
            </p:nvSpPr>
            <p:spPr>
              <a:xfrm>
                <a:off x="12315640" y="3785971"/>
                <a:ext cx="885201" cy="462672"/>
              </a:xfrm>
              <a:prstGeom prst="rect">
                <a:avLst/>
              </a:prstGeom>
              <a:solidFill>
                <a:srgbClr val="EA5A4F"/>
              </a:solidFill>
              <a:ln>
                <a:solidFill>
                  <a:srgbClr val="EA5A4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112"/>
                <a:r>
                  <a:rPr kumimoji="1" lang="mr-IN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 234</a:t>
                </a:r>
                <a:r>
                  <a:rPr kumimoji="1" lang="mr-IN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90/79</a:t>
                </a:r>
                <a:endParaRPr kumimoji="1" lang="mr-IN" altLang="zh-CN" sz="7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29" name="矩形 13">
                <a:extLst>
                  <a:ext uri="{FF2B5EF4-FFF2-40B4-BE49-F238E27FC236}">
                    <a16:creationId xmlns="" xmlns:a16="http://schemas.microsoft.com/office/drawing/2014/main" id="{138A39A8-BB4E-CD4E-9201-F1785C874F92}"/>
                  </a:ext>
                </a:extLst>
              </p:cNvPr>
              <p:cNvSpPr/>
              <p:nvPr userDrawn="1"/>
            </p:nvSpPr>
            <p:spPr>
              <a:xfrm>
                <a:off x="12315640" y="3259312"/>
                <a:ext cx="885201" cy="462672"/>
              </a:xfrm>
              <a:prstGeom prst="rect">
                <a:avLst/>
              </a:prstGeom>
              <a:solidFill>
                <a:srgbClr val="78000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112"/>
                <a:r>
                  <a:rPr kumimoji="1" lang="mr-IN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 120</a:t>
                </a:r>
                <a:r>
                  <a:rPr kumimoji="1" lang="mr-IN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0/15</a:t>
                </a:r>
                <a:endParaRPr kumimoji="1" lang="mr-IN" altLang="zh-CN" sz="7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0" name="文本框 15">
                <a:extLst>
                  <a:ext uri="{FF2B5EF4-FFF2-40B4-BE49-F238E27FC236}">
                    <a16:creationId xmlns="" xmlns:a16="http://schemas.microsoft.com/office/drawing/2014/main" id="{8F53C07A-1022-C740-8F8D-97538E174D38}"/>
                  </a:ext>
                </a:extLst>
              </p:cNvPr>
              <p:cNvSpPr txBox="1"/>
              <p:nvPr userDrawn="1"/>
            </p:nvSpPr>
            <p:spPr>
              <a:xfrm>
                <a:off x="12216278" y="3054642"/>
                <a:ext cx="569387" cy="180071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b" anchorCtr="0">
                <a:spAutoFit/>
              </a:bodyPr>
              <a:lstStyle/>
              <a:p>
                <a:pPr algn="ctr" defTabSz="914112"/>
                <a:r>
                  <a:rPr kumimoji="1" lang="zh-CN" altLang="en-US" sz="1000" dirty="0">
                    <a:solidFill>
                      <a:srgbClr val="1D1D1A"/>
                    </a:solidFill>
                    <a:latin typeface="Arial" pitchFamily="34" charset="-122"/>
                    <a:ea typeface="Microsoft YaHei" panose="020B0503020204020204" pitchFamily="34" charset="-122"/>
                  </a:rPr>
                  <a:t>辅助色</a:t>
                </a:r>
              </a:p>
            </p:txBody>
          </p:sp>
          <p:sp>
            <p:nvSpPr>
              <p:cNvPr id="31" name="矩形 16">
                <a:extLst>
                  <a:ext uri="{FF2B5EF4-FFF2-40B4-BE49-F238E27FC236}">
                    <a16:creationId xmlns="" xmlns:a16="http://schemas.microsoft.com/office/drawing/2014/main" id="{306A7598-C00D-994F-82DA-B39F3C2E0AAD}"/>
                  </a:ext>
                </a:extLst>
              </p:cNvPr>
              <p:cNvSpPr/>
              <p:nvPr userDrawn="1"/>
            </p:nvSpPr>
            <p:spPr>
              <a:xfrm>
                <a:off x="12315640" y="4836793"/>
                <a:ext cx="885201" cy="462672"/>
              </a:xfrm>
              <a:prstGeom prst="rect">
                <a:avLst/>
              </a:prstGeom>
              <a:solidFill>
                <a:srgbClr val="F8B53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112"/>
                <a:r>
                  <a:rPr kumimoji="1" lang="mr-IN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 248</a:t>
                </a:r>
                <a:r>
                  <a:rPr kumimoji="1" lang="mr-IN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181/60</a:t>
                </a:r>
                <a:endParaRPr kumimoji="1" lang="mr-IN" altLang="zh-CN" sz="7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2" name="矩形 17">
                <a:extLst>
                  <a:ext uri="{FF2B5EF4-FFF2-40B4-BE49-F238E27FC236}">
                    <a16:creationId xmlns="" xmlns:a16="http://schemas.microsoft.com/office/drawing/2014/main" id="{C1423292-FF2F-A74C-943E-1C3C47534098}"/>
                  </a:ext>
                </a:extLst>
              </p:cNvPr>
              <p:cNvSpPr/>
              <p:nvPr userDrawn="1"/>
            </p:nvSpPr>
            <p:spPr>
              <a:xfrm>
                <a:off x="12315640" y="4319278"/>
                <a:ext cx="885201" cy="462672"/>
              </a:xfrm>
              <a:prstGeom prst="rect">
                <a:avLst/>
              </a:prstGeom>
              <a:solidFill>
                <a:srgbClr val="EB5C0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112"/>
                <a:r>
                  <a:rPr kumimoji="1" lang="mr-IN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 235</a:t>
                </a:r>
                <a:r>
                  <a:rPr kumimoji="1" lang="mr-IN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92/1</a:t>
                </a:r>
                <a:endParaRPr kumimoji="1" lang="mr-IN" altLang="zh-CN" sz="7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3" name="矩形 18">
                <a:extLst>
                  <a:ext uri="{FF2B5EF4-FFF2-40B4-BE49-F238E27FC236}">
                    <a16:creationId xmlns="" xmlns:a16="http://schemas.microsoft.com/office/drawing/2014/main" id="{2A29AF15-F5C4-A842-A63B-5DBA549CB92F}"/>
                  </a:ext>
                </a:extLst>
              </p:cNvPr>
              <p:cNvSpPr/>
              <p:nvPr userDrawn="1"/>
            </p:nvSpPr>
            <p:spPr>
              <a:xfrm>
                <a:off x="12315636" y="5880294"/>
                <a:ext cx="911019" cy="462672"/>
              </a:xfrm>
              <a:prstGeom prst="rect">
                <a:avLst/>
              </a:prstGeom>
              <a:solidFill>
                <a:srgbClr val="89898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112"/>
                <a:r>
                  <a:rPr kumimoji="1" lang="mr-IN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 137/137/137</a:t>
                </a:r>
                <a:endParaRPr kumimoji="1" lang="mr-IN" altLang="zh-CN" sz="7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4" name="矩形 19">
                <a:extLst>
                  <a:ext uri="{FF2B5EF4-FFF2-40B4-BE49-F238E27FC236}">
                    <a16:creationId xmlns="" xmlns:a16="http://schemas.microsoft.com/office/drawing/2014/main" id="{E9EA970A-4D36-BC41-B8BE-40DF553320E7}"/>
                  </a:ext>
                </a:extLst>
              </p:cNvPr>
              <p:cNvSpPr/>
              <p:nvPr userDrawn="1"/>
            </p:nvSpPr>
            <p:spPr>
              <a:xfrm>
                <a:off x="12315636" y="5362779"/>
                <a:ext cx="911019" cy="462672"/>
              </a:xfrm>
              <a:prstGeom prst="rect">
                <a:avLst/>
              </a:prstGeom>
              <a:solidFill>
                <a:srgbClr val="23181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112"/>
                <a:r>
                  <a:rPr kumimoji="1" lang="mr-IN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 35/24/21</a:t>
                </a:r>
                <a:endParaRPr kumimoji="1" lang="mr-IN" altLang="zh-CN" sz="7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5" name="矩形 22">
                <a:extLst>
                  <a:ext uri="{FF2B5EF4-FFF2-40B4-BE49-F238E27FC236}">
                    <a16:creationId xmlns="" xmlns:a16="http://schemas.microsoft.com/office/drawing/2014/main" id="{14EE21FB-1D92-0241-ABA5-5E9A6AEE0DC8}"/>
                  </a:ext>
                </a:extLst>
              </p:cNvPr>
              <p:cNvSpPr/>
              <p:nvPr userDrawn="1"/>
            </p:nvSpPr>
            <p:spPr>
              <a:xfrm>
                <a:off x="12315636" y="6403948"/>
                <a:ext cx="911019" cy="462672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112"/>
                <a:r>
                  <a:rPr kumimoji="1" lang="mr-IN" altLang="zh-CN" sz="700" b="1" dirty="0">
                    <a:solidFill>
                      <a:srgbClr val="666666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666666"/>
                    </a:solidFill>
                    <a:latin typeface="Arial" charset="0"/>
                    <a:ea typeface="Arial" charset="0"/>
                    <a:cs typeface="Arial" charset="0"/>
                  </a:rPr>
                  <a:t> 221</a:t>
                </a:r>
                <a:r>
                  <a:rPr kumimoji="1" lang="mr-IN" altLang="zh-CN" sz="700" b="1" dirty="0">
                    <a:solidFill>
                      <a:srgbClr val="666666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666666"/>
                    </a:solidFill>
                    <a:latin typeface="Arial" charset="0"/>
                    <a:ea typeface="Arial" charset="0"/>
                    <a:cs typeface="Arial" charset="0"/>
                  </a:rPr>
                  <a:t>221/221</a:t>
                </a:r>
                <a:endParaRPr kumimoji="1" lang="mr-IN" altLang="zh-CN" sz="700" b="1" dirty="0">
                  <a:solidFill>
                    <a:srgbClr val="666666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6" name="矩形 12">
                <a:extLst>
                  <a:ext uri="{FF2B5EF4-FFF2-40B4-BE49-F238E27FC236}">
                    <a16:creationId xmlns="" xmlns:a16="http://schemas.microsoft.com/office/drawing/2014/main" id="{883734A3-2645-434A-9DCC-1416B6C687CC}"/>
                  </a:ext>
                </a:extLst>
              </p:cNvPr>
              <p:cNvSpPr/>
              <p:nvPr userDrawn="1"/>
            </p:nvSpPr>
            <p:spPr>
              <a:xfrm>
                <a:off x="13288175" y="3785971"/>
                <a:ext cx="885201" cy="462672"/>
              </a:xfrm>
              <a:prstGeom prst="rect">
                <a:avLst/>
              </a:prstGeom>
              <a:solidFill>
                <a:srgbClr val="E98C8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112"/>
                <a:r>
                  <a:rPr kumimoji="1" lang="mr-IN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 233</a:t>
                </a:r>
                <a:r>
                  <a:rPr kumimoji="1" lang="mr-IN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140/128</a:t>
                </a:r>
                <a:endParaRPr kumimoji="1" lang="mr-IN" altLang="zh-CN" sz="7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7" name="矩形 13">
                <a:extLst>
                  <a:ext uri="{FF2B5EF4-FFF2-40B4-BE49-F238E27FC236}">
                    <a16:creationId xmlns="" xmlns:a16="http://schemas.microsoft.com/office/drawing/2014/main" id="{1FF13552-FB3D-134A-A80A-6CFB35DFE1A1}"/>
                  </a:ext>
                </a:extLst>
              </p:cNvPr>
              <p:cNvSpPr/>
              <p:nvPr userDrawn="1"/>
            </p:nvSpPr>
            <p:spPr>
              <a:xfrm>
                <a:off x="13288175" y="3259312"/>
                <a:ext cx="885201" cy="462672"/>
              </a:xfrm>
              <a:prstGeom prst="rect">
                <a:avLst/>
              </a:prstGeom>
              <a:solidFill>
                <a:srgbClr val="A72126"/>
              </a:solidFill>
              <a:ln>
                <a:solidFill>
                  <a:srgbClr val="9F000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112"/>
                <a:r>
                  <a:rPr kumimoji="1" lang="mr-IN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 159</a:t>
                </a:r>
                <a:r>
                  <a:rPr kumimoji="1" lang="mr-IN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0/1</a:t>
                </a:r>
                <a:endParaRPr kumimoji="1" lang="mr-IN" altLang="zh-CN" sz="7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8" name="矩形 16">
                <a:extLst>
                  <a:ext uri="{FF2B5EF4-FFF2-40B4-BE49-F238E27FC236}">
                    <a16:creationId xmlns="" xmlns:a16="http://schemas.microsoft.com/office/drawing/2014/main" id="{0A96471B-CB12-1443-B01F-C14C9112C149}"/>
                  </a:ext>
                </a:extLst>
              </p:cNvPr>
              <p:cNvSpPr/>
              <p:nvPr userDrawn="1"/>
            </p:nvSpPr>
            <p:spPr>
              <a:xfrm>
                <a:off x="13288175" y="4836793"/>
                <a:ext cx="885201" cy="462672"/>
              </a:xfrm>
              <a:prstGeom prst="rect">
                <a:avLst/>
              </a:prstGeom>
              <a:solidFill>
                <a:srgbClr val="F5DC5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112"/>
                <a:r>
                  <a:rPr kumimoji="1" lang="mr-IN" altLang="zh-CN" sz="700" b="1" dirty="0">
                    <a:solidFill>
                      <a:srgbClr val="666666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666666"/>
                    </a:solidFill>
                    <a:latin typeface="Arial" charset="0"/>
                    <a:ea typeface="Arial" charset="0"/>
                    <a:cs typeface="Arial" charset="0"/>
                  </a:rPr>
                  <a:t> 245</a:t>
                </a:r>
                <a:r>
                  <a:rPr kumimoji="1" lang="mr-IN" altLang="zh-CN" sz="700" b="1" dirty="0">
                    <a:solidFill>
                      <a:srgbClr val="666666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666666"/>
                    </a:solidFill>
                    <a:latin typeface="Arial" charset="0"/>
                    <a:ea typeface="Arial" charset="0"/>
                    <a:cs typeface="Arial" charset="0"/>
                  </a:rPr>
                  <a:t>220/87</a:t>
                </a:r>
                <a:endParaRPr kumimoji="1" lang="mr-IN" altLang="zh-CN" sz="700" b="1" dirty="0">
                  <a:solidFill>
                    <a:srgbClr val="666666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9" name="矩形 17">
                <a:extLst>
                  <a:ext uri="{FF2B5EF4-FFF2-40B4-BE49-F238E27FC236}">
                    <a16:creationId xmlns="" xmlns:a16="http://schemas.microsoft.com/office/drawing/2014/main" id="{61890D59-CF8B-1449-A836-3A304EC9A907}"/>
                  </a:ext>
                </a:extLst>
              </p:cNvPr>
              <p:cNvSpPr/>
              <p:nvPr userDrawn="1"/>
            </p:nvSpPr>
            <p:spPr>
              <a:xfrm>
                <a:off x="13288175" y="4319278"/>
                <a:ext cx="885201" cy="462672"/>
              </a:xfrm>
              <a:prstGeom prst="rect">
                <a:avLst/>
              </a:prstGeom>
              <a:solidFill>
                <a:srgbClr val="F085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112"/>
                <a:r>
                  <a:rPr kumimoji="1" lang="mr-IN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 240</a:t>
                </a:r>
                <a:r>
                  <a:rPr kumimoji="1" lang="mr-IN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133/0</a:t>
                </a:r>
                <a:endParaRPr kumimoji="1" lang="mr-IN" altLang="zh-CN" sz="7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40" name="矩形 18">
                <a:extLst>
                  <a:ext uri="{FF2B5EF4-FFF2-40B4-BE49-F238E27FC236}">
                    <a16:creationId xmlns="" xmlns:a16="http://schemas.microsoft.com/office/drawing/2014/main" id="{0466A1E1-E7C7-FD49-9880-9E44BED19FF5}"/>
                  </a:ext>
                </a:extLst>
              </p:cNvPr>
              <p:cNvSpPr/>
              <p:nvPr userDrawn="1"/>
            </p:nvSpPr>
            <p:spPr>
              <a:xfrm>
                <a:off x="13288171" y="5880294"/>
                <a:ext cx="911019" cy="462672"/>
              </a:xfrm>
              <a:prstGeom prst="rect">
                <a:avLst/>
              </a:prstGeom>
              <a:solidFill>
                <a:srgbClr val="B5B5B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112"/>
                <a:r>
                  <a:rPr kumimoji="1" lang="mr-IN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 181</a:t>
                </a:r>
                <a:r>
                  <a:rPr kumimoji="1" lang="mr-IN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181/181</a:t>
                </a:r>
                <a:endParaRPr kumimoji="1" lang="mr-IN" altLang="zh-CN" sz="7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42" name="矩形 19">
                <a:extLst>
                  <a:ext uri="{FF2B5EF4-FFF2-40B4-BE49-F238E27FC236}">
                    <a16:creationId xmlns="" xmlns:a16="http://schemas.microsoft.com/office/drawing/2014/main" id="{B21AD6AC-1275-0142-A9EA-D77B26CB40EF}"/>
                  </a:ext>
                </a:extLst>
              </p:cNvPr>
              <p:cNvSpPr/>
              <p:nvPr userDrawn="1"/>
            </p:nvSpPr>
            <p:spPr>
              <a:xfrm>
                <a:off x="13288171" y="5362779"/>
                <a:ext cx="911019" cy="462672"/>
              </a:xfrm>
              <a:prstGeom prst="rect">
                <a:avLst/>
              </a:prstGeom>
              <a:solidFill>
                <a:srgbClr val="59575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112"/>
                <a:r>
                  <a:rPr kumimoji="1" lang="mr-IN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 89</a:t>
                </a:r>
                <a:r>
                  <a:rPr kumimoji="1" lang="mr-IN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87/87</a:t>
                </a:r>
                <a:endParaRPr kumimoji="1" lang="mr-IN" altLang="zh-CN" sz="7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43" name="矩形 22">
                <a:extLst>
                  <a:ext uri="{FF2B5EF4-FFF2-40B4-BE49-F238E27FC236}">
                    <a16:creationId xmlns="" xmlns:a16="http://schemas.microsoft.com/office/drawing/2014/main" id="{238BAC2A-AE09-A84D-875D-8472236D6610}"/>
                  </a:ext>
                </a:extLst>
              </p:cNvPr>
              <p:cNvSpPr/>
              <p:nvPr userDrawn="1"/>
            </p:nvSpPr>
            <p:spPr>
              <a:xfrm>
                <a:off x="13288171" y="6403948"/>
                <a:ext cx="911019" cy="462672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chemeClr val="bg1">
                    <a:lumMod val="10000"/>
                    <a:lumOff val="9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112"/>
                <a:r>
                  <a:rPr kumimoji="1" lang="mr-IN" altLang="zh-CN" sz="700" b="1" dirty="0">
                    <a:solidFill>
                      <a:srgbClr val="666666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666666"/>
                    </a:solidFill>
                    <a:latin typeface="Arial" charset="0"/>
                    <a:ea typeface="Arial" charset="0"/>
                    <a:cs typeface="Arial" charset="0"/>
                  </a:rPr>
                  <a:t> 255</a:t>
                </a:r>
                <a:r>
                  <a:rPr kumimoji="1" lang="mr-IN" altLang="zh-CN" sz="700" b="1" dirty="0">
                    <a:solidFill>
                      <a:srgbClr val="666666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666666"/>
                    </a:solidFill>
                    <a:latin typeface="Arial" charset="0"/>
                    <a:ea typeface="Arial" charset="0"/>
                    <a:cs typeface="Arial" charset="0"/>
                  </a:rPr>
                  <a:t>255/255</a:t>
                </a:r>
                <a:endParaRPr kumimoji="1" lang="mr-IN" altLang="zh-CN" sz="700" b="1" dirty="0">
                  <a:solidFill>
                    <a:srgbClr val="666666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</p:grpSp>
      </p:grpSp>
      <p:sp>
        <p:nvSpPr>
          <p:cNvPr id="5" name="CuadroTexto 4">
            <a:extLst>
              <a:ext uri="{FF2B5EF4-FFF2-40B4-BE49-F238E27FC236}">
                <a16:creationId xmlns="" xmlns:a16="http://schemas.microsoft.com/office/drawing/2014/main" id="{611EF861-82D2-B8A9-52BC-A77B12517E5E}"/>
              </a:ext>
            </a:extLst>
          </p:cNvPr>
          <p:cNvSpPr txBox="1"/>
          <p:nvPr userDrawn="1">
            <p:extLst>
              <p:ext uri="{1162E1C5-73C7-4A58-AE30-91384D911F3F}">
                <p184:classification xmlns="" xmlns:p184="http://schemas.microsoft.com/office/powerpoint/2018/4/main" val="hdr"/>
              </p:ext>
            </p:extLst>
          </p:nvPr>
        </p:nvSpPr>
        <p:spPr>
          <a:xfrm>
            <a:off x="11083925" y="0"/>
            <a:ext cx="11414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s-AR" sz="10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Documento: Personal</a:t>
            </a:r>
          </a:p>
        </p:txBody>
      </p:sp>
    </p:spTree>
    <p:extLst>
      <p:ext uri="{BB962C8B-B14F-4D97-AF65-F5344CB8AC3E}">
        <p14:creationId xmlns:p14="http://schemas.microsoft.com/office/powerpoint/2010/main" val="37386877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46" r:id="rId1"/>
    <p:sldLayoutId id="2147484048" r:id="rId2"/>
    <p:sldLayoutId id="2147484049" r:id="rId3"/>
    <p:sldLayoutId id="2147484050" r:id="rId4"/>
    <p:sldLayoutId id="2147484051" r:id="rId5"/>
    <p:sldLayoutId id="2147484052" r:id="rId6"/>
  </p:sldLayoutIdLst>
  <p:hf hdr="0" ftr="0" dt="0"/>
  <p:txStyles>
    <p:titleStyle>
      <a:lvl1pPr algn="l" defTabSz="1187323" rtl="0" eaLnBrk="1" latinLnBrk="0" hangingPunct="1">
        <a:lnSpc>
          <a:spcPct val="90000"/>
        </a:lnSpc>
        <a:spcBef>
          <a:spcPct val="0"/>
        </a:spcBef>
        <a:buNone/>
        <a:defRPr sz="5714" kern="1200">
          <a:solidFill>
            <a:schemeClr val="tx1"/>
          </a:solidFill>
          <a:latin typeface="Arial"/>
          <a:ea typeface="+mj-ea"/>
          <a:cs typeface="+mj-cs"/>
        </a:defRPr>
      </a:lvl1pPr>
    </p:titleStyle>
    <p:bodyStyle>
      <a:lvl1pPr marL="296831" indent="-296831" algn="l" defTabSz="1187323" rtl="0" eaLnBrk="1" latinLnBrk="0" hangingPunct="1">
        <a:lnSpc>
          <a:spcPct val="90000"/>
        </a:lnSpc>
        <a:spcBef>
          <a:spcPts val="1298"/>
        </a:spcBef>
        <a:buFont typeface="Arial" panose="020B0604020202020204" pitchFamily="34" charset="0"/>
        <a:buChar char="•"/>
        <a:defRPr sz="3635" kern="1200">
          <a:solidFill>
            <a:schemeClr val="tx1"/>
          </a:solidFill>
          <a:latin typeface="Arial"/>
          <a:ea typeface="+mn-ea"/>
          <a:cs typeface="+mn-cs"/>
        </a:defRPr>
      </a:lvl1pPr>
      <a:lvl2pPr marL="890493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7" kern="1200">
          <a:solidFill>
            <a:schemeClr val="tx1"/>
          </a:solidFill>
          <a:latin typeface="Arial"/>
          <a:ea typeface="+mn-ea"/>
          <a:cs typeface="+mn-cs"/>
        </a:defRPr>
      </a:lvl2pPr>
      <a:lvl3pPr marL="1484154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7" kern="1200">
          <a:solidFill>
            <a:schemeClr val="tx1"/>
          </a:solidFill>
          <a:latin typeface="Arial"/>
          <a:ea typeface="+mn-ea"/>
          <a:cs typeface="+mn-cs"/>
        </a:defRPr>
      </a:lvl3pPr>
      <a:lvl4pPr marL="2077817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Arial"/>
          <a:ea typeface="+mn-ea"/>
          <a:cs typeface="+mn-cs"/>
        </a:defRPr>
      </a:lvl4pPr>
      <a:lvl5pPr marL="2671478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Arial"/>
          <a:ea typeface="+mn-ea"/>
          <a:cs typeface="+mn-cs"/>
        </a:defRPr>
      </a:lvl5pPr>
      <a:lvl6pPr marL="3265140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Arial"/>
          <a:ea typeface="+mn-ea"/>
          <a:cs typeface="+mn-cs"/>
        </a:defRPr>
      </a:lvl6pPr>
      <a:lvl7pPr marL="3858802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Arial"/>
          <a:ea typeface="+mn-ea"/>
          <a:cs typeface="+mn-cs"/>
        </a:defRPr>
      </a:lvl7pPr>
      <a:lvl8pPr marL="4452463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Arial"/>
          <a:ea typeface="+mn-ea"/>
          <a:cs typeface="+mn-cs"/>
        </a:defRPr>
      </a:lvl8pPr>
      <a:lvl9pPr marL="5046125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Arial"/>
          <a:ea typeface="+mn-ea"/>
          <a:cs typeface="+mn-cs"/>
        </a:defRPr>
      </a:lvl9pPr>
    </p:bodyStyle>
    <p:otherStyle>
      <a:defPPr>
        <a:defRPr lang="en-US"/>
      </a:defPPr>
      <a:lvl1pPr marL="0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1pPr>
      <a:lvl2pPr marL="593662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2pPr>
      <a:lvl3pPr marL="1187323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3pPr>
      <a:lvl4pPr marL="1780986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4pPr>
      <a:lvl5pPr marL="2374648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5pPr>
      <a:lvl6pPr marL="2968309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6pPr>
      <a:lvl7pPr marL="3561971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7pPr>
      <a:lvl8pPr marL="4155634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8pPr>
      <a:lvl9pPr marL="4749295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9pPr>
    </p:otherStyle>
  </p:txStyles>
  <p:extLst>
    <p:ext uri="{27BBF7A9-308A-43DC-89C8-2F10F3537804}">
      <p15:sldGuideLst xmlns="" xmlns:p15="http://schemas.microsoft.com/office/powerpoint/2012/main">
        <p15:guide id="1" orient="horz" pos="2161">
          <p15:clr>
            <a:srgbClr val="F26B43"/>
          </p15:clr>
        </p15:guide>
        <p15:guide id="2" pos="3842">
          <p15:clr>
            <a:srgbClr val="F26B43"/>
          </p15:clr>
        </p15:guide>
        <p15:guide id="3" pos="458">
          <p15:clr>
            <a:srgbClr val="F26B43"/>
          </p15:clr>
        </p15:guide>
        <p15:guide id="4" pos="7225">
          <p15:clr>
            <a:srgbClr val="F26B43"/>
          </p15:clr>
        </p15:guide>
        <p15:guide id="5" orient="horz" pos="4100">
          <p15:clr>
            <a:srgbClr val="F26B43"/>
          </p15:clr>
        </p15:guide>
      </p15:sldGuideLst>
    </p:ext>
  </p:extLst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6785A3D6-1271-D247-9E96-1B376F4BE7BE}"/>
              </a:ext>
            </a:extLst>
          </p:cNvPr>
          <p:cNvSpPr txBox="1"/>
          <p:nvPr userDrawn="1"/>
        </p:nvSpPr>
        <p:spPr>
          <a:xfrm>
            <a:off x="1095468" y="6356939"/>
            <a:ext cx="1463467" cy="242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12"/>
            <a:r>
              <a:rPr lang="en-US" sz="974" dirty="0">
                <a:solidFill>
                  <a:srgbClr val="1D1D1B"/>
                </a:solidFill>
                <a:latin typeface="Arial" pitchFamily="34" charset="0"/>
                <a:cs typeface="Arial" panose="020B0604020202020204" pitchFamily="34" charset="0"/>
              </a:rPr>
              <a:t>Huawei Confidential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EABEE2EE-BF4D-7A4A-B3C6-9E47668CCD98}"/>
              </a:ext>
            </a:extLst>
          </p:cNvPr>
          <p:cNvSpPr txBox="1"/>
          <p:nvPr userDrawn="1"/>
        </p:nvSpPr>
        <p:spPr>
          <a:xfrm>
            <a:off x="734132" y="6402806"/>
            <a:ext cx="499729" cy="1502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890493">
              <a:defRPr/>
            </a:pPr>
            <a:fld id="{C3837181-38C6-AD4F-B8BA-B444770388BB}" type="slidenum">
              <a:rPr lang="en-US" sz="974">
                <a:solidFill>
                  <a:srgbClr val="1D1D1B"/>
                </a:solidFill>
                <a:latin typeface="Arial" pitchFamily="34" charset="0"/>
                <a:cs typeface="Arial" panose="020B0604020202020204" pitchFamily="34" charset="0"/>
              </a:rPr>
              <a:pPr defTabSz="890493">
                <a:defRPr/>
              </a:pPr>
              <a:t>‹Nº›</a:t>
            </a:fld>
            <a:endParaRPr lang="en-US" sz="974" dirty="0">
              <a:solidFill>
                <a:srgbClr val="1D1D1B"/>
              </a:solidFill>
              <a:latin typeface="Arial" pitchFamily="34" charset="0"/>
              <a:cs typeface="Arial" panose="020B0604020202020204" pitchFamily="34" charset="0"/>
            </a:endParaRPr>
          </a:p>
        </p:txBody>
      </p:sp>
      <p:pic>
        <p:nvPicPr>
          <p:cNvPr id="41" name="图片 4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6000" y="6319872"/>
            <a:ext cx="1269075" cy="271153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="" xmlns:a16="http://schemas.microsoft.com/office/drawing/2014/main" id="{0C6A3F11-BBC2-2F75-1354-1D9793479093}"/>
              </a:ext>
            </a:extLst>
          </p:cNvPr>
          <p:cNvSpPr txBox="1"/>
          <p:nvPr userDrawn="1">
            <p:extLst>
              <p:ext uri="{1162E1C5-73C7-4A58-AE30-91384D911F3F}">
                <p184:classification xmlns="" xmlns:p184="http://schemas.microsoft.com/office/powerpoint/2018/4/main" val="hdr"/>
              </p:ext>
            </p:extLst>
          </p:nvPr>
        </p:nvSpPr>
        <p:spPr>
          <a:xfrm>
            <a:off x="11083925" y="0"/>
            <a:ext cx="11414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s-AR" sz="10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Documento: Personal</a:t>
            </a:r>
          </a:p>
        </p:txBody>
      </p:sp>
    </p:spTree>
    <p:extLst>
      <p:ext uri="{BB962C8B-B14F-4D97-AF65-F5344CB8AC3E}">
        <p14:creationId xmlns:p14="http://schemas.microsoft.com/office/powerpoint/2010/main" val="426030140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txStyles>
    <p:titleStyle>
      <a:lvl1pPr algn="l" defTabSz="1187323" rtl="0" eaLnBrk="1" latinLnBrk="0" hangingPunct="1">
        <a:lnSpc>
          <a:spcPct val="90000"/>
        </a:lnSpc>
        <a:spcBef>
          <a:spcPct val="0"/>
        </a:spcBef>
        <a:buNone/>
        <a:defRPr sz="5714" kern="1200">
          <a:solidFill>
            <a:schemeClr val="tx1"/>
          </a:solidFill>
          <a:latin typeface="Arial"/>
          <a:ea typeface="+mj-ea"/>
          <a:cs typeface="+mj-cs"/>
        </a:defRPr>
      </a:lvl1pPr>
    </p:titleStyle>
    <p:bodyStyle>
      <a:lvl1pPr marL="296831" indent="-296831" algn="l" defTabSz="1187323" rtl="0" eaLnBrk="1" latinLnBrk="0" hangingPunct="1">
        <a:lnSpc>
          <a:spcPct val="90000"/>
        </a:lnSpc>
        <a:spcBef>
          <a:spcPts val="1298"/>
        </a:spcBef>
        <a:buFont typeface="Arial" panose="020B0604020202020204" pitchFamily="34" charset="0"/>
        <a:buChar char="•"/>
        <a:defRPr sz="3635" kern="1200">
          <a:solidFill>
            <a:schemeClr val="tx1"/>
          </a:solidFill>
          <a:latin typeface="Arial"/>
          <a:ea typeface="+mn-ea"/>
          <a:cs typeface="+mn-cs"/>
        </a:defRPr>
      </a:lvl1pPr>
      <a:lvl2pPr marL="890493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7" kern="1200">
          <a:solidFill>
            <a:schemeClr val="tx1"/>
          </a:solidFill>
          <a:latin typeface="Arial"/>
          <a:ea typeface="+mn-ea"/>
          <a:cs typeface="+mn-cs"/>
        </a:defRPr>
      </a:lvl2pPr>
      <a:lvl3pPr marL="1484154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7" kern="1200">
          <a:solidFill>
            <a:schemeClr val="tx1"/>
          </a:solidFill>
          <a:latin typeface="Arial"/>
          <a:ea typeface="+mn-ea"/>
          <a:cs typeface="+mn-cs"/>
        </a:defRPr>
      </a:lvl3pPr>
      <a:lvl4pPr marL="2077817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Arial"/>
          <a:ea typeface="+mn-ea"/>
          <a:cs typeface="+mn-cs"/>
        </a:defRPr>
      </a:lvl4pPr>
      <a:lvl5pPr marL="2671478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Arial"/>
          <a:ea typeface="+mn-ea"/>
          <a:cs typeface="+mn-cs"/>
        </a:defRPr>
      </a:lvl5pPr>
      <a:lvl6pPr marL="3265140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Arial"/>
          <a:ea typeface="+mn-ea"/>
          <a:cs typeface="+mn-cs"/>
        </a:defRPr>
      </a:lvl6pPr>
      <a:lvl7pPr marL="3858802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Arial"/>
          <a:ea typeface="+mn-ea"/>
          <a:cs typeface="+mn-cs"/>
        </a:defRPr>
      </a:lvl7pPr>
      <a:lvl8pPr marL="4452463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Arial"/>
          <a:ea typeface="+mn-ea"/>
          <a:cs typeface="+mn-cs"/>
        </a:defRPr>
      </a:lvl8pPr>
      <a:lvl9pPr marL="5046125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Arial"/>
          <a:ea typeface="+mn-ea"/>
          <a:cs typeface="+mn-cs"/>
        </a:defRPr>
      </a:lvl9pPr>
    </p:bodyStyle>
    <p:otherStyle>
      <a:defPPr>
        <a:defRPr lang="en-US"/>
      </a:defPPr>
      <a:lvl1pPr marL="0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1pPr>
      <a:lvl2pPr marL="593662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2pPr>
      <a:lvl3pPr marL="1187323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3pPr>
      <a:lvl4pPr marL="1780986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4pPr>
      <a:lvl5pPr marL="2374648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5pPr>
      <a:lvl6pPr marL="2968309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6pPr>
      <a:lvl7pPr marL="3561971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7pPr>
      <a:lvl8pPr marL="4155634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8pPr>
      <a:lvl9pPr marL="4749295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9pPr>
    </p:otherStyle>
  </p:txStyles>
  <p:extLst>
    <p:ext uri="{27BBF7A9-308A-43DC-89C8-2F10F3537804}">
      <p15:sldGuideLst xmlns="" xmlns:p15="http://schemas.microsoft.com/office/powerpoint/2012/main">
        <p15:guide id="1" orient="horz" pos="2161">
          <p15:clr>
            <a:srgbClr val="F26B43"/>
          </p15:clr>
        </p15:guide>
        <p15:guide id="2" pos="3842">
          <p15:clr>
            <a:srgbClr val="F26B43"/>
          </p15:clr>
        </p15:guide>
        <p15:guide id="3" pos="458">
          <p15:clr>
            <a:srgbClr val="F26B43"/>
          </p15:clr>
        </p15:guide>
        <p15:guide id="4" pos="7225">
          <p15:clr>
            <a:srgbClr val="F26B43"/>
          </p15:clr>
        </p15:guide>
        <p15:guide id="5" orient="horz" pos="4100">
          <p15:clr>
            <a:srgbClr val="F26B43"/>
          </p15:clr>
        </p15:guide>
      </p15:sldGuideLst>
    </p:ext>
  </p:extLst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6785A3D6-1271-D247-9E96-1B376F4BE7BE}"/>
              </a:ext>
            </a:extLst>
          </p:cNvPr>
          <p:cNvSpPr txBox="1"/>
          <p:nvPr userDrawn="1"/>
        </p:nvSpPr>
        <p:spPr>
          <a:xfrm>
            <a:off x="1095468" y="6356939"/>
            <a:ext cx="1463467" cy="242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12"/>
            <a:r>
              <a:rPr lang="en-US" sz="974" dirty="0">
                <a:solidFill>
                  <a:srgbClr val="1D1D1B"/>
                </a:solidFill>
                <a:latin typeface="Arial" pitchFamily="34" charset="0"/>
                <a:cs typeface="Arial" panose="020B0604020202020204" pitchFamily="34" charset="0"/>
              </a:rPr>
              <a:t>Huawei Confidential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EABEE2EE-BF4D-7A4A-B3C6-9E47668CCD98}"/>
              </a:ext>
            </a:extLst>
          </p:cNvPr>
          <p:cNvSpPr txBox="1"/>
          <p:nvPr userDrawn="1"/>
        </p:nvSpPr>
        <p:spPr>
          <a:xfrm>
            <a:off x="734132" y="6402806"/>
            <a:ext cx="499729" cy="1502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890493">
              <a:defRPr/>
            </a:pPr>
            <a:fld id="{C3837181-38C6-AD4F-B8BA-B444770388BB}" type="slidenum">
              <a:rPr lang="en-US" sz="974">
                <a:solidFill>
                  <a:srgbClr val="1D1D1B"/>
                </a:solidFill>
                <a:latin typeface="Arial" pitchFamily="34" charset="0"/>
                <a:cs typeface="Arial" panose="020B0604020202020204" pitchFamily="34" charset="0"/>
              </a:rPr>
              <a:pPr defTabSz="890493">
                <a:defRPr/>
              </a:pPr>
              <a:t>‹Nº›</a:t>
            </a:fld>
            <a:endParaRPr lang="en-US" sz="974" dirty="0">
              <a:solidFill>
                <a:srgbClr val="1D1D1B"/>
              </a:solidFill>
              <a:latin typeface="Arial" pitchFamily="34" charset="0"/>
              <a:cs typeface="Arial" panose="020B0604020202020204" pitchFamily="34" charset="0"/>
            </a:endParaRPr>
          </a:p>
        </p:txBody>
      </p:sp>
      <p:pic>
        <p:nvPicPr>
          <p:cNvPr id="41" name="图片 40"/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6000" y="6319872"/>
            <a:ext cx="1269075" cy="271153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="" xmlns:a16="http://schemas.microsoft.com/office/drawing/2014/main" id="{0A0C55E6-3313-FA31-2320-A2DD4F3C584A}"/>
              </a:ext>
            </a:extLst>
          </p:cNvPr>
          <p:cNvSpPr txBox="1"/>
          <p:nvPr userDrawn="1">
            <p:extLst>
              <p:ext uri="{1162E1C5-73C7-4A58-AE30-91384D911F3F}">
                <p184:classification xmlns="" xmlns:p184="http://schemas.microsoft.com/office/powerpoint/2018/4/main" val="hdr"/>
              </p:ext>
            </p:extLst>
          </p:nvPr>
        </p:nvSpPr>
        <p:spPr>
          <a:xfrm>
            <a:off x="11083925" y="0"/>
            <a:ext cx="11414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s-AR" sz="10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Documento: Personal</a:t>
            </a:r>
          </a:p>
        </p:txBody>
      </p:sp>
    </p:spTree>
    <p:extLst>
      <p:ext uri="{BB962C8B-B14F-4D97-AF65-F5344CB8AC3E}">
        <p14:creationId xmlns:p14="http://schemas.microsoft.com/office/powerpoint/2010/main" val="35880091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19" r:id="rId1"/>
    <p:sldLayoutId id="2147484121" r:id="rId2"/>
    <p:sldLayoutId id="2147484122" r:id="rId3"/>
    <p:sldLayoutId id="2147484123" r:id="rId4"/>
    <p:sldLayoutId id="2147484124" r:id="rId5"/>
    <p:sldLayoutId id="2147484125" r:id="rId6"/>
  </p:sldLayoutIdLst>
  <p:hf hdr="0" ftr="0" dt="0"/>
  <p:txStyles>
    <p:titleStyle>
      <a:lvl1pPr algn="l" defTabSz="1187323" rtl="0" eaLnBrk="1" latinLnBrk="0" hangingPunct="1">
        <a:lnSpc>
          <a:spcPct val="90000"/>
        </a:lnSpc>
        <a:spcBef>
          <a:spcPct val="0"/>
        </a:spcBef>
        <a:buNone/>
        <a:defRPr sz="5714" kern="1200">
          <a:solidFill>
            <a:schemeClr val="tx1"/>
          </a:solidFill>
          <a:latin typeface="Arial"/>
          <a:ea typeface="+mj-ea"/>
          <a:cs typeface="+mj-cs"/>
        </a:defRPr>
      </a:lvl1pPr>
    </p:titleStyle>
    <p:bodyStyle>
      <a:lvl1pPr marL="296831" indent="-296831" algn="l" defTabSz="1187323" rtl="0" eaLnBrk="1" latinLnBrk="0" hangingPunct="1">
        <a:lnSpc>
          <a:spcPct val="90000"/>
        </a:lnSpc>
        <a:spcBef>
          <a:spcPts val="1298"/>
        </a:spcBef>
        <a:buFont typeface="Arial" panose="020B0604020202020204" pitchFamily="34" charset="0"/>
        <a:buChar char="•"/>
        <a:defRPr sz="3635" kern="1200">
          <a:solidFill>
            <a:schemeClr val="tx1"/>
          </a:solidFill>
          <a:latin typeface="Arial"/>
          <a:ea typeface="+mn-ea"/>
          <a:cs typeface="+mn-cs"/>
        </a:defRPr>
      </a:lvl1pPr>
      <a:lvl2pPr marL="890493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7" kern="1200">
          <a:solidFill>
            <a:schemeClr val="tx1"/>
          </a:solidFill>
          <a:latin typeface="Arial"/>
          <a:ea typeface="+mn-ea"/>
          <a:cs typeface="+mn-cs"/>
        </a:defRPr>
      </a:lvl2pPr>
      <a:lvl3pPr marL="1484154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7" kern="1200">
          <a:solidFill>
            <a:schemeClr val="tx1"/>
          </a:solidFill>
          <a:latin typeface="Arial"/>
          <a:ea typeface="+mn-ea"/>
          <a:cs typeface="+mn-cs"/>
        </a:defRPr>
      </a:lvl3pPr>
      <a:lvl4pPr marL="2077817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Arial"/>
          <a:ea typeface="+mn-ea"/>
          <a:cs typeface="+mn-cs"/>
        </a:defRPr>
      </a:lvl4pPr>
      <a:lvl5pPr marL="2671478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Arial"/>
          <a:ea typeface="+mn-ea"/>
          <a:cs typeface="+mn-cs"/>
        </a:defRPr>
      </a:lvl5pPr>
      <a:lvl6pPr marL="3265140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Arial"/>
          <a:ea typeface="+mn-ea"/>
          <a:cs typeface="+mn-cs"/>
        </a:defRPr>
      </a:lvl6pPr>
      <a:lvl7pPr marL="3858802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Arial"/>
          <a:ea typeface="+mn-ea"/>
          <a:cs typeface="+mn-cs"/>
        </a:defRPr>
      </a:lvl7pPr>
      <a:lvl8pPr marL="4452463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Arial"/>
          <a:ea typeface="+mn-ea"/>
          <a:cs typeface="+mn-cs"/>
        </a:defRPr>
      </a:lvl8pPr>
      <a:lvl9pPr marL="5046125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Arial"/>
          <a:ea typeface="+mn-ea"/>
          <a:cs typeface="+mn-cs"/>
        </a:defRPr>
      </a:lvl9pPr>
    </p:bodyStyle>
    <p:otherStyle>
      <a:defPPr>
        <a:defRPr lang="en-US"/>
      </a:defPPr>
      <a:lvl1pPr marL="0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1pPr>
      <a:lvl2pPr marL="593662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2pPr>
      <a:lvl3pPr marL="1187323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3pPr>
      <a:lvl4pPr marL="1780986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4pPr>
      <a:lvl5pPr marL="2374648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5pPr>
      <a:lvl6pPr marL="2968309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6pPr>
      <a:lvl7pPr marL="3561971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7pPr>
      <a:lvl8pPr marL="4155634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8pPr>
      <a:lvl9pPr marL="4749295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9pPr>
    </p:otherStyle>
  </p:txStyles>
  <p:extLst>
    <p:ext uri="{27BBF7A9-308A-43DC-89C8-2F10F3537804}">
      <p15:sldGuideLst xmlns="" xmlns:p15="http://schemas.microsoft.com/office/powerpoint/2012/main">
        <p15:guide id="1" orient="horz" pos="2161">
          <p15:clr>
            <a:srgbClr val="F26B43"/>
          </p15:clr>
        </p15:guide>
        <p15:guide id="2" pos="3842">
          <p15:clr>
            <a:srgbClr val="F26B43"/>
          </p15:clr>
        </p15:guide>
        <p15:guide id="3" pos="458">
          <p15:clr>
            <a:srgbClr val="F26B43"/>
          </p15:clr>
        </p15:guide>
        <p15:guide id="4" pos="7225">
          <p15:clr>
            <a:srgbClr val="F26B43"/>
          </p15:clr>
        </p15:guide>
        <p15:guide id="5" orient="horz" pos="4100">
          <p15:clr>
            <a:srgbClr val="F26B43"/>
          </p15:clr>
        </p15:guide>
      </p15:sldGuideLst>
    </p:ext>
  </p:extLst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6785A3D6-1271-D247-9E96-1B376F4BE7BE}"/>
              </a:ext>
            </a:extLst>
          </p:cNvPr>
          <p:cNvSpPr txBox="1"/>
          <p:nvPr userDrawn="1"/>
        </p:nvSpPr>
        <p:spPr>
          <a:xfrm>
            <a:off x="1095468" y="6356939"/>
            <a:ext cx="1463467" cy="242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12"/>
            <a:r>
              <a:rPr lang="en-US" sz="974" dirty="0">
                <a:solidFill>
                  <a:srgbClr val="1D1D1B"/>
                </a:solidFill>
                <a:cs typeface="Arial" panose="020B0604020202020204" pitchFamily="34" charset="0"/>
              </a:rPr>
              <a:t>Huawei Confidential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EABEE2EE-BF4D-7A4A-B3C6-9E47668CCD98}"/>
              </a:ext>
            </a:extLst>
          </p:cNvPr>
          <p:cNvSpPr txBox="1"/>
          <p:nvPr userDrawn="1"/>
        </p:nvSpPr>
        <p:spPr>
          <a:xfrm>
            <a:off x="734132" y="6402806"/>
            <a:ext cx="499729" cy="1502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890493">
              <a:defRPr/>
            </a:pPr>
            <a:fld id="{C3837181-38C6-AD4F-B8BA-B444770388BB}" type="slidenum">
              <a:rPr lang="en-US" sz="974">
                <a:solidFill>
                  <a:srgbClr val="1D1D1B"/>
                </a:solidFill>
                <a:cs typeface="Arial" panose="020B0604020202020204" pitchFamily="34" charset="0"/>
              </a:rPr>
              <a:pPr defTabSz="890493">
                <a:defRPr/>
              </a:pPr>
              <a:t>‹Nº›</a:t>
            </a:fld>
            <a:endParaRPr lang="en-US" sz="974" dirty="0">
              <a:solidFill>
                <a:srgbClr val="1D1D1B"/>
              </a:solidFill>
              <a:cs typeface="Arial" panose="020B0604020202020204" pitchFamily="34" charset="0"/>
            </a:endParaRPr>
          </a:p>
        </p:txBody>
      </p:sp>
      <p:pic>
        <p:nvPicPr>
          <p:cNvPr id="41" name="图片 40"/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6000" y="6319872"/>
            <a:ext cx="1269075" cy="271153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="" xmlns:a16="http://schemas.microsoft.com/office/drawing/2014/main" id="{597EC1B1-FDCB-834E-2E55-A48F86F588A9}"/>
              </a:ext>
            </a:extLst>
          </p:cNvPr>
          <p:cNvSpPr txBox="1"/>
          <p:nvPr userDrawn="1">
            <p:extLst>
              <p:ext uri="{1162E1C5-73C7-4A58-AE30-91384D911F3F}">
                <p184:classification xmlns="" xmlns:p184="http://schemas.microsoft.com/office/powerpoint/2018/4/main" val="hdr"/>
              </p:ext>
            </p:extLst>
          </p:nvPr>
        </p:nvSpPr>
        <p:spPr>
          <a:xfrm>
            <a:off x="11083925" y="0"/>
            <a:ext cx="11414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s-AR" sz="10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Documento: Personal</a:t>
            </a:r>
          </a:p>
        </p:txBody>
      </p:sp>
    </p:spTree>
    <p:extLst>
      <p:ext uri="{BB962C8B-B14F-4D97-AF65-F5344CB8AC3E}">
        <p14:creationId xmlns:p14="http://schemas.microsoft.com/office/powerpoint/2010/main" val="914171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27" r:id="rId1"/>
    <p:sldLayoutId id="2147484129" r:id="rId2"/>
    <p:sldLayoutId id="2147484130" r:id="rId3"/>
    <p:sldLayoutId id="2147484131" r:id="rId4"/>
    <p:sldLayoutId id="2147484132" r:id="rId5"/>
    <p:sldLayoutId id="2147484133" r:id="rId6"/>
  </p:sldLayoutIdLst>
  <p:hf hdr="0" ftr="0" dt="0"/>
  <p:txStyles>
    <p:titleStyle>
      <a:lvl1pPr algn="l" defTabSz="1187323" rtl="0" eaLnBrk="1" latinLnBrk="0" hangingPunct="1">
        <a:lnSpc>
          <a:spcPct val="90000"/>
        </a:lnSpc>
        <a:spcBef>
          <a:spcPct val="0"/>
        </a:spcBef>
        <a:buNone/>
        <a:defRPr sz="5714" kern="1200">
          <a:solidFill>
            <a:schemeClr val="tx1"/>
          </a:solidFill>
          <a:latin typeface="Arial"/>
          <a:ea typeface="+mj-ea"/>
          <a:cs typeface="+mj-cs"/>
        </a:defRPr>
      </a:lvl1pPr>
    </p:titleStyle>
    <p:bodyStyle>
      <a:lvl1pPr marL="296831" indent="-296831" algn="l" defTabSz="1187323" rtl="0" eaLnBrk="1" latinLnBrk="0" hangingPunct="1">
        <a:lnSpc>
          <a:spcPct val="90000"/>
        </a:lnSpc>
        <a:spcBef>
          <a:spcPts val="1298"/>
        </a:spcBef>
        <a:buFont typeface="Arial" panose="020B0604020202020204" pitchFamily="34" charset="0"/>
        <a:buChar char="•"/>
        <a:defRPr sz="3635" kern="1200">
          <a:solidFill>
            <a:schemeClr val="tx1"/>
          </a:solidFill>
          <a:latin typeface="Arial"/>
          <a:ea typeface="+mn-ea"/>
          <a:cs typeface="+mn-cs"/>
        </a:defRPr>
      </a:lvl1pPr>
      <a:lvl2pPr marL="890493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7" kern="1200">
          <a:solidFill>
            <a:schemeClr val="tx1"/>
          </a:solidFill>
          <a:latin typeface="Arial"/>
          <a:ea typeface="+mn-ea"/>
          <a:cs typeface="+mn-cs"/>
        </a:defRPr>
      </a:lvl2pPr>
      <a:lvl3pPr marL="1484154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7" kern="1200">
          <a:solidFill>
            <a:schemeClr val="tx1"/>
          </a:solidFill>
          <a:latin typeface="Arial"/>
          <a:ea typeface="+mn-ea"/>
          <a:cs typeface="+mn-cs"/>
        </a:defRPr>
      </a:lvl3pPr>
      <a:lvl4pPr marL="2077817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Arial"/>
          <a:ea typeface="+mn-ea"/>
          <a:cs typeface="+mn-cs"/>
        </a:defRPr>
      </a:lvl4pPr>
      <a:lvl5pPr marL="2671478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Arial"/>
          <a:ea typeface="+mn-ea"/>
          <a:cs typeface="+mn-cs"/>
        </a:defRPr>
      </a:lvl5pPr>
      <a:lvl6pPr marL="3265140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Arial"/>
          <a:ea typeface="+mn-ea"/>
          <a:cs typeface="+mn-cs"/>
        </a:defRPr>
      </a:lvl6pPr>
      <a:lvl7pPr marL="3858802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Arial"/>
          <a:ea typeface="+mn-ea"/>
          <a:cs typeface="+mn-cs"/>
        </a:defRPr>
      </a:lvl7pPr>
      <a:lvl8pPr marL="4452463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Arial"/>
          <a:ea typeface="+mn-ea"/>
          <a:cs typeface="+mn-cs"/>
        </a:defRPr>
      </a:lvl8pPr>
      <a:lvl9pPr marL="5046125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Arial"/>
          <a:ea typeface="+mn-ea"/>
          <a:cs typeface="+mn-cs"/>
        </a:defRPr>
      </a:lvl9pPr>
    </p:bodyStyle>
    <p:otherStyle>
      <a:defPPr>
        <a:defRPr lang="en-US"/>
      </a:defPPr>
      <a:lvl1pPr marL="0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1pPr>
      <a:lvl2pPr marL="593662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2pPr>
      <a:lvl3pPr marL="1187323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3pPr>
      <a:lvl4pPr marL="1780986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4pPr>
      <a:lvl5pPr marL="2374648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5pPr>
      <a:lvl6pPr marL="2968309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6pPr>
      <a:lvl7pPr marL="3561971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7pPr>
      <a:lvl8pPr marL="4155634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8pPr>
      <a:lvl9pPr marL="4749295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9pPr>
    </p:otherStyle>
  </p:txStyles>
  <p:extLst>
    <p:ext uri="{27BBF7A9-308A-43DC-89C8-2F10F3537804}">
      <p15:sldGuideLst xmlns="" xmlns:p15="http://schemas.microsoft.com/office/powerpoint/2012/main">
        <p15:guide id="1" orient="horz" pos="2161">
          <p15:clr>
            <a:srgbClr val="F26B43"/>
          </p15:clr>
        </p15:guide>
        <p15:guide id="2" pos="3842">
          <p15:clr>
            <a:srgbClr val="F26B43"/>
          </p15:clr>
        </p15:guide>
        <p15:guide id="3" pos="458">
          <p15:clr>
            <a:srgbClr val="F26B43"/>
          </p15:clr>
        </p15:guide>
        <p15:guide id="4" pos="7225">
          <p15:clr>
            <a:srgbClr val="F26B43"/>
          </p15:clr>
        </p15:guide>
        <p15:guide id="5" orient="horz" pos="4100">
          <p15:clr>
            <a:srgbClr val="F26B43"/>
          </p15:clr>
        </p15:guide>
      </p15:sldGuideLst>
    </p:ext>
  </p:extLst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6785A3D6-1271-D247-9E96-1B376F4BE7BE}"/>
              </a:ext>
            </a:extLst>
          </p:cNvPr>
          <p:cNvSpPr txBox="1"/>
          <p:nvPr userDrawn="1"/>
        </p:nvSpPr>
        <p:spPr>
          <a:xfrm>
            <a:off x="1095468" y="6356939"/>
            <a:ext cx="1463467" cy="242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12"/>
            <a:r>
              <a:rPr lang="en-US" sz="974" dirty="0">
                <a:solidFill>
                  <a:srgbClr val="1D1D1B"/>
                </a:solidFill>
                <a:latin typeface="Arial" pitchFamily="34" charset="0"/>
                <a:cs typeface="Arial" panose="020B0604020202020204" pitchFamily="34" charset="0"/>
              </a:rPr>
              <a:t>Huawei Confidential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EABEE2EE-BF4D-7A4A-B3C6-9E47668CCD98}"/>
              </a:ext>
            </a:extLst>
          </p:cNvPr>
          <p:cNvSpPr txBox="1"/>
          <p:nvPr userDrawn="1"/>
        </p:nvSpPr>
        <p:spPr>
          <a:xfrm>
            <a:off x="734132" y="6402806"/>
            <a:ext cx="499729" cy="1502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890493">
              <a:defRPr/>
            </a:pPr>
            <a:fld id="{C3837181-38C6-AD4F-B8BA-B444770388BB}" type="slidenum">
              <a:rPr lang="en-US" sz="974">
                <a:solidFill>
                  <a:srgbClr val="1D1D1B"/>
                </a:solidFill>
                <a:latin typeface="Arial" pitchFamily="34" charset="0"/>
                <a:cs typeface="Arial" panose="020B0604020202020204" pitchFamily="34" charset="0"/>
              </a:rPr>
              <a:pPr defTabSz="890493">
                <a:defRPr/>
              </a:pPr>
              <a:t>‹Nº›</a:t>
            </a:fld>
            <a:endParaRPr lang="en-US" sz="974" dirty="0">
              <a:solidFill>
                <a:srgbClr val="1D1D1B"/>
              </a:solidFill>
              <a:latin typeface="Arial" pitchFamily="34" charset="0"/>
              <a:cs typeface="Arial" panose="020B0604020202020204" pitchFamily="34" charset="0"/>
            </a:endParaRPr>
          </a:p>
        </p:txBody>
      </p:sp>
      <p:pic>
        <p:nvPicPr>
          <p:cNvPr id="41" name="图片 40"/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6000" y="6319872"/>
            <a:ext cx="1269075" cy="271153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="" xmlns:a16="http://schemas.microsoft.com/office/drawing/2014/main" id="{0AC8CDBD-299E-E679-88F1-3C7981342532}"/>
              </a:ext>
            </a:extLst>
          </p:cNvPr>
          <p:cNvSpPr txBox="1"/>
          <p:nvPr userDrawn="1">
            <p:extLst>
              <p:ext uri="{1162E1C5-73C7-4A58-AE30-91384D911F3F}">
                <p184:classification xmlns="" xmlns:p184="http://schemas.microsoft.com/office/powerpoint/2018/4/main" val="hdr"/>
              </p:ext>
            </p:extLst>
          </p:nvPr>
        </p:nvSpPr>
        <p:spPr>
          <a:xfrm>
            <a:off x="11083925" y="0"/>
            <a:ext cx="11414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s-AR" sz="10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Documento: Personal</a:t>
            </a:r>
          </a:p>
        </p:txBody>
      </p:sp>
    </p:spTree>
    <p:extLst>
      <p:ext uri="{BB962C8B-B14F-4D97-AF65-F5344CB8AC3E}">
        <p14:creationId xmlns:p14="http://schemas.microsoft.com/office/powerpoint/2010/main" val="3366447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35" r:id="rId1"/>
    <p:sldLayoutId id="2147484137" r:id="rId2"/>
    <p:sldLayoutId id="2147484138" r:id="rId3"/>
    <p:sldLayoutId id="2147484139" r:id="rId4"/>
    <p:sldLayoutId id="2147484140" r:id="rId5"/>
    <p:sldLayoutId id="2147484141" r:id="rId6"/>
  </p:sldLayoutIdLst>
  <p:hf hdr="0" ftr="0" dt="0"/>
  <p:txStyles>
    <p:titleStyle>
      <a:lvl1pPr algn="l" defTabSz="1187323" rtl="0" eaLnBrk="1" latinLnBrk="0" hangingPunct="1">
        <a:lnSpc>
          <a:spcPct val="90000"/>
        </a:lnSpc>
        <a:spcBef>
          <a:spcPct val="0"/>
        </a:spcBef>
        <a:buNone/>
        <a:defRPr sz="5714" kern="1200">
          <a:solidFill>
            <a:schemeClr val="tx1"/>
          </a:solidFill>
          <a:latin typeface="Arial"/>
          <a:ea typeface="+mj-ea"/>
          <a:cs typeface="+mj-cs"/>
        </a:defRPr>
      </a:lvl1pPr>
    </p:titleStyle>
    <p:bodyStyle>
      <a:lvl1pPr marL="296831" indent="-296831" algn="l" defTabSz="1187323" rtl="0" eaLnBrk="1" latinLnBrk="0" hangingPunct="1">
        <a:lnSpc>
          <a:spcPct val="90000"/>
        </a:lnSpc>
        <a:spcBef>
          <a:spcPts val="1298"/>
        </a:spcBef>
        <a:buFont typeface="Arial" panose="020B0604020202020204" pitchFamily="34" charset="0"/>
        <a:buChar char="•"/>
        <a:defRPr sz="3635" kern="1200">
          <a:solidFill>
            <a:schemeClr val="tx1"/>
          </a:solidFill>
          <a:latin typeface="Arial"/>
          <a:ea typeface="+mn-ea"/>
          <a:cs typeface="+mn-cs"/>
        </a:defRPr>
      </a:lvl1pPr>
      <a:lvl2pPr marL="890493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7" kern="1200">
          <a:solidFill>
            <a:schemeClr val="tx1"/>
          </a:solidFill>
          <a:latin typeface="Arial"/>
          <a:ea typeface="+mn-ea"/>
          <a:cs typeface="+mn-cs"/>
        </a:defRPr>
      </a:lvl2pPr>
      <a:lvl3pPr marL="1484154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7" kern="1200">
          <a:solidFill>
            <a:schemeClr val="tx1"/>
          </a:solidFill>
          <a:latin typeface="Arial"/>
          <a:ea typeface="+mn-ea"/>
          <a:cs typeface="+mn-cs"/>
        </a:defRPr>
      </a:lvl3pPr>
      <a:lvl4pPr marL="2077817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Arial"/>
          <a:ea typeface="+mn-ea"/>
          <a:cs typeface="+mn-cs"/>
        </a:defRPr>
      </a:lvl4pPr>
      <a:lvl5pPr marL="2671478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Arial"/>
          <a:ea typeface="+mn-ea"/>
          <a:cs typeface="+mn-cs"/>
        </a:defRPr>
      </a:lvl5pPr>
      <a:lvl6pPr marL="3265140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Arial"/>
          <a:ea typeface="+mn-ea"/>
          <a:cs typeface="+mn-cs"/>
        </a:defRPr>
      </a:lvl6pPr>
      <a:lvl7pPr marL="3858802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Arial"/>
          <a:ea typeface="+mn-ea"/>
          <a:cs typeface="+mn-cs"/>
        </a:defRPr>
      </a:lvl7pPr>
      <a:lvl8pPr marL="4452463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Arial"/>
          <a:ea typeface="+mn-ea"/>
          <a:cs typeface="+mn-cs"/>
        </a:defRPr>
      </a:lvl8pPr>
      <a:lvl9pPr marL="5046125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Arial"/>
          <a:ea typeface="+mn-ea"/>
          <a:cs typeface="+mn-cs"/>
        </a:defRPr>
      </a:lvl9pPr>
    </p:bodyStyle>
    <p:otherStyle>
      <a:defPPr>
        <a:defRPr lang="en-US"/>
      </a:defPPr>
      <a:lvl1pPr marL="0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1pPr>
      <a:lvl2pPr marL="593662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2pPr>
      <a:lvl3pPr marL="1187323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3pPr>
      <a:lvl4pPr marL="1780986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4pPr>
      <a:lvl5pPr marL="2374648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5pPr>
      <a:lvl6pPr marL="2968309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6pPr>
      <a:lvl7pPr marL="3561971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7pPr>
      <a:lvl8pPr marL="4155634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8pPr>
      <a:lvl9pPr marL="4749295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9pPr>
    </p:otherStyle>
  </p:txStyles>
  <p:extLst>
    <p:ext uri="{27BBF7A9-308A-43DC-89C8-2F10F3537804}">
      <p15:sldGuideLst xmlns="" xmlns:p15="http://schemas.microsoft.com/office/powerpoint/2012/main">
        <p15:guide id="1" orient="horz" pos="2161">
          <p15:clr>
            <a:srgbClr val="F26B43"/>
          </p15:clr>
        </p15:guide>
        <p15:guide id="2" pos="3842">
          <p15:clr>
            <a:srgbClr val="F26B43"/>
          </p15:clr>
        </p15:guide>
        <p15:guide id="3" pos="458">
          <p15:clr>
            <a:srgbClr val="F26B43"/>
          </p15:clr>
        </p15:guide>
        <p15:guide id="4" pos="7225">
          <p15:clr>
            <a:srgbClr val="F26B43"/>
          </p15:clr>
        </p15:guide>
        <p15:guide id="5" orient="horz" pos="4100">
          <p15:clr>
            <a:srgbClr val="F26B43"/>
          </p15:clr>
        </p15:guide>
      </p15:sldGuideLst>
    </p:ext>
  </p:extLst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6785A3D6-1271-D247-9E96-1B376F4BE7BE}"/>
              </a:ext>
            </a:extLst>
          </p:cNvPr>
          <p:cNvSpPr txBox="1"/>
          <p:nvPr userDrawn="1"/>
        </p:nvSpPr>
        <p:spPr>
          <a:xfrm>
            <a:off x="1095467" y="6356939"/>
            <a:ext cx="1463467" cy="242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74" dirty="0">
                <a:solidFill>
                  <a:srgbClr val="1D1D1B"/>
                </a:solidFill>
                <a:latin typeface="Arial" pitchFamily="34" charset="0"/>
                <a:cs typeface="Arial" panose="020B0604020202020204" pitchFamily="34" charset="0"/>
              </a:rPr>
              <a:t>Huawei Confidential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EABEE2EE-BF4D-7A4A-B3C6-9E47668CCD98}"/>
              </a:ext>
            </a:extLst>
          </p:cNvPr>
          <p:cNvSpPr txBox="1"/>
          <p:nvPr userDrawn="1"/>
        </p:nvSpPr>
        <p:spPr>
          <a:xfrm>
            <a:off x="734131" y="6402806"/>
            <a:ext cx="499729" cy="1502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890849">
              <a:defRPr/>
            </a:pPr>
            <a:fld id="{C3837181-38C6-AD4F-B8BA-B444770388BB}" type="slidenum">
              <a:rPr lang="en-US" sz="974" smtClean="0">
                <a:solidFill>
                  <a:srgbClr val="1D1D1B"/>
                </a:solidFill>
                <a:latin typeface="Arial" pitchFamily="34" charset="0"/>
                <a:cs typeface="Arial" panose="020B0604020202020204" pitchFamily="34" charset="0"/>
              </a:rPr>
              <a:pPr defTabSz="890849">
                <a:defRPr/>
              </a:pPr>
              <a:t>‹Nº›</a:t>
            </a:fld>
            <a:endParaRPr lang="en-US" sz="974" dirty="0">
              <a:solidFill>
                <a:srgbClr val="1D1D1B"/>
              </a:solidFill>
              <a:latin typeface="Arial" pitchFamily="34" charset="0"/>
              <a:cs typeface="Arial" panose="020B0604020202020204" pitchFamily="34" charset="0"/>
            </a:endParaRPr>
          </a:p>
        </p:txBody>
      </p:sp>
      <p:pic>
        <p:nvPicPr>
          <p:cNvPr id="41" name="图片 4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5999" y="6319870"/>
            <a:ext cx="1269075" cy="271153"/>
          </a:xfrm>
          <a:prstGeom prst="rect">
            <a:avLst/>
          </a:prstGeom>
        </p:spPr>
      </p:pic>
      <p:grpSp>
        <p:nvGrpSpPr>
          <p:cNvPr id="25" name="组合 24"/>
          <p:cNvGrpSpPr/>
          <p:nvPr userDrawn="1"/>
        </p:nvGrpSpPr>
        <p:grpSpPr>
          <a:xfrm>
            <a:off x="12216278" y="2931937"/>
            <a:ext cx="1982916" cy="3934682"/>
            <a:chOff x="12216278" y="2262477"/>
            <a:chExt cx="1982916" cy="4604143"/>
          </a:xfrm>
        </p:grpSpPr>
        <p:grpSp>
          <p:nvGrpSpPr>
            <p:cNvPr id="26" name="组合 25"/>
            <p:cNvGrpSpPr/>
            <p:nvPr userDrawn="1"/>
          </p:nvGrpSpPr>
          <p:grpSpPr>
            <a:xfrm>
              <a:off x="12315635" y="2262477"/>
              <a:ext cx="1883559" cy="692624"/>
              <a:chOff x="12315635" y="2207613"/>
              <a:chExt cx="1883559" cy="692624"/>
            </a:xfrm>
          </p:grpSpPr>
          <p:sp>
            <p:nvSpPr>
              <p:cNvPr id="44" name="矩形 5">
                <a:extLst>
                  <a:ext uri="{FF2B5EF4-FFF2-40B4-BE49-F238E27FC236}">
                    <a16:creationId xmlns="" xmlns:a16="http://schemas.microsoft.com/office/drawing/2014/main" id="{3B0B5EC2-EA55-CC45-A9D0-D5EA5D768C99}"/>
                  </a:ext>
                </a:extLst>
              </p:cNvPr>
              <p:cNvSpPr/>
              <p:nvPr userDrawn="1"/>
            </p:nvSpPr>
            <p:spPr>
              <a:xfrm>
                <a:off x="12315635" y="2401808"/>
                <a:ext cx="911019" cy="498429"/>
              </a:xfrm>
              <a:prstGeom prst="rect">
                <a:avLst/>
              </a:prstGeom>
              <a:solidFill>
                <a:srgbClr val="C8102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P</a:t>
                </a:r>
                <a:r>
                  <a:rPr kumimoji="1" lang="en-US" altLang="zh-Hant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ANTONE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 186C</a:t>
                </a:r>
              </a:p>
              <a:p>
                <a:pPr algn="ctr"/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RGB 200/16/46</a:t>
                </a:r>
              </a:p>
            </p:txBody>
          </p:sp>
          <p:sp>
            <p:nvSpPr>
              <p:cNvPr id="45" name="矩形 9">
                <a:extLst>
                  <a:ext uri="{FF2B5EF4-FFF2-40B4-BE49-F238E27FC236}">
                    <a16:creationId xmlns="" xmlns:a16="http://schemas.microsoft.com/office/drawing/2014/main" id="{992224C5-04A6-C041-B257-13137945DBB8}"/>
                  </a:ext>
                </a:extLst>
              </p:cNvPr>
              <p:cNvSpPr/>
              <p:nvPr userDrawn="1"/>
            </p:nvSpPr>
            <p:spPr>
              <a:xfrm>
                <a:off x="13288175" y="2401808"/>
                <a:ext cx="911019" cy="498429"/>
              </a:xfrm>
              <a:prstGeom prst="rect">
                <a:avLst/>
              </a:prstGeom>
              <a:solidFill>
                <a:srgbClr val="C7000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P</a:t>
                </a:r>
                <a:r>
                  <a:rPr kumimoji="1" lang="en-US" altLang="zh-Hant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ANTONE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 185C</a:t>
                </a:r>
              </a:p>
              <a:p>
                <a:pPr algn="ctr"/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RGB 199/0/11</a:t>
                </a:r>
              </a:p>
            </p:txBody>
          </p:sp>
          <p:sp>
            <p:nvSpPr>
              <p:cNvPr id="46" name="文本框 31">
                <a:extLst>
                  <a:ext uri="{FF2B5EF4-FFF2-40B4-BE49-F238E27FC236}">
                    <a16:creationId xmlns="" xmlns:a16="http://schemas.microsoft.com/office/drawing/2014/main" id="{58918196-0639-EE4B-AFC2-315BE04587B9}"/>
                  </a:ext>
                </a:extLst>
              </p:cNvPr>
              <p:cNvSpPr txBox="1"/>
              <p:nvPr userDrawn="1"/>
            </p:nvSpPr>
            <p:spPr>
              <a:xfrm>
                <a:off x="12326898" y="2207613"/>
                <a:ext cx="384721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:r>
                  <a:rPr kumimoji="1" lang="zh-CN" altLang="en-US" sz="1000" dirty="0">
                    <a:solidFill>
                      <a:srgbClr val="1D1D1A"/>
                    </a:solidFill>
                    <a:latin typeface="Arial" pitchFamily="34" charset="-122"/>
                    <a:ea typeface="Microsoft YaHei" panose="020B0503020204020204" pitchFamily="34" charset="-122"/>
                  </a:rPr>
                  <a:t>品牌色</a:t>
                </a:r>
              </a:p>
            </p:txBody>
          </p:sp>
        </p:grpSp>
        <p:grpSp>
          <p:nvGrpSpPr>
            <p:cNvPr id="27" name="组合 26"/>
            <p:cNvGrpSpPr/>
            <p:nvPr userDrawn="1"/>
          </p:nvGrpSpPr>
          <p:grpSpPr>
            <a:xfrm>
              <a:off x="12216278" y="3080825"/>
              <a:ext cx="1982912" cy="3785795"/>
              <a:chOff x="12216278" y="3080825"/>
              <a:chExt cx="1982912" cy="3785795"/>
            </a:xfrm>
          </p:grpSpPr>
          <p:sp>
            <p:nvSpPr>
              <p:cNvPr id="28" name="矩形 12">
                <a:extLst>
                  <a:ext uri="{FF2B5EF4-FFF2-40B4-BE49-F238E27FC236}">
                    <a16:creationId xmlns="" xmlns:a16="http://schemas.microsoft.com/office/drawing/2014/main" id="{DCA8B73C-0B87-284F-805F-752EBF20B768}"/>
                  </a:ext>
                </a:extLst>
              </p:cNvPr>
              <p:cNvSpPr/>
              <p:nvPr userDrawn="1"/>
            </p:nvSpPr>
            <p:spPr>
              <a:xfrm>
                <a:off x="12315640" y="3785971"/>
                <a:ext cx="885201" cy="462672"/>
              </a:xfrm>
              <a:prstGeom prst="rect">
                <a:avLst/>
              </a:prstGeom>
              <a:solidFill>
                <a:srgbClr val="EA5A4F"/>
              </a:solidFill>
              <a:ln>
                <a:solidFill>
                  <a:srgbClr val="EA5A4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kumimoji="1" lang="mr-IN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 234</a:t>
                </a:r>
                <a:r>
                  <a:rPr kumimoji="1" lang="mr-IN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90/79</a:t>
                </a:r>
                <a:endParaRPr kumimoji="1" lang="mr-IN" altLang="zh-CN" sz="7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29" name="矩形 13">
                <a:extLst>
                  <a:ext uri="{FF2B5EF4-FFF2-40B4-BE49-F238E27FC236}">
                    <a16:creationId xmlns="" xmlns:a16="http://schemas.microsoft.com/office/drawing/2014/main" id="{138A39A8-BB4E-CD4E-9201-F1785C874F92}"/>
                  </a:ext>
                </a:extLst>
              </p:cNvPr>
              <p:cNvSpPr/>
              <p:nvPr userDrawn="1"/>
            </p:nvSpPr>
            <p:spPr>
              <a:xfrm>
                <a:off x="12315640" y="3259312"/>
                <a:ext cx="885201" cy="462672"/>
              </a:xfrm>
              <a:prstGeom prst="rect">
                <a:avLst/>
              </a:prstGeom>
              <a:solidFill>
                <a:srgbClr val="78000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kumimoji="1" lang="mr-IN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 120</a:t>
                </a:r>
                <a:r>
                  <a:rPr kumimoji="1" lang="mr-IN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0/15</a:t>
                </a:r>
                <a:endParaRPr kumimoji="1" lang="mr-IN" altLang="zh-CN" sz="7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0" name="文本框 15">
                <a:extLst>
                  <a:ext uri="{FF2B5EF4-FFF2-40B4-BE49-F238E27FC236}">
                    <a16:creationId xmlns="" xmlns:a16="http://schemas.microsoft.com/office/drawing/2014/main" id="{8F53C07A-1022-C740-8F8D-97538E174D38}"/>
                  </a:ext>
                </a:extLst>
              </p:cNvPr>
              <p:cNvSpPr txBox="1"/>
              <p:nvPr userDrawn="1"/>
            </p:nvSpPr>
            <p:spPr>
              <a:xfrm>
                <a:off x="12216278" y="3080825"/>
                <a:ext cx="569387" cy="153888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b" anchorCtr="0">
                <a:spAutoFit/>
              </a:bodyPr>
              <a:lstStyle/>
              <a:p>
                <a:pPr algn="ctr"/>
                <a:r>
                  <a:rPr kumimoji="1" lang="zh-CN" altLang="en-US" sz="1000" dirty="0">
                    <a:solidFill>
                      <a:srgbClr val="1D1D1A"/>
                    </a:solidFill>
                    <a:latin typeface="Arial" pitchFamily="34" charset="-122"/>
                    <a:ea typeface="Microsoft YaHei" panose="020B0503020204020204" pitchFamily="34" charset="-122"/>
                  </a:rPr>
                  <a:t>辅助色</a:t>
                </a:r>
              </a:p>
            </p:txBody>
          </p:sp>
          <p:sp>
            <p:nvSpPr>
              <p:cNvPr id="31" name="矩形 16">
                <a:extLst>
                  <a:ext uri="{FF2B5EF4-FFF2-40B4-BE49-F238E27FC236}">
                    <a16:creationId xmlns="" xmlns:a16="http://schemas.microsoft.com/office/drawing/2014/main" id="{306A7598-C00D-994F-82DA-B39F3C2E0AAD}"/>
                  </a:ext>
                </a:extLst>
              </p:cNvPr>
              <p:cNvSpPr/>
              <p:nvPr userDrawn="1"/>
            </p:nvSpPr>
            <p:spPr>
              <a:xfrm>
                <a:off x="12315640" y="4836793"/>
                <a:ext cx="885201" cy="462672"/>
              </a:xfrm>
              <a:prstGeom prst="rect">
                <a:avLst/>
              </a:prstGeom>
              <a:solidFill>
                <a:srgbClr val="F8B53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kumimoji="1" lang="mr-IN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 248</a:t>
                </a:r>
                <a:r>
                  <a:rPr kumimoji="1" lang="mr-IN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181/60</a:t>
                </a:r>
                <a:endParaRPr kumimoji="1" lang="mr-IN" altLang="zh-CN" sz="7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2" name="矩形 17">
                <a:extLst>
                  <a:ext uri="{FF2B5EF4-FFF2-40B4-BE49-F238E27FC236}">
                    <a16:creationId xmlns="" xmlns:a16="http://schemas.microsoft.com/office/drawing/2014/main" id="{C1423292-FF2F-A74C-943E-1C3C47534098}"/>
                  </a:ext>
                </a:extLst>
              </p:cNvPr>
              <p:cNvSpPr/>
              <p:nvPr userDrawn="1"/>
            </p:nvSpPr>
            <p:spPr>
              <a:xfrm>
                <a:off x="12315640" y="4319278"/>
                <a:ext cx="885201" cy="462672"/>
              </a:xfrm>
              <a:prstGeom prst="rect">
                <a:avLst/>
              </a:prstGeom>
              <a:solidFill>
                <a:srgbClr val="EB5C0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kumimoji="1" lang="mr-IN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 235</a:t>
                </a:r>
                <a:r>
                  <a:rPr kumimoji="1" lang="mr-IN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92/1</a:t>
                </a:r>
                <a:endParaRPr kumimoji="1" lang="mr-IN" altLang="zh-CN" sz="7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3" name="矩形 18">
                <a:extLst>
                  <a:ext uri="{FF2B5EF4-FFF2-40B4-BE49-F238E27FC236}">
                    <a16:creationId xmlns="" xmlns:a16="http://schemas.microsoft.com/office/drawing/2014/main" id="{2A29AF15-F5C4-A842-A63B-5DBA549CB92F}"/>
                  </a:ext>
                </a:extLst>
              </p:cNvPr>
              <p:cNvSpPr/>
              <p:nvPr userDrawn="1"/>
            </p:nvSpPr>
            <p:spPr>
              <a:xfrm>
                <a:off x="12315636" y="5880294"/>
                <a:ext cx="911019" cy="462672"/>
              </a:xfrm>
              <a:prstGeom prst="rect">
                <a:avLst/>
              </a:prstGeom>
              <a:solidFill>
                <a:srgbClr val="89898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kumimoji="1" lang="mr-IN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 137/137/137</a:t>
                </a:r>
                <a:endParaRPr kumimoji="1" lang="mr-IN" altLang="zh-CN" sz="7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4" name="矩形 19">
                <a:extLst>
                  <a:ext uri="{FF2B5EF4-FFF2-40B4-BE49-F238E27FC236}">
                    <a16:creationId xmlns="" xmlns:a16="http://schemas.microsoft.com/office/drawing/2014/main" id="{E9EA970A-4D36-BC41-B8BE-40DF553320E7}"/>
                  </a:ext>
                </a:extLst>
              </p:cNvPr>
              <p:cNvSpPr/>
              <p:nvPr userDrawn="1"/>
            </p:nvSpPr>
            <p:spPr>
              <a:xfrm>
                <a:off x="12315636" y="5362779"/>
                <a:ext cx="911019" cy="462672"/>
              </a:xfrm>
              <a:prstGeom prst="rect">
                <a:avLst/>
              </a:prstGeom>
              <a:solidFill>
                <a:srgbClr val="23181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kumimoji="1" lang="mr-IN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 35/24/21</a:t>
                </a:r>
                <a:endParaRPr kumimoji="1" lang="mr-IN" altLang="zh-CN" sz="7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5" name="矩形 22">
                <a:extLst>
                  <a:ext uri="{FF2B5EF4-FFF2-40B4-BE49-F238E27FC236}">
                    <a16:creationId xmlns="" xmlns:a16="http://schemas.microsoft.com/office/drawing/2014/main" id="{14EE21FB-1D92-0241-ABA5-5E9A6AEE0DC8}"/>
                  </a:ext>
                </a:extLst>
              </p:cNvPr>
              <p:cNvSpPr/>
              <p:nvPr userDrawn="1"/>
            </p:nvSpPr>
            <p:spPr>
              <a:xfrm>
                <a:off x="12315636" y="6403948"/>
                <a:ext cx="911019" cy="462672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kumimoji="1" lang="mr-IN" altLang="zh-CN" sz="700" b="1" dirty="0">
                    <a:solidFill>
                      <a:srgbClr val="666666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666666"/>
                    </a:solidFill>
                    <a:latin typeface="Arial" charset="0"/>
                    <a:ea typeface="Arial" charset="0"/>
                    <a:cs typeface="Arial" charset="0"/>
                  </a:rPr>
                  <a:t> 221</a:t>
                </a:r>
                <a:r>
                  <a:rPr kumimoji="1" lang="mr-IN" altLang="zh-CN" sz="700" b="1" dirty="0">
                    <a:solidFill>
                      <a:srgbClr val="666666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666666"/>
                    </a:solidFill>
                    <a:latin typeface="Arial" charset="0"/>
                    <a:ea typeface="Arial" charset="0"/>
                    <a:cs typeface="Arial" charset="0"/>
                  </a:rPr>
                  <a:t>221/221</a:t>
                </a:r>
                <a:endParaRPr kumimoji="1" lang="mr-IN" altLang="zh-CN" sz="700" b="1" dirty="0">
                  <a:solidFill>
                    <a:srgbClr val="666666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6" name="矩形 12">
                <a:extLst>
                  <a:ext uri="{FF2B5EF4-FFF2-40B4-BE49-F238E27FC236}">
                    <a16:creationId xmlns="" xmlns:a16="http://schemas.microsoft.com/office/drawing/2014/main" id="{883734A3-2645-434A-9DCC-1416B6C687CC}"/>
                  </a:ext>
                </a:extLst>
              </p:cNvPr>
              <p:cNvSpPr/>
              <p:nvPr userDrawn="1"/>
            </p:nvSpPr>
            <p:spPr>
              <a:xfrm>
                <a:off x="13288175" y="3785971"/>
                <a:ext cx="885201" cy="462672"/>
              </a:xfrm>
              <a:prstGeom prst="rect">
                <a:avLst/>
              </a:prstGeom>
              <a:solidFill>
                <a:srgbClr val="E98C8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kumimoji="1" lang="mr-IN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 233</a:t>
                </a:r>
                <a:r>
                  <a:rPr kumimoji="1" lang="mr-IN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140/128</a:t>
                </a:r>
                <a:endParaRPr kumimoji="1" lang="mr-IN" altLang="zh-CN" sz="7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7" name="矩形 13">
                <a:extLst>
                  <a:ext uri="{FF2B5EF4-FFF2-40B4-BE49-F238E27FC236}">
                    <a16:creationId xmlns="" xmlns:a16="http://schemas.microsoft.com/office/drawing/2014/main" id="{1FF13552-FB3D-134A-A80A-6CFB35DFE1A1}"/>
                  </a:ext>
                </a:extLst>
              </p:cNvPr>
              <p:cNvSpPr/>
              <p:nvPr userDrawn="1"/>
            </p:nvSpPr>
            <p:spPr>
              <a:xfrm>
                <a:off x="13288175" y="3259312"/>
                <a:ext cx="885201" cy="462672"/>
              </a:xfrm>
              <a:prstGeom prst="rect">
                <a:avLst/>
              </a:prstGeom>
              <a:solidFill>
                <a:srgbClr val="A72126"/>
              </a:solidFill>
              <a:ln>
                <a:solidFill>
                  <a:srgbClr val="9F000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kumimoji="1" lang="mr-IN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 159</a:t>
                </a:r>
                <a:r>
                  <a:rPr kumimoji="1" lang="mr-IN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0/1</a:t>
                </a:r>
                <a:endParaRPr kumimoji="1" lang="mr-IN" altLang="zh-CN" sz="7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8" name="矩形 16">
                <a:extLst>
                  <a:ext uri="{FF2B5EF4-FFF2-40B4-BE49-F238E27FC236}">
                    <a16:creationId xmlns="" xmlns:a16="http://schemas.microsoft.com/office/drawing/2014/main" id="{0A96471B-CB12-1443-B01F-C14C9112C149}"/>
                  </a:ext>
                </a:extLst>
              </p:cNvPr>
              <p:cNvSpPr/>
              <p:nvPr userDrawn="1"/>
            </p:nvSpPr>
            <p:spPr>
              <a:xfrm>
                <a:off x="13288175" y="4836793"/>
                <a:ext cx="885201" cy="462672"/>
              </a:xfrm>
              <a:prstGeom prst="rect">
                <a:avLst/>
              </a:prstGeom>
              <a:solidFill>
                <a:srgbClr val="F5DC5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kumimoji="1" lang="mr-IN" altLang="zh-CN" sz="700" b="1" dirty="0">
                    <a:solidFill>
                      <a:srgbClr val="666666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666666"/>
                    </a:solidFill>
                    <a:latin typeface="Arial" charset="0"/>
                    <a:ea typeface="Arial" charset="0"/>
                    <a:cs typeface="Arial" charset="0"/>
                  </a:rPr>
                  <a:t> 245</a:t>
                </a:r>
                <a:r>
                  <a:rPr kumimoji="1" lang="mr-IN" altLang="zh-CN" sz="700" b="1" dirty="0">
                    <a:solidFill>
                      <a:srgbClr val="666666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666666"/>
                    </a:solidFill>
                    <a:latin typeface="Arial" charset="0"/>
                    <a:ea typeface="Arial" charset="0"/>
                    <a:cs typeface="Arial" charset="0"/>
                  </a:rPr>
                  <a:t>220/87</a:t>
                </a:r>
                <a:endParaRPr kumimoji="1" lang="mr-IN" altLang="zh-CN" sz="700" b="1" dirty="0">
                  <a:solidFill>
                    <a:srgbClr val="666666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9" name="矩形 17">
                <a:extLst>
                  <a:ext uri="{FF2B5EF4-FFF2-40B4-BE49-F238E27FC236}">
                    <a16:creationId xmlns="" xmlns:a16="http://schemas.microsoft.com/office/drawing/2014/main" id="{61890D59-CF8B-1449-A836-3A304EC9A907}"/>
                  </a:ext>
                </a:extLst>
              </p:cNvPr>
              <p:cNvSpPr/>
              <p:nvPr userDrawn="1"/>
            </p:nvSpPr>
            <p:spPr>
              <a:xfrm>
                <a:off x="13288175" y="4319278"/>
                <a:ext cx="885201" cy="462672"/>
              </a:xfrm>
              <a:prstGeom prst="rect">
                <a:avLst/>
              </a:prstGeom>
              <a:solidFill>
                <a:srgbClr val="F085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kumimoji="1" lang="mr-IN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 240</a:t>
                </a:r>
                <a:r>
                  <a:rPr kumimoji="1" lang="mr-IN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133/0</a:t>
                </a:r>
                <a:endParaRPr kumimoji="1" lang="mr-IN" altLang="zh-CN" sz="7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40" name="矩形 18">
                <a:extLst>
                  <a:ext uri="{FF2B5EF4-FFF2-40B4-BE49-F238E27FC236}">
                    <a16:creationId xmlns="" xmlns:a16="http://schemas.microsoft.com/office/drawing/2014/main" id="{0466A1E1-E7C7-FD49-9880-9E44BED19FF5}"/>
                  </a:ext>
                </a:extLst>
              </p:cNvPr>
              <p:cNvSpPr/>
              <p:nvPr userDrawn="1"/>
            </p:nvSpPr>
            <p:spPr>
              <a:xfrm>
                <a:off x="13288171" y="5880294"/>
                <a:ext cx="911019" cy="462672"/>
              </a:xfrm>
              <a:prstGeom prst="rect">
                <a:avLst/>
              </a:prstGeom>
              <a:solidFill>
                <a:srgbClr val="B5B5B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kumimoji="1" lang="mr-IN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 181</a:t>
                </a:r>
                <a:r>
                  <a:rPr kumimoji="1" lang="mr-IN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181/181</a:t>
                </a:r>
                <a:endParaRPr kumimoji="1" lang="mr-IN" altLang="zh-CN" sz="7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42" name="矩形 19">
                <a:extLst>
                  <a:ext uri="{FF2B5EF4-FFF2-40B4-BE49-F238E27FC236}">
                    <a16:creationId xmlns="" xmlns:a16="http://schemas.microsoft.com/office/drawing/2014/main" id="{B21AD6AC-1275-0142-A9EA-D77B26CB40EF}"/>
                  </a:ext>
                </a:extLst>
              </p:cNvPr>
              <p:cNvSpPr/>
              <p:nvPr userDrawn="1"/>
            </p:nvSpPr>
            <p:spPr>
              <a:xfrm>
                <a:off x="13288171" y="5362779"/>
                <a:ext cx="911019" cy="462672"/>
              </a:xfrm>
              <a:prstGeom prst="rect">
                <a:avLst/>
              </a:prstGeom>
              <a:solidFill>
                <a:srgbClr val="59575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kumimoji="1" lang="mr-IN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 89</a:t>
                </a:r>
                <a:r>
                  <a:rPr kumimoji="1" lang="mr-IN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87/87</a:t>
                </a:r>
                <a:endParaRPr kumimoji="1" lang="mr-IN" altLang="zh-CN" sz="7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43" name="矩形 22">
                <a:extLst>
                  <a:ext uri="{FF2B5EF4-FFF2-40B4-BE49-F238E27FC236}">
                    <a16:creationId xmlns="" xmlns:a16="http://schemas.microsoft.com/office/drawing/2014/main" id="{238BAC2A-AE09-A84D-875D-8472236D6610}"/>
                  </a:ext>
                </a:extLst>
              </p:cNvPr>
              <p:cNvSpPr/>
              <p:nvPr userDrawn="1"/>
            </p:nvSpPr>
            <p:spPr>
              <a:xfrm>
                <a:off x="13288171" y="6403948"/>
                <a:ext cx="911019" cy="462672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chemeClr val="bg1">
                    <a:lumMod val="10000"/>
                    <a:lumOff val="9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kumimoji="1" lang="mr-IN" altLang="zh-CN" sz="700" b="1" dirty="0">
                    <a:solidFill>
                      <a:srgbClr val="666666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666666"/>
                    </a:solidFill>
                    <a:latin typeface="Arial" charset="0"/>
                    <a:ea typeface="Arial" charset="0"/>
                    <a:cs typeface="Arial" charset="0"/>
                  </a:rPr>
                  <a:t> 255</a:t>
                </a:r>
                <a:r>
                  <a:rPr kumimoji="1" lang="mr-IN" altLang="zh-CN" sz="700" b="1" dirty="0">
                    <a:solidFill>
                      <a:srgbClr val="666666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666666"/>
                    </a:solidFill>
                    <a:latin typeface="Arial" charset="0"/>
                    <a:ea typeface="Arial" charset="0"/>
                    <a:cs typeface="Arial" charset="0"/>
                  </a:rPr>
                  <a:t>255/255</a:t>
                </a:r>
                <a:endParaRPr kumimoji="1" lang="mr-IN" altLang="zh-CN" sz="700" b="1" dirty="0">
                  <a:solidFill>
                    <a:srgbClr val="666666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</p:grpSp>
      </p:grpSp>
      <p:sp>
        <p:nvSpPr>
          <p:cNvPr id="5" name="CuadroTexto 4">
            <a:extLst>
              <a:ext uri="{FF2B5EF4-FFF2-40B4-BE49-F238E27FC236}">
                <a16:creationId xmlns="" xmlns:a16="http://schemas.microsoft.com/office/drawing/2014/main" id="{91A66C4F-1DD9-2A5E-24BD-9CA445AC799F}"/>
              </a:ext>
            </a:extLst>
          </p:cNvPr>
          <p:cNvSpPr txBox="1"/>
          <p:nvPr userDrawn="1">
            <p:extLst>
              <p:ext uri="{1162E1C5-73C7-4A58-AE30-91384D911F3F}">
                <p184:classification xmlns="" xmlns:p184="http://schemas.microsoft.com/office/powerpoint/2018/4/main" val="hdr"/>
              </p:ext>
            </p:extLst>
          </p:nvPr>
        </p:nvSpPr>
        <p:spPr>
          <a:xfrm>
            <a:off x="11083925" y="0"/>
            <a:ext cx="11414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s-AR" sz="10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Documento: Personal</a:t>
            </a:r>
          </a:p>
        </p:txBody>
      </p:sp>
    </p:spTree>
    <p:extLst>
      <p:ext uri="{BB962C8B-B14F-4D97-AF65-F5344CB8AC3E}">
        <p14:creationId xmlns:p14="http://schemas.microsoft.com/office/powerpoint/2010/main" val="4961592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43" r:id="rId1"/>
  </p:sldLayoutIdLst>
  <p:hf hdr="0" ftr="0" dt="0"/>
  <p:txStyles>
    <p:titleStyle>
      <a:lvl1pPr algn="l" defTabSz="1187798" rtl="0" eaLnBrk="1" latinLnBrk="0" hangingPunct="1">
        <a:lnSpc>
          <a:spcPct val="90000"/>
        </a:lnSpc>
        <a:spcBef>
          <a:spcPct val="0"/>
        </a:spcBef>
        <a:buNone/>
        <a:defRPr sz="5716" kern="1200">
          <a:solidFill>
            <a:schemeClr val="tx1"/>
          </a:solidFill>
          <a:latin typeface="Arial"/>
          <a:ea typeface="+mj-ea"/>
          <a:cs typeface="+mj-cs"/>
        </a:defRPr>
      </a:lvl1pPr>
    </p:titleStyle>
    <p:bodyStyle>
      <a:lvl1pPr marL="296950" indent="-296950" algn="l" defTabSz="1187798" rtl="0" eaLnBrk="1" latinLnBrk="0" hangingPunct="1">
        <a:lnSpc>
          <a:spcPct val="90000"/>
        </a:lnSpc>
        <a:spcBef>
          <a:spcPts val="1299"/>
        </a:spcBef>
        <a:buFont typeface="Arial" panose="020B0604020202020204" pitchFamily="34" charset="0"/>
        <a:buChar char="•"/>
        <a:defRPr sz="3636" kern="1200">
          <a:solidFill>
            <a:schemeClr val="tx1"/>
          </a:solidFill>
          <a:latin typeface="Arial"/>
          <a:ea typeface="+mn-ea"/>
          <a:cs typeface="+mn-cs"/>
        </a:defRPr>
      </a:lvl1pPr>
      <a:lvl2pPr marL="890849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8" kern="1200">
          <a:solidFill>
            <a:schemeClr val="tx1"/>
          </a:solidFill>
          <a:latin typeface="Arial"/>
          <a:ea typeface="+mn-ea"/>
          <a:cs typeface="+mn-cs"/>
        </a:defRPr>
      </a:lvl2pPr>
      <a:lvl3pPr marL="1484748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8" kern="1200">
          <a:solidFill>
            <a:schemeClr val="tx1"/>
          </a:solidFill>
          <a:latin typeface="Arial"/>
          <a:ea typeface="+mn-ea"/>
          <a:cs typeface="+mn-cs"/>
        </a:defRPr>
      </a:lvl3pPr>
      <a:lvl4pPr marL="2078648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Arial"/>
          <a:ea typeface="+mn-ea"/>
          <a:cs typeface="+mn-cs"/>
        </a:defRPr>
      </a:lvl4pPr>
      <a:lvl5pPr marL="26725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Arial"/>
          <a:ea typeface="+mn-ea"/>
          <a:cs typeface="+mn-cs"/>
        </a:defRPr>
      </a:lvl5pPr>
      <a:lvl6pPr marL="32664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Arial"/>
          <a:ea typeface="+mn-ea"/>
          <a:cs typeface="+mn-cs"/>
        </a:defRPr>
      </a:lvl6pPr>
      <a:lvl7pPr marL="3860346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Arial"/>
          <a:ea typeface="+mn-ea"/>
          <a:cs typeface="+mn-cs"/>
        </a:defRPr>
      </a:lvl7pPr>
      <a:lvl8pPr marL="4454245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Arial"/>
          <a:ea typeface="+mn-ea"/>
          <a:cs typeface="+mn-cs"/>
        </a:defRPr>
      </a:lvl8pPr>
      <a:lvl9pPr marL="5048144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Arial"/>
          <a:ea typeface="+mn-ea"/>
          <a:cs typeface="+mn-cs"/>
        </a:defRPr>
      </a:lvl9pPr>
    </p:bodyStyle>
    <p:otherStyle>
      <a:defPPr>
        <a:defRPr lang="en-US"/>
      </a:defPPr>
      <a:lvl1pPr marL="0" algn="l" defTabSz="1187798" rtl="0" eaLnBrk="1" latinLnBrk="0" hangingPunct="1">
        <a:defRPr sz="2338" kern="1200">
          <a:solidFill>
            <a:schemeClr val="tx1"/>
          </a:solidFill>
          <a:latin typeface="Arial"/>
          <a:ea typeface="+mn-ea"/>
          <a:cs typeface="+mn-cs"/>
        </a:defRPr>
      </a:lvl1pPr>
      <a:lvl2pPr marL="593900" algn="l" defTabSz="1187798" rtl="0" eaLnBrk="1" latinLnBrk="0" hangingPunct="1">
        <a:defRPr sz="2338" kern="1200">
          <a:solidFill>
            <a:schemeClr val="tx1"/>
          </a:solidFill>
          <a:latin typeface="Arial"/>
          <a:ea typeface="+mn-ea"/>
          <a:cs typeface="+mn-cs"/>
        </a:defRPr>
      </a:lvl2pPr>
      <a:lvl3pPr marL="1187798" algn="l" defTabSz="1187798" rtl="0" eaLnBrk="1" latinLnBrk="0" hangingPunct="1">
        <a:defRPr sz="2338" kern="1200">
          <a:solidFill>
            <a:schemeClr val="tx1"/>
          </a:solidFill>
          <a:latin typeface="Arial"/>
          <a:ea typeface="+mn-ea"/>
          <a:cs typeface="+mn-cs"/>
        </a:defRPr>
      </a:lvl3pPr>
      <a:lvl4pPr marL="1781699" algn="l" defTabSz="1187798" rtl="0" eaLnBrk="1" latinLnBrk="0" hangingPunct="1">
        <a:defRPr sz="2338" kern="1200">
          <a:solidFill>
            <a:schemeClr val="tx1"/>
          </a:solidFill>
          <a:latin typeface="Arial"/>
          <a:ea typeface="+mn-ea"/>
          <a:cs typeface="+mn-cs"/>
        </a:defRPr>
      </a:lvl4pPr>
      <a:lvl5pPr marL="2375598" algn="l" defTabSz="1187798" rtl="0" eaLnBrk="1" latinLnBrk="0" hangingPunct="1">
        <a:defRPr sz="2338" kern="1200">
          <a:solidFill>
            <a:schemeClr val="tx1"/>
          </a:solidFill>
          <a:latin typeface="Arial"/>
          <a:ea typeface="+mn-ea"/>
          <a:cs typeface="+mn-cs"/>
        </a:defRPr>
      </a:lvl5pPr>
      <a:lvl6pPr marL="2969497" algn="l" defTabSz="1187798" rtl="0" eaLnBrk="1" latinLnBrk="0" hangingPunct="1">
        <a:defRPr sz="2338" kern="1200">
          <a:solidFill>
            <a:schemeClr val="tx1"/>
          </a:solidFill>
          <a:latin typeface="Arial"/>
          <a:ea typeface="+mn-ea"/>
          <a:cs typeface="+mn-cs"/>
        </a:defRPr>
      </a:lvl6pPr>
      <a:lvl7pPr marL="3563396" algn="l" defTabSz="1187798" rtl="0" eaLnBrk="1" latinLnBrk="0" hangingPunct="1">
        <a:defRPr sz="2338" kern="1200">
          <a:solidFill>
            <a:schemeClr val="tx1"/>
          </a:solidFill>
          <a:latin typeface="Arial"/>
          <a:ea typeface="+mn-ea"/>
          <a:cs typeface="+mn-cs"/>
        </a:defRPr>
      </a:lvl7pPr>
      <a:lvl8pPr marL="4157297" algn="l" defTabSz="1187798" rtl="0" eaLnBrk="1" latinLnBrk="0" hangingPunct="1">
        <a:defRPr sz="2338" kern="1200">
          <a:solidFill>
            <a:schemeClr val="tx1"/>
          </a:solidFill>
          <a:latin typeface="Arial"/>
          <a:ea typeface="+mn-ea"/>
          <a:cs typeface="+mn-cs"/>
        </a:defRPr>
      </a:lvl8pPr>
      <a:lvl9pPr marL="4751195" algn="l" defTabSz="1187798" rtl="0" eaLnBrk="1" latinLnBrk="0" hangingPunct="1">
        <a:defRPr sz="2338" kern="1200">
          <a:solidFill>
            <a:schemeClr val="tx1"/>
          </a:solidFill>
          <a:latin typeface="Arial"/>
          <a:ea typeface="+mn-ea"/>
          <a:cs typeface="+mn-cs"/>
        </a:defRPr>
      </a:lvl9pPr>
    </p:otherStyle>
  </p:txStyles>
  <p:extLst>
    <p:ext uri="{27BBF7A9-308A-43DC-89C8-2F10F3537804}">
      <p15:sldGuideLst xmlns="" xmlns:p15="http://schemas.microsoft.com/office/powerpoint/2012/main">
        <p15:guide id="1" orient="horz" pos="2161">
          <p15:clr>
            <a:srgbClr val="F26B43"/>
          </p15:clr>
        </p15:guide>
        <p15:guide id="2" pos="3842">
          <p15:clr>
            <a:srgbClr val="F26B43"/>
          </p15:clr>
        </p15:guide>
        <p15:guide id="3" pos="458">
          <p15:clr>
            <a:srgbClr val="F26B43"/>
          </p15:clr>
        </p15:guide>
        <p15:guide id="4" pos="7225">
          <p15:clr>
            <a:srgbClr val="F26B43"/>
          </p15:clr>
        </p15:guide>
        <p15:guide id="5" orient="horz" pos="4100">
          <p15:clr>
            <a:srgbClr val="F26B43"/>
          </p15:clr>
        </p15:guide>
      </p15:sldGuideLst>
    </p:ext>
  </p:extLst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6785A3D6-1271-D247-9E96-1B376F4BE7BE}"/>
              </a:ext>
            </a:extLst>
          </p:cNvPr>
          <p:cNvSpPr txBox="1"/>
          <p:nvPr userDrawn="1"/>
        </p:nvSpPr>
        <p:spPr>
          <a:xfrm>
            <a:off x="1095467" y="6356939"/>
            <a:ext cx="350396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solidFill>
                  <a:srgbClr val="1D1D1B"/>
                </a:solidFill>
                <a:latin typeface="Arial" pitchFamily="34" charset="0"/>
                <a:cs typeface="Arial" panose="020B0604020202020204" pitchFamily="34" charset="0"/>
              </a:rPr>
              <a:t>Huawei Proprietary - Restricted Distribution</a:t>
            </a:r>
            <a:endParaRPr lang="en-US" sz="900" dirty="0">
              <a:solidFill>
                <a:srgbClr val="1D1D1B"/>
              </a:solidFill>
              <a:latin typeface="Arial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EABEE2EE-BF4D-7A4A-B3C6-9E47668CCD98}"/>
              </a:ext>
            </a:extLst>
          </p:cNvPr>
          <p:cNvSpPr txBox="1"/>
          <p:nvPr userDrawn="1"/>
        </p:nvSpPr>
        <p:spPr>
          <a:xfrm>
            <a:off x="734131" y="6402806"/>
            <a:ext cx="499729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890849">
              <a:defRPr/>
            </a:pPr>
            <a:fld id="{C3837181-38C6-AD4F-B8BA-B444770388BB}" type="slidenum">
              <a:rPr lang="en-US" sz="900" smtClean="0">
                <a:solidFill>
                  <a:srgbClr val="1D1D1B"/>
                </a:solidFill>
                <a:latin typeface="Arial" pitchFamily="34" charset="0"/>
                <a:cs typeface="Arial" panose="020B0604020202020204" pitchFamily="34" charset="0"/>
              </a:rPr>
              <a:pPr defTabSz="890849">
                <a:defRPr/>
              </a:pPr>
              <a:t>‹Nº›</a:t>
            </a:fld>
            <a:endParaRPr lang="en-US" sz="900" dirty="0">
              <a:solidFill>
                <a:srgbClr val="1D1D1B"/>
              </a:solidFill>
              <a:latin typeface="Arial" pitchFamily="34" charset="0"/>
              <a:cs typeface="Arial" panose="020B0604020202020204" pitchFamily="34" charset="0"/>
            </a:endParaRPr>
          </a:p>
        </p:txBody>
      </p:sp>
      <p:pic>
        <p:nvPicPr>
          <p:cNvPr id="47" name="Picture 46">
            <a:extLst>
              <a:ext uri="{FF2B5EF4-FFF2-40B4-BE49-F238E27FC236}">
                <a16:creationId xmlns="" xmlns:a16="http://schemas.microsoft.com/office/drawing/2014/main" id="{92D9040A-3082-2F49-987E-B51574332EF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6176" y="6323416"/>
            <a:ext cx="1270800" cy="275024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="" xmlns:a16="http://schemas.microsoft.com/office/drawing/2014/main" id="{0DE214BC-83B6-76E3-723F-C89B02DD834C}"/>
              </a:ext>
            </a:extLst>
          </p:cNvPr>
          <p:cNvSpPr txBox="1"/>
          <p:nvPr userDrawn="1">
            <p:extLst>
              <p:ext uri="{1162E1C5-73C7-4A58-AE30-91384D911F3F}">
                <p184:classification xmlns="" xmlns:p184="http://schemas.microsoft.com/office/powerpoint/2018/4/main" val="hdr"/>
              </p:ext>
            </p:extLst>
          </p:nvPr>
        </p:nvSpPr>
        <p:spPr>
          <a:xfrm>
            <a:off x="11083925" y="0"/>
            <a:ext cx="11414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s-AR" sz="10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Documento: Personal</a:t>
            </a:r>
          </a:p>
        </p:txBody>
      </p:sp>
    </p:spTree>
    <p:extLst>
      <p:ext uri="{BB962C8B-B14F-4D97-AF65-F5344CB8AC3E}">
        <p14:creationId xmlns:p14="http://schemas.microsoft.com/office/powerpoint/2010/main" val="379087781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txStyles>
    <p:titleStyle>
      <a:lvl1pPr algn="l" defTabSz="1187798" rtl="0" eaLnBrk="1" latinLnBrk="0" hangingPunct="1">
        <a:lnSpc>
          <a:spcPct val="90000"/>
        </a:lnSpc>
        <a:spcBef>
          <a:spcPct val="0"/>
        </a:spcBef>
        <a:buNone/>
        <a:defRPr sz="5716" kern="1200">
          <a:solidFill>
            <a:schemeClr val="tx1"/>
          </a:solidFill>
          <a:latin typeface="Arial"/>
          <a:ea typeface="+mj-ea"/>
          <a:cs typeface="+mj-cs"/>
        </a:defRPr>
      </a:lvl1pPr>
    </p:titleStyle>
    <p:bodyStyle>
      <a:lvl1pPr marL="296950" indent="-296950" algn="l" defTabSz="1187798" rtl="0" eaLnBrk="1" latinLnBrk="0" hangingPunct="1">
        <a:lnSpc>
          <a:spcPct val="90000"/>
        </a:lnSpc>
        <a:spcBef>
          <a:spcPts val="1299"/>
        </a:spcBef>
        <a:buFont typeface="Arial" panose="020B0604020202020204" pitchFamily="34" charset="0"/>
        <a:buChar char="•"/>
        <a:defRPr sz="3636" kern="1200">
          <a:solidFill>
            <a:schemeClr val="tx1"/>
          </a:solidFill>
          <a:latin typeface="Arial"/>
          <a:ea typeface="+mn-ea"/>
          <a:cs typeface="+mn-cs"/>
        </a:defRPr>
      </a:lvl1pPr>
      <a:lvl2pPr marL="890849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8" kern="1200">
          <a:solidFill>
            <a:schemeClr val="tx1"/>
          </a:solidFill>
          <a:latin typeface="Arial"/>
          <a:ea typeface="+mn-ea"/>
          <a:cs typeface="+mn-cs"/>
        </a:defRPr>
      </a:lvl2pPr>
      <a:lvl3pPr marL="1484748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8" kern="1200">
          <a:solidFill>
            <a:schemeClr val="tx1"/>
          </a:solidFill>
          <a:latin typeface="Arial"/>
          <a:ea typeface="+mn-ea"/>
          <a:cs typeface="+mn-cs"/>
        </a:defRPr>
      </a:lvl3pPr>
      <a:lvl4pPr marL="2078648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Arial"/>
          <a:ea typeface="+mn-ea"/>
          <a:cs typeface="+mn-cs"/>
        </a:defRPr>
      </a:lvl4pPr>
      <a:lvl5pPr marL="26725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Arial"/>
          <a:ea typeface="+mn-ea"/>
          <a:cs typeface="+mn-cs"/>
        </a:defRPr>
      </a:lvl5pPr>
      <a:lvl6pPr marL="32664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Arial"/>
          <a:ea typeface="+mn-ea"/>
          <a:cs typeface="+mn-cs"/>
        </a:defRPr>
      </a:lvl6pPr>
      <a:lvl7pPr marL="3860346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Arial"/>
          <a:ea typeface="+mn-ea"/>
          <a:cs typeface="+mn-cs"/>
        </a:defRPr>
      </a:lvl7pPr>
      <a:lvl8pPr marL="4454245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Arial"/>
          <a:ea typeface="+mn-ea"/>
          <a:cs typeface="+mn-cs"/>
        </a:defRPr>
      </a:lvl8pPr>
      <a:lvl9pPr marL="5048144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Arial"/>
          <a:ea typeface="+mn-ea"/>
          <a:cs typeface="+mn-cs"/>
        </a:defRPr>
      </a:lvl9pPr>
    </p:bodyStyle>
    <p:otherStyle>
      <a:defPPr>
        <a:defRPr lang="en-US"/>
      </a:defPPr>
      <a:lvl1pPr marL="0" algn="l" defTabSz="1187798" rtl="0" eaLnBrk="1" latinLnBrk="0" hangingPunct="1">
        <a:defRPr sz="2338" kern="1200">
          <a:solidFill>
            <a:schemeClr val="tx1"/>
          </a:solidFill>
          <a:latin typeface="Arial"/>
          <a:ea typeface="+mn-ea"/>
          <a:cs typeface="+mn-cs"/>
        </a:defRPr>
      </a:lvl1pPr>
      <a:lvl2pPr marL="593900" algn="l" defTabSz="1187798" rtl="0" eaLnBrk="1" latinLnBrk="0" hangingPunct="1">
        <a:defRPr sz="2338" kern="1200">
          <a:solidFill>
            <a:schemeClr val="tx1"/>
          </a:solidFill>
          <a:latin typeface="Arial"/>
          <a:ea typeface="+mn-ea"/>
          <a:cs typeface="+mn-cs"/>
        </a:defRPr>
      </a:lvl2pPr>
      <a:lvl3pPr marL="1187798" algn="l" defTabSz="1187798" rtl="0" eaLnBrk="1" latinLnBrk="0" hangingPunct="1">
        <a:defRPr sz="2338" kern="1200">
          <a:solidFill>
            <a:schemeClr val="tx1"/>
          </a:solidFill>
          <a:latin typeface="Arial"/>
          <a:ea typeface="+mn-ea"/>
          <a:cs typeface="+mn-cs"/>
        </a:defRPr>
      </a:lvl3pPr>
      <a:lvl4pPr marL="1781699" algn="l" defTabSz="1187798" rtl="0" eaLnBrk="1" latinLnBrk="0" hangingPunct="1">
        <a:defRPr sz="2338" kern="1200">
          <a:solidFill>
            <a:schemeClr val="tx1"/>
          </a:solidFill>
          <a:latin typeface="Arial"/>
          <a:ea typeface="+mn-ea"/>
          <a:cs typeface="+mn-cs"/>
        </a:defRPr>
      </a:lvl4pPr>
      <a:lvl5pPr marL="2375598" algn="l" defTabSz="1187798" rtl="0" eaLnBrk="1" latinLnBrk="0" hangingPunct="1">
        <a:defRPr sz="2338" kern="1200">
          <a:solidFill>
            <a:schemeClr val="tx1"/>
          </a:solidFill>
          <a:latin typeface="Arial"/>
          <a:ea typeface="+mn-ea"/>
          <a:cs typeface="+mn-cs"/>
        </a:defRPr>
      </a:lvl5pPr>
      <a:lvl6pPr marL="2969497" algn="l" defTabSz="1187798" rtl="0" eaLnBrk="1" latinLnBrk="0" hangingPunct="1">
        <a:defRPr sz="2338" kern="1200">
          <a:solidFill>
            <a:schemeClr val="tx1"/>
          </a:solidFill>
          <a:latin typeface="Arial"/>
          <a:ea typeface="+mn-ea"/>
          <a:cs typeface="+mn-cs"/>
        </a:defRPr>
      </a:lvl6pPr>
      <a:lvl7pPr marL="3563396" algn="l" defTabSz="1187798" rtl="0" eaLnBrk="1" latinLnBrk="0" hangingPunct="1">
        <a:defRPr sz="2338" kern="1200">
          <a:solidFill>
            <a:schemeClr val="tx1"/>
          </a:solidFill>
          <a:latin typeface="Arial"/>
          <a:ea typeface="+mn-ea"/>
          <a:cs typeface="+mn-cs"/>
        </a:defRPr>
      </a:lvl7pPr>
      <a:lvl8pPr marL="4157297" algn="l" defTabSz="1187798" rtl="0" eaLnBrk="1" latinLnBrk="0" hangingPunct="1">
        <a:defRPr sz="2338" kern="1200">
          <a:solidFill>
            <a:schemeClr val="tx1"/>
          </a:solidFill>
          <a:latin typeface="Arial"/>
          <a:ea typeface="+mn-ea"/>
          <a:cs typeface="+mn-cs"/>
        </a:defRPr>
      </a:lvl8pPr>
      <a:lvl9pPr marL="4751195" algn="l" defTabSz="1187798" rtl="0" eaLnBrk="1" latinLnBrk="0" hangingPunct="1">
        <a:defRPr sz="2338" kern="1200">
          <a:solidFill>
            <a:schemeClr val="tx1"/>
          </a:solidFill>
          <a:latin typeface="Arial"/>
          <a:ea typeface="+mn-ea"/>
          <a:cs typeface="+mn-cs"/>
        </a:defRPr>
      </a:lvl9pPr>
    </p:otherStyle>
  </p:txStyles>
  <p:extLst>
    <p:ext uri="{27BBF7A9-308A-43DC-89C8-2F10F3537804}">
      <p15:sldGuideLst xmlns="" xmlns:p15="http://schemas.microsoft.com/office/powerpoint/2012/main"/>
    </p:ext>
  </p:extLst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6785A3D6-1271-D247-9E96-1B376F4BE7BE}"/>
              </a:ext>
            </a:extLst>
          </p:cNvPr>
          <p:cNvSpPr txBox="1"/>
          <p:nvPr userDrawn="1"/>
        </p:nvSpPr>
        <p:spPr>
          <a:xfrm>
            <a:off x="1095469" y="6356939"/>
            <a:ext cx="146346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3746"/>
            <a:r>
              <a:rPr lang="en-US" sz="900" dirty="0">
                <a:solidFill>
                  <a:srgbClr val="1D1D1B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Huawei Confidential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EABEE2EE-BF4D-7A4A-B3C6-9E47668CCD98}"/>
              </a:ext>
            </a:extLst>
          </p:cNvPr>
          <p:cNvSpPr txBox="1"/>
          <p:nvPr userDrawn="1"/>
        </p:nvSpPr>
        <p:spPr>
          <a:xfrm>
            <a:off x="734133" y="6402810"/>
            <a:ext cx="499729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890137">
              <a:defRPr/>
            </a:pPr>
            <a:fld id="{C3837181-38C6-AD4F-B8BA-B444770388BB}" type="slidenum">
              <a:rPr lang="en-US" sz="900" smtClean="0">
                <a:solidFill>
                  <a:srgbClr val="1D1D1B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pPr defTabSz="890137">
                <a:defRPr/>
              </a:pPr>
              <a:t>‹Nº›</a:t>
            </a:fld>
            <a:endParaRPr lang="en-US" sz="900" dirty="0">
              <a:solidFill>
                <a:srgbClr val="1D1D1B"/>
              </a:solidFill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</p:txBody>
      </p:sp>
      <p:pic>
        <p:nvPicPr>
          <p:cNvPr id="47" name="Picture 46">
            <a:extLst>
              <a:ext uri="{FF2B5EF4-FFF2-40B4-BE49-F238E27FC236}">
                <a16:creationId xmlns="" xmlns:a16="http://schemas.microsoft.com/office/drawing/2014/main" id="{92D9040A-3082-2F49-987E-B51574332EF5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96176" y="6323416"/>
            <a:ext cx="1270800" cy="275024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="" xmlns:a16="http://schemas.microsoft.com/office/drawing/2014/main" id="{C81D6E1B-2CF4-17FD-61AB-5CC0D7081B7B}"/>
              </a:ext>
            </a:extLst>
          </p:cNvPr>
          <p:cNvSpPr txBox="1"/>
          <p:nvPr userDrawn="1">
            <p:extLst>
              <p:ext uri="{1162E1C5-73C7-4A58-AE30-91384D911F3F}">
                <p184:classification xmlns="" xmlns:p184="http://schemas.microsoft.com/office/powerpoint/2018/4/main" val="hdr"/>
              </p:ext>
            </p:extLst>
          </p:nvPr>
        </p:nvSpPr>
        <p:spPr>
          <a:xfrm>
            <a:off x="11083925" y="0"/>
            <a:ext cx="11414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s-AR" sz="10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Documento: Personal</a:t>
            </a:r>
          </a:p>
        </p:txBody>
      </p:sp>
    </p:spTree>
    <p:extLst>
      <p:ext uri="{BB962C8B-B14F-4D97-AF65-F5344CB8AC3E}">
        <p14:creationId xmlns:p14="http://schemas.microsoft.com/office/powerpoint/2010/main" val="13798360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51" r:id="rId1"/>
    <p:sldLayoutId id="2147484152" r:id="rId2"/>
    <p:sldLayoutId id="2147484153" r:id="rId3"/>
    <p:sldLayoutId id="2147484154" r:id="rId4"/>
  </p:sldLayoutIdLst>
  <p:hf sldNum="0" hdr="0" ftr="0" dt="0"/>
  <p:txStyles>
    <p:titleStyle>
      <a:lvl1pPr algn="l" defTabSz="1186848" rtl="0" eaLnBrk="1" latinLnBrk="0" hangingPunct="1">
        <a:lnSpc>
          <a:spcPct val="90000"/>
        </a:lnSpc>
        <a:spcBef>
          <a:spcPct val="0"/>
        </a:spcBef>
        <a:buNone/>
        <a:defRPr sz="571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712" indent="-296712" algn="l" defTabSz="1186848" rtl="0" eaLnBrk="1" latinLnBrk="0" hangingPunct="1">
        <a:lnSpc>
          <a:spcPct val="90000"/>
        </a:lnSpc>
        <a:spcBef>
          <a:spcPts val="1297"/>
        </a:spcBef>
        <a:buFont typeface="Arial" panose="020B0604020202020204" pitchFamily="34" charset="0"/>
        <a:buChar char="•"/>
        <a:defRPr sz="3634" kern="1200">
          <a:solidFill>
            <a:schemeClr val="tx1"/>
          </a:solidFill>
          <a:latin typeface="+mn-lt"/>
          <a:ea typeface="+mn-ea"/>
          <a:cs typeface="+mn-cs"/>
        </a:defRPr>
      </a:lvl1pPr>
      <a:lvl2pPr marL="890137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6" kern="1200">
          <a:solidFill>
            <a:schemeClr val="tx1"/>
          </a:solidFill>
          <a:latin typeface="+mn-lt"/>
          <a:ea typeface="+mn-ea"/>
          <a:cs typeface="+mn-cs"/>
        </a:defRPr>
      </a:lvl2pPr>
      <a:lvl3pPr marL="1483560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6" kern="1200">
          <a:solidFill>
            <a:schemeClr val="tx1"/>
          </a:solidFill>
          <a:latin typeface="+mn-lt"/>
          <a:ea typeface="+mn-ea"/>
          <a:cs typeface="+mn-cs"/>
        </a:defRPr>
      </a:lvl3pPr>
      <a:lvl4pPr marL="2076986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6" kern="1200">
          <a:solidFill>
            <a:schemeClr val="tx1"/>
          </a:solidFill>
          <a:latin typeface="+mn-lt"/>
          <a:ea typeface="+mn-ea"/>
          <a:cs typeface="+mn-cs"/>
        </a:defRPr>
      </a:lvl4pPr>
      <a:lvl5pPr marL="2670409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6" kern="1200">
          <a:solidFill>
            <a:schemeClr val="tx1"/>
          </a:solidFill>
          <a:latin typeface="+mn-lt"/>
          <a:ea typeface="+mn-ea"/>
          <a:cs typeface="+mn-cs"/>
        </a:defRPr>
      </a:lvl5pPr>
      <a:lvl6pPr marL="3263834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6" kern="1200">
          <a:solidFill>
            <a:schemeClr val="tx1"/>
          </a:solidFill>
          <a:latin typeface="+mn-lt"/>
          <a:ea typeface="+mn-ea"/>
          <a:cs typeface="+mn-cs"/>
        </a:defRPr>
      </a:lvl6pPr>
      <a:lvl7pPr marL="3857258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6" kern="1200">
          <a:solidFill>
            <a:schemeClr val="tx1"/>
          </a:solidFill>
          <a:latin typeface="+mn-lt"/>
          <a:ea typeface="+mn-ea"/>
          <a:cs typeface="+mn-cs"/>
        </a:defRPr>
      </a:lvl7pPr>
      <a:lvl8pPr marL="4450682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6" kern="1200">
          <a:solidFill>
            <a:schemeClr val="tx1"/>
          </a:solidFill>
          <a:latin typeface="+mn-lt"/>
          <a:ea typeface="+mn-ea"/>
          <a:cs typeface="+mn-cs"/>
        </a:defRPr>
      </a:lvl8pPr>
      <a:lvl9pPr marL="5044107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1pPr>
      <a:lvl2pPr marL="593425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2pPr>
      <a:lvl3pPr marL="1186848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3pPr>
      <a:lvl4pPr marL="1780274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4pPr>
      <a:lvl5pPr marL="2373698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5pPr>
      <a:lvl6pPr marL="2967122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6pPr>
      <a:lvl7pPr marL="3560546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7pPr>
      <a:lvl8pPr marL="4153972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8pPr>
      <a:lvl9pPr marL="4747395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="" xmlns:p15="http://schemas.microsoft.com/office/powerpoint/2012/main">
        <p15:guide id="1" orient="horz" pos="2161">
          <p15:clr>
            <a:srgbClr val="F26B43"/>
          </p15:clr>
        </p15:guide>
        <p15:guide id="2" pos="3842">
          <p15:clr>
            <a:srgbClr val="F26B43"/>
          </p15:clr>
        </p15:guide>
        <p15:guide id="3" pos="458">
          <p15:clr>
            <a:srgbClr val="F26B43"/>
          </p15:clr>
        </p15:guide>
        <p15:guide id="4" pos="7225">
          <p15:clr>
            <a:srgbClr val="F26B43"/>
          </p15:clr>
        </p15:guide>
        <p15:guide id="5" orient="horz" pos="4100">
          <p15:clr>
            <a:srgbClr val="F26B43"/>
          </p15:clr>
        </p15:guide>
      </p15:sldGuideLst>
    </p:ext>
  </p:extLst>
</p:sldMaster>
</file>

<file path=ppt/slideMasters/slideMaster1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1095467" y="6356939"/>
            <a:ext cx="1463467" cy="242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/>
            <a:r>
              <a:rPr lang="en-US" sz="975" dirty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Huawei Confidential</a:t>
            </a:r>
          </a:p>
        </p:txBody>
      </p:sp>
      <p:sp>
        <p:nvSpPr>
          <p:cNvPr id="4" name="TextBox 3"/>
          <p:cNvSpPr txBox="1"/>
          <p:nvPr userDrawn="1"/>
        </p:nvSpPr>
        <p:spPr>
          <a:xfrm>
            <a:off x="734131" y="6402806"/>
            <a:ext cx="499729" cy="1502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890905">
              <a:defRPr/>
            </a:pPr>
            <a:fld id="{C3837181-38C6-AD4F-B8BA-B444770388BB}" type="slidenum">
              <a:rPr lang="en-US" sz="975" smtClean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defTabSz="890905">
                <a:defRPr/>
              </a:pPr>
              <a:t>‹Nº›</a:t>
            </a:fld>
            <a:endParaRPr lang="en-US" sz="975" dirty="0">
              <a:solidFill>
                <a:srgbClr val="1D1D1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1" name="图片 4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5999" y="6319870"/>
            <a:ext cx="1269075" cy="271153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="" xmlns:a16="http://schemas.microsoft.com/office/drawing/2014/main" id="{644FBB83-25A8-FA8F-A3A3-92E0563672B0}"/>
              </a:ext>
            </a:extLst>
          </p:cNvPr>
          <p:cNvSpPr txBox="1"/>
          <p:nvPr userDrawn="1">
            <p:extLst>
              <p:ext uri="{1162E1C5-73C7-4A58-AE30-91384D911F3F}">
                <p184:classification xmlns="" xmlns:p184="http://schemas.microsoft.com/office/powerpoint/2018/4/main" val="hdr"/>
              </p:ext>
            </p:extLst>
          </p:nvPr>
        </p:nvSpPr>
        <p:spPr>
          <a:xfrm>
            <a:off x="11083925" y="0"/>
            <a:ext cx="11414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s-AR" sz="10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Documento: Personal</a:t>
            </a:r>
          </a:p>
        </p:txBody>
      </p:sp>
    </p:spTree>
    <p:extLst>
      <p:ext uri="{BB962C8B-B14F-4D97-AF65-F5344CB8AC3E}">
        <p14:creationId xmlns:p14="http://schemas.microsoft.com/office/powerpoint/2010/main" val="9491199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59" r:id="rId1"/>
  </p:sldLayoutIdLst>
  <p:hf hdr="0" ftr="0" dt="0"/>
  <p:txStyles>
    <p:titleStyle>
      <a:lvl1pPr algn="l" defTabSz="1188085" rtl="0" eaLnBrk="1" latinLnBrk="0" hangingPunct="1">
        <a:lnSpc>
          <a:spcPct val="90000"/>
        </a:lnSpc>
        <a:spcBef>
          <a:spcPct val="0"/>
        </a:spcBef>
        <a:buNone/>
        <a:defRPr sz="571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7180" indent="-297180" algn="l" defTabSz="1188085" rtl="0" eaLnBrk="1" latinLnBrk="0" hangingPunct="1">
        <a:lnSpc>
          <a:spcPct val="90000"/>
        </a:lnSpc>
        <a:spcBef>
          <a:spcPts val="1300"/>
        </a:spcBef>
        <a:buFont typeface="Arial" panose="020B0604020202020204" pitchFamily="34" charset="0"/>
        <a:buChar char="•"/>
        <a:defRPr sz="3635" kern="1200">
          <a:solidFill>
            <a:schemeClr val="tx1"/>
          </a:solidFill>
          <a:latin typeface="+mn-lt"/>
          <a:ea typeface="+mn-ea"/>
          <a:cs typeface="+mn-cs"/>
        </a:defRPr>
      </a:lvl1pPr>
      <a:lvl2pPr marL="89090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20" kern="1200">
          <a:solidFill>
            <a:schemeClr val="tx1"/>
          </a:solidFill>
          <a:latin typeface="+mn-lt"/>
          <a:ea typeface="+mn-ea"/>
          <a:cs typeface="+mn-cs"/>
        </a:defRPr>
      </a:lvl2pPr>
      <a:lvl3pPr marL="148463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207835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67271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86016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45452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504825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1pPr>
      <a:lvl2pPr marL="59372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2pPr>
      <a:lvl3pPr marL="118808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3pPr>
      <a:lvl4pPr marL="178181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37553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296926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56362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15734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475107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6785A3D6-1271-D247-9E96-1B376F4BE7BE}"/>
              </a:ext>
            </a:extLst>
          </p:cNvPr>
          <p:cNvSpPr txBox="1"/>
          <p:nvPr userDrawn="1"/>
        </p:nvSpPr>
        <p:spPr>
          <a:xfrm>
            <a:off x="1095468" y="6356939"/>
            <a:ext cx="350396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12"/>
            <a:r>
              <a:rPr lang="en-US" altLang="zh-CN" sz="900" dirty="0">
                <a:solidFill>
                  <a:srgbClr val="1D1D1B"/>
                </a:solidFill>
                <a:latin typeface="Arial" pitchFamily="34" charset="0"/>
                <a:cs typeface="Arial" panose="020B0604020202020204" pitchFamily="34" charset="0"/>
              </a:rPr>
              <a:t>Huawei Proprietary - Restricted Distribution</a:t>
            </a:r>
            <a:endParaRPr lang="en-US" sz="900" dirty="0">
              <a:solidFill>
                <a:srgbClr val="1D1D1B"/>
              </a:solidFill>
              <a:latin typeface="Arial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EABEE2EE-BF4D-7A4A-B3C6-9E47668CCD98}"/>
              </a:ext>
            </a:extLst>
          </p:cNvPr>
          <p:cNvSpPr txBox="1"/>
          <p:nvPr userDrawn="1"/>
        </p:nvSpPr>
        <p:spPr>
          <a:xfrm>
            <a:off x="734132" y="6402808"/>
            <a:ext cx="499729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890493">
              <a:defRPr/>
            </a:pPr>
            <a:fld id="{C3837181-38C6-AD4F-B8BA-B444770388BB}" type="slidenum">
              <a:rPr lang="en-US" sz="900">
                <a:solidFill>
                  <a:srgbClr val="1D1D1B"/>
                </a:solidFill>
                <a:latin typeface="Arial" pitchFamily="34" charset="0"/>
                <a:cs typeface="Arial" panose="020B0604020202020204" pitchFamily="34" charset="0"/>
              </a:rPr>
              <a:pPr defTabSz="890493">
                <a:defRPr/>
              </a:pPr>
              <a:t>‹Nº›</a:t>
            </a:fld>
            <a:endParaRPr lang="en-US" sz="900" dirty="0">
              <a:solidFill>
                <a:srgbClr val="1D1D1B"/>
              </a:solidFill>
              <a:latin typeface="Arial" pitchFamily="34" charset="0"/>
              <a:cs typeface="Arial" panose="020B0604020202020204" pitchFamily="34" charset="0"/>
            </a:endParaRPr>
          </a:p>
        </p:txBody>
      </p:sp>
      <p:pic>
        <p:nvPicPr>
          <p:cNvPr id="47" name="Picture 46">
            <a:extLst>
              <a:ext uri="{FF2B5EF4-FFF2-40B4-BE49-F238E27FC236}">
                <a16:creationId xmlns="" xmlns:a16="http://schemas.microsoft.com/office/drawing/2014/main" id="{92D9040A-3082-2F49-987E-B51574332EF5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6176" y="6323416"/>
            <a:ext cx="1270800" cy="275024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="" xmlns:a16="http://schemas.microsoft.com/office/drawing/2014/main" id="{D6D114AD-ED77-5A7C-735C-E508BD9164CE}"/>
              </a:ext>
            </a:extLst>
          </p:cNvPr>
          <p:cNvSpPr txBox="1"/>
          <p:nvPr userDrawn="1">
            <p:extLst>
              <p:ext uri="{1162E1C5-73C7-4A58-AE30-91384D911F3F}">
                <p184:classification xmlns="" xmlns:p184="http://schemas.microsoft.com/office/powerpoint/2018/4/main" val="hdr"/>
              </p:ext>
            </p:extLst>
          </p:nvPr>
        </p:nvSpPr>
        <p:spPr>
          <a:xfrm>
            <a:off x="11083925" y="0"/>
            <a:ext cx="11414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s-AR" sz="10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Documento: Personal</a:t>
            </a:r>
          </a:p>
        </p:txBody>
      </p:sp>
    </p:spTree>
    <p:extLst>
      <p:ext uri="{BB962C8B-B14F-4D97-AF65-F5344CB8AC3E}">
        <p14:creationId xmlns:p14="http://schemas.microsoft.com/office/powerpoint/2010/main" val="37899757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68" r:id="rId1"/>
    <p:sldLayoutId id="2147484169" r:id="rId2"/>
    <p:sldLayoutId id="2147484170" r:id="rId3"/>
    <p:sldLayoutId id="2147484171" r:id="rId4"/>
    <p:sldLayoutId id="2147484172" r:id="rId5"/>
    <p:sldLayoutId id="2147484173" r:id="rId6"/>
    <p:sldLayoutId id="2147484174" r:id="rId7"/>
    <p:sldLayoutId id="2147484175" r:id="rId8"/>
  </p:sldLayoutIdLst>
  <p:hf hdr="0" ftr="0" dt="0"/>
  <p:txStyles>
    <p:titleStyle>
      <a:lvl1pPr algn="l" defTabSz="1187323" rtl="0" eaLnBrk="1" latinLnBrk="0" hangingPunct="1">
        <a:lnSpc>
          <a:spcPct val="90000"/>
        </a:lnSpc>
        <a:spcBef>
          <a:spcPct val="0"/>
        </a:spcBef>
        <a:buNone/>
        <a:defRPr sz="5714" kern="1200">
          <a:solidFill>
            <a:schemeClr val="tx1"/>
          </a:solidFill>
          <a:latin typeface="Arial"/>
          <a:ea typeface="+mj-ea"/>
          <a:cs typeface="+mj-cs"/>
        </a:defRPr>
      </a:lvl1pPr>
    </p:titleStyle>
    <p:bodyStyle>
      <a:lvl1pPr marL="296831" indent="-296831" algn="l" defTabSz="1187323" rtl="0" eaLnBrk="1" latinLnBrk="0" hangingPunct="1">
        <a:lnSpc>
          <a:spcPct val="90000"/>
        </a:lnSpc>
        <a:spcBef>
          <a:spcPts val="1298"/>
        </a:spcBef>
        <a:buFont typeface="Arial" panose="020B0604020202020204" pitchFamily="34" charset="0"/>
        <a:buChar char="•"/>
        <a:defRPr sz="3635" kern="1200">
          <a:solidFill>
            <a:schemeClr val="tx1"/>
          </a:solidFill>
          <a:latin typeface="Arial"/>
          <a:ea typeface="+mn-ea"/>
          <a:cs typeface="+mn-cs"/>
        </a:defRPr>
      </a:lvl1pPr>
      <a:lvl2pPr marL="890493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7" kern="1200">
          <a:solidFill>
            <a:schemeClr val="tx1"/>
          </a:solidFill>
          <a:latin typeface="Arial"/>
          <a:ea typeface="+mn-ea"/>
          <a:cs typeface="+mn-cs"/>
        </a:defRPr>
      </a:lvl2pPr>
      <a:lvl3pPr marL="1484154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7" kern="1200">
          <a:solidFill>
            <a:schemeClr val="tx1"/>
          </a:solidFill>
          <a:latin typeface="Arial"/>
          <a:ea typeface="+mn-ea"/>
          <a:cs typeface="+mn-cs"/>
        </a:defRPr>
      </a:lvl3pPr>
      <a:lvl4pPr marL="2077817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Arial"/>
          <a:ea typeface="+mn-ea"/>
          <a:cs typeface="+mn-cs"/>
        </a:defRPr>
      </a:lvl4pPr>
      <a:lvl5pPr marL="2671478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Arial"/>
          <a:ea typeface="+mn-ea"/>
          <a:cs typeface="+mn-cs"/>
        </a:defRPr>
      </a:lvl5pPr>
      <a:lvl6pPr marL="3265140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Arial"/>
          <a:ea typeface="+mn-ea"/>
          <a:cs typeface="+mn-cs"/>
        </a:defRPr>
      </a:lvl6pPr>
      <a:lvl7pPr marL="3858802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Arial"/>
          <a:ea typeface="+mn-ea"/>
          <a:cs typeface="+mn-cs"/>
        </a:defRPr>
      </a:lvl7pPr>
      <a:lvl8pPr marL="4452463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Arial"/>
          <a:ea typeface="+mn-ea"/>
          <a:cs typeface="+mn-cs"/>
        </a:defRPr>
      </a:lvl8pPr>
      <a:lvl9pPr marL="5046125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Arial"/>
          <a:ea typeface="+mn-ea"/>
          <a:cs typeface="+mn-cs"/>
        </a:defRPr>
      </a:lvl9pPr>
    </p:bodyStyle>
    <p:otherStyle>
      <a:defPPr>
        <a:defRPr lang="en-US"/>
      </a:defPPr>
      <a:lvl1pPr marL="0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1pPr>
      <a:lvl2pPr marL="593662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2pPr>
      <a:lvl3pPr marL="1187323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3pPr>
      <a:lvl4pPr marL="1780986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4pPr>
      <a:lvl5pPr marL="2374648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5pPr>
      <a:lvl6pPr marL="2968309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6pPr>
      <a:lvl7pPr marL="3561971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7pPr>
      <a:lvl8pPr marL="4155634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8pPr>
      <a:lvl9pPr marL="4749295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9pPr>
    </p:otherStyle>
  </p:txStyles>
  <p:extLst>
    <p:ext uri="{27BBF7A9-308A-43DC-89C8-2F10F3537804}">
      <p15:sldGuideLst xmlns="" xmlns:p15="http://schemas.microsoft.com/office/powerpoint/2012/main"/>
    </p:ext>
  </p:extLst>
</p:sldMaster>
</file>

<file path=ppt/slideMasters/slideMaster2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6785A3D6-1271-D247-9E96-1B376F4BE7BE}"/>
              </a:ext>
            </a:extLst>
          </p:cNvPr>
          <p:cNvSpPr txBox="1"/>
          <p:nvPr userDrawn="1"/>
        </p:nvSpPr>
        <p:spPr>
          <a:xfrm>
            <a:off x="1095469" y="6356939"/>
            <a:ext cx="350396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3746"/>
            <a:r>
              <a:rPr lang="en-US" altLang="zh-CN" sz="900" dirty="0">
                <a:solidFill>
                  <a:srgbClr val="1D1D1B"/>
                </a:solidFill>
                <a:latin typeface="Arial" pitchFamily="34" charset="0"/>
                <a:cs typeface="Arial" panose="020B0604020202020204" pitchFamily="34" charset="0"/>
              </a:rPr>
              <a:t>Huawei Proprietary - Restricted Distribution</a:t>
            </a:r>
            <a:endParaRPr lang="en-US" sz="900" dirty="0">
              <a:solidFill>
                <a:srgbClr val="1D1D1B"/>
              </a:solidFill>
              <a:latin typeface="Arial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EABEE2EE-BF4D-7A4A-B3C6-9E47668CCD98}"/>
              </a:ext>
            </a:extLst>
          </p:cNvPr>
          <p:cNvSpPr txBox="1"/>
          <p:nvPr userDrawn="1"/>
        </p:nvSpPr>
        <p:spPr>
          <a:xfrm>
            <a:off x="734133" y="6402810"/>
            <a:ext cx="499729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890137">
              <a:defRPr/>
            </a:pPr>
            <a:fld id="{C3837181-38C6-AD4F-B8BA-B444770388BB}" type="slidenum">
              <a:rPr lang="en-US" sz="900" smtClean="0">
                <a:solidFill>
                  <a:srgbClr val="1D1D1B"/>
                </a:solidFill>
                <a:latin typeface="Arial" pitchFamily="34" charset="0"/>
                <a:cs typeface="Arial" panose="020B0604020202020204" pitchFamily="34" charset="0"/>
              </a:rPr>
              <a:pPr defTabSz="890137">
                <a:defRPr/>
              </a:pPr>
              <a:t>‹Nº›</a:t>
            </a:fld>
            <a:endParaRPr lang="en-US" sz="900" dirty="0">
              <a:solidFill>
                <a:srgbClr val="1D1D1B"/>
              </a:solidFill>
              <a:latin typeface="Arial" pitchFamily="34" charset="0"/>
              <a:cs typeface="Arial" panose="020B0604020202020204" pitchFamily="34" charset="0"/>
            </a:endParaRPr>
          </a:p>
        </p:txBody>
      </p:sp>
      <p:pic>
        <p:nvPicPr>
          <p:cNvPr id="47" name="Picture 46">
            <a:extLst>
              <a:ext uri="{FF2B5EF4-FFF2-40B4-BE49-F238E27FC236}">
                <a16:creationId xmlns="" xmlns:a16="http://schemas.microsoft.com/office/drawing/2014/main" id="{92D9040A-3082-2F49-987E-B51574332EF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6176" y="6323416"/>
            <a:ext cx="1270800" cy="275024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="" xmlns:a16="http://schemas.microsoft.com/office/drawing/2014/main" id="{764EF22A-57CD-8957-14F6-570582816991}"/>
              </a:ext>
            </a:extLst>
          </p:cNvPr>
          <p:cNvSpPr txBox="1"/>
          <p:nvPr userDrawn="1">
            <p:extLst>
              <p:ext uri="{1162E1C5-73C7-4A58-AE30-91384D911F3F}">
                <p184:classification xmlns="" xmlns:p184="http://schemas.microsoft.com/office/powerpoint/2018/4/main" val="hdr"/>
              </p:ext>
            </p:extLst>
          </p:nvPr>
        </p:nvSpPr>
        <p:spPr>
          <a:xfrm>
            <a:off x="11083925" y="0"/>
            <a:ext cx="11414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s-AR" sz="10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Documento: Personal</a:t>
            </a:r>
          </a:p>
        </p:txBody>
      </p:sp>
    </p:spTree>
    <p:extLst>
      <p:ext uri="{BB962C8B-B14F-4D97-AF65-F5344CB8AC3E}">
        <p14:creationId xmlns:p14="http://schemas.microsoft.com/office/powerpoint/2010/main" val="146791877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txStyles>
    <p:titleStyle>
      <a:lvl1pPr algn="l" defTabSz="1186848" rtl="0" eaLnBrk="1" latinLnBrk="0" hangingPunct="1">
        <a:lnSpc>
          <a:spcPct val="90000"/>
        </a:lnSpc>
        <a:spcBef>
          <a:spcPct val="0"/>
        </a:spcBef>
        <a:buNone/>
        <a:defRPr sz="5712" kern="1200">
          <a:solidFill>
            <a:schemeClr val="tx1"/>
          </a:solidFill>
          <a:latin typeface="Arial"/>
          <a:ea typeface="+mj-ea"/>
          <a:cs typeface="+mj-cs"/>
        </a:defRPr>
      </a:lvl1pPr>
    </p:titleStyle>
    <p:bodyStyle>
      <a:lvl1pPr marL="296712" indent="-296712" algn="l" defTabSz="1186848" rtl="0" eaLnBrk="1" latinLnBrk="0" hangingPunct="1">
        <a:lnSpc>
          <a:spcPct val="90000"/>
        </a:lnSpc>
        <a:spcBef>
          <a:spcPts val="1297"/>
        </a:spcBef>
        <a:buFont typeface="Arial" panose="020B0604020202020204" pitchFamily="34" charset="0"/>
        <a:buChar char="•"/>
        <a:defRPr sz="3634" kern="1200">
          <a:solidFill>
            <a:schemeClr val="tx1"/>
          </a:solidFill>
          <a:latin typeface="Arial"/>
          <a:ea typeface="+mn-ea"/>
          <a:cs typeface="+mn-cs"/>
        </a:defRPr>
      </a:lvl1pPr>
      <a:lvl2pPr marL="890137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6" kern="1200">
          <a:solidFill>
            <a:schemeClr val="tx1"/>
          </a:solidFill>
          <a:latin typeface="Arial"/>
          <a:ea typeface="+mn-ea"/>
          <a:cs typeface="+mn-cs"/>
        </a:defRPr>
      </a:lvl2pPr>
      <a:lvl3pPr marL="1483560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6" kern="1200">
          <a:solidFill>
            <a:schemeClr val="tx1"/>
          </a:solidFill>
          <a:latin typeface="Arial"/>
          <a:ea typeface="+mn-ea"/>
          <a:cs typeface="+mn-cs"/>
        </a:defRPr>
      </a:lvl3pPr>
      <a:lvl4pPr marL="2076986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6" kern="1200">
          <a:solidFill>
            <a:schemeClr val="tx1"/>
          </a:solidFill>
          <a:latin typeface="Arial"/>
          <a:ea typeface="+mn-ea"/>
          <a:cs typeface="+mn-cs"/>
        </a:defRPr>
      </a:lvl4pPr>
      <a:lvl5pPr marL="2670409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6" kern="1200">
          <a:solidFill>
            <a:schemeClr val="tx1"/>
          </a:solidFill>
          <a:latin typeface="Arial"/>
          <a:ea typeface="+mn-ea"/>
          <a:cs typeface="+mn-cs"/>
        </a:defRPr>
      </a:lvl5pPr>
      <a:lvl6pPr marL="3263834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6" kern="1200">
          <a:solidFill>
            <a:schemeClr val="tx1"/>
          </a:solidFill>
          <a:latin typeface="Arial"/>
          <a:ea typeface="+mn-ea"/>
          <a:cs typeface="+mn-cs"/>
        </a:defRPr>
      </a:lvl6pPr>
      <a:lvl7pPr marL="3857258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6" kern="1200">
          <a:solidFill>
            <a:schemeClr val="tx1"/>
          </a:solidFill>
          <a:latin typeface="Arial"/>
          <a:ea typeface="+mn-ea"/>
          <a:cs typeface="+mn-cs"/>
        </a:defRPr>
      </a:lvl7pPr>
      <a:lvl8pPr marL="4450682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6" kern="1200">
          <a:solidFill>
            <a:schemeClr val="tx1"/>
          </a:solidFill>
          <a:latin typeface="Arial"/>
          <a:ea typeface="+mn-ea"/>
          <a:cs typeface="+mn-cs"/>
        </a:defRPr>
      </a:lvl8pPr>
      <a:lvl9pPr marL="5044107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6" kern="1200">
          <a:solidFill>
            <a:schemeClr val="tx1"/>
          </a:solidFill>
          <a:latin typeface="Arial"/>
          <a:ea typeface="+mn-ea"/>
          <a:cs typeface="+mn-cs"/>
        </a:defRPr>
      </a:lvl9pPr>
    </p:bodyStyle>
    <p:otherStyle>
      <a:defPPr>
        <a:defRPr lang="en-US"/>
      </a:defPPr>
      <a:lvl1pPr marL="0" algn="l" defTabSz="1186848" rtl="0" eaLnBrk="1" latinLnBrk="0" hangingPunct="1">
        <a:defRPr sz="2336" kern="1200">
          <a:solidFill>
            <a:schemeClr val="tx1"/>
          </a:solidFill>
          <a:latin typeface="Arial"/>
          <a:ea typeface="+mn-ea"/>
          <a:cs typeface="+mn-cs"/>
        </a:defRPr>
      </a:lvl1pPr>
      <a:lvl2pPr marL="593425" algn="l" defTabSz="1186848" rtl="0" eaLnBrk="1" latinLnBrk="0" hangingPunct="1">
        <a:defRPr sz="2336" kern="1200">
          <a:solidFill>
            <a:schemeClr val="tx1"/>
          </a:solidFill>
          <a:latin typeface="Arial"/>
          <a:ea typeface="+mn-ea"/>
          <a:cs typeface="+mn-cs"/>
        </a:defRPr>
      </a:lvl2pPr>
      <a:lvl3pPr marL="1186848" algn="l" defTabSz="1186848" rtl="0" eaLnBrk="1" latinLnBrk="0" hangingPunct="1">
        <a:defRPr sz="2336" kern="1200">
          <a:solidFill>
            <a:schemeClr val="tx1"/>
          </a:solidFill>
          <a:latin typeface="Arial"/>
          <a:ea typeface="+mn-ea"/>
          <a:cs typeface="+mn-cs"/>
        </a:defRPr>
      </a:lvl3pPr>
      <a:lvl4pPr marL="1780274" algn="l" defTabSz="1186848" rtl="0" eaLnBrk="1" latinLnBrk="0" hangingPunct="1">
        <a:defRPr sz="2336" kern="1200">
          <a:solidFill>
            <a:schemeClr val="tx1"/>
          </a:solidFill>
          <a:latin typeface="Arial"/>
          <a:ea typeface="+mn-ea"/>
          <a:cs typeface="+mn-cs"/>
        </a:defRPr>
      </a:lvl4pPr>
      <a:lvl5pPr marL="2373698" algn="l" defTabSz="1186848" rtl="0" eaLnBrk="1" latinLnBrk="0" hangingPunct="1">
        <a:defRPr sz="2336" kern="1200">
          <a:solidFill>
            <a:schemeClr val="tx1"/>
          </a:solidFill>
          <a:latin typeface="Arial"/>
          <a:ea typeface="+mn-ea"/>
          <a:cs typeface="+mn-cs"/>
        </a:defRPr>
      </a:lvl5pPr>
      <a:lvl6pPr marL="2967122" algn="l" defTabSz="1186848" rtl="0" eaLnBrk="1" latinLnBrk="0" hangingPunct="1">
        <a:defRPr sz="2336" kern="1200">
          <a:solidFill>
            <a:schemeClr val="tx1"/>
          </a:solidFill>
          <a:latin typeface="Arial"/>
          <a:ea typeface="+mn-ea"/>
          <a:cs typeface="+mn-cs"/>
        </a:defRPr>
      </a:lvl6pPr>
      <a:lvl7pPr marL="3560546" algn="l" defTabSz="1186848" rtl="0" eaLnBrk="1" latinLnBrk="0" hangingPunct="1">
        <a:defRPr sz="2336" kern="1200">
          <a:solidFill>
            <a:schemeClr val="tx1"/>
          </a:solidFill>
          <a:latin typeface="Arial"/>
          <a:ea typeface="+mn-ea"/>
          <a:cs typeface="+mn-cs"/>
        </a:defRPr>
      </a:lvl7pPr>
      <a:lvl8pPr marL="4153972" algn="l" defTabSz="1186848" rtl="0" eaLnBrk="1" latinLnBrk="0" hangingPunct="1">
        <a:defRPr sz="2336" kern="1200">
          <a:solidFill>
            <a:schemeClr val="tx1"/>
          </a:solidFill>
          <a:latin typeface="Arial"/>
          <a:ea typeface="+mn-ea"/>
          <a:cs typeface="+mn-cs"/>
        </a:defRPr>
      </a:lvl8pPr>
      <a:lvl9pPr marL="4747395" algn="l" defTabSz="1186848" rtl="0" eaLnBrk="1" latinLnBrk="0" hangingPunct="1">
        <a:defRPr sz="2336" kern="1200">
          <a:solidFill>
            <a:schemeClr val="tx1"/>
          </a:solidFill>
          <a:latin typeface="Arial"/>
          <a:ea typeface="+mn-ea"/>
          <a:cs typeface="+mn-cs"/>
        </a:defRPr>
      </a:lvl9pPr>
    </p:otherStyle>
  </p:txStyles>
  <p:extLst>
    <p:ext uri="{27BBF7A9-308A-43DC-89C8-2F10F3537804}">
      <p15:sldGuideLst xmlns="" xmlns:p15="http://schemas.microsoft.com/office/powerpoint/2012/main"/>
    </p:ext>
  </p:extLst>
</p:sldMaster>
</file>

<file path=ppt/slideMasters/slideMaster2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图片 7"/>
          <p:cNvPicPr>
            <a:picLocks noChangeAspect="1"/>
          </p:cNvPicPr>
          <p:nvPr userDrawn="1"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1588" y="1589"/>
            <a:ext cx="12193588" cy="6854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147" name="标题占位符 1"/>
          <p:cNvSpPr>
            <a:spLocks noGrp="1"/>
          </p:cNvSpPr>
          <p:nvPr>
            <p:ph type="title"/>
          </p:nvPr>
        </p:nvSpPr>
        <p:spPr bwMode="auto">
          <a:xfrm>
            <a:off x="609680" y="274638"/>
            <a:ext cx="10977404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21944" tIns="60972" rIns="121944" bIns="60972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6148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609680" y="1600201"/>
            <a:ext cx="10977404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21944" tIns="60972" rIns="121944" bIns="6097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679" y="6356351"/>
            <a:ext cx="2846759" cy="366713"/>
          </a:xfrm>
          <a:prstGeom prst="rect">
            <a:avLst/>
          </a:prstGeom>
        </p:spPr>
        <p:txBody>
          <a:bodyPr vert="horz" lIns="121944" tIns="60972" rIns="121944" bIns="60972" rtlCol="0" anchor="ctr"/>
          <a:lstStyle>
            <a:lvl1pPr algn="l">
              <a:defRPr sz="16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zh-CN" altLang="en-US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7731" y="6356351"/>
            <a:ext cx="3861303" cy="366713"/>
          </a:xfrm>
          <a:prstGeom prst="rect">
            <a:avLst/>
          </a:prstGeom>
        </p:spPr>
        <p:txBody>
          <a:bodyPr vert="horz" lIns="121944" tIns="60972" rIns="121944" bIns="60972" rtlCol="0" anchor="ctr"/>
          <a:lstStyle>
            <a:lvl1pPr algn="ctr">
              <a:defRPr sz="16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zh-CN" altLang="en-US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sp>
        <p:nvSpPr>
          <p:cNvPr id="6152" name="Rectangle 86"/>
          <p:cNvSpPr>
            <a:spLocks noChangeArrowheads="1"/>
          </p:cNvSpPr>
          <p:nvPr userDrawn="1"/>
        </p:nvSpPr>
        <p:spPr bwMode="auto">
          <a:xfrm>
            <a:off x="11844292" y="6348414"/>
            <a:ext cx="327068" cy="42703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defTabSz="987425">
              <a:lnSpc>
                <a:spcPct val="85000"/>
              </a:lnSpc>
              <a:defRPr/>
            </a:pPr>
            <a:endParaRPr lang="de-DE" altLang="zh-CN" sz="1300" dirty="0">
              <a:solidFill>
                <a:prstClr val="black"/>
              </a:solidFill>
              <a:latin typeface="Arial" panose="020B0604020202020204" pitchFamily="34" charset="0"/>
              <a:ea typeface="MS PGothic" pitchFamily="34" charset="-128"/>
            </a:endParaRPr>
          </a:p>
          <a:p>
            <a:pPr defTabSz="987425">
              <a:lnSpc>
                <a:spcPct val="85000"/>
              </a:lnSpc>
              <a:defRPr/>
            </a:pPr>
            <a:fld id="{5EF0CD69-34B8-498B-B185-8D66CC901867}" type="slidenum">
              <a:rPr lang="de-DE" altLang="zh-CN" sz="900">
                <a:solidFill>
                  <a:srgbClr val="7F7F7F"/>
                </a:solidFill>
                <a:latin typeface="Arial" pitchFamily="34" charset="0"/>
                <a:ea typeface="MS PGothic" pitchFamily="34" charset="-128"/>
                <a:cs typeface="Arial" pitchFamily="34" charset="0"/>
              </a:rPr>
              <a:pPr defTabSz="987425">
                <a:lnSpc>
                  <a:spcPct val="85000"/>
                </a:lnSpc>
                <a:defRPr/>
              </a:pPr>
              <a:t>‹Nº›</a:t>
            </a:fld>
            <a:endParaRPr lang="en-GB" altLang="zh-CN" sz="900" dirty="0">
              <a:solidFill>
                <a:srgbClr val="7F7F7F"/>
              </a:solidFill>
              <a:latin typeface="Arial" pitchFamily="34" charset="0"/>
              <a:ea typeface="MS PGothic" pitchFamily="34" charset="-128"/>
              <a:cs typeface="Arial" pitchFamily="34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0780" y="44451"/>
            <a:ext cx="1235983" cy="341692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="" xmlns:a16="http://schemas.microsoft.com/office/drawing/2014/main" id="{AB789A5C-269C-7176-5FC0-B2D1A59195BB}"/>
              </a:ext>
            </a:extLst>
          </p:cNvPr>
          <p:cNvSpPr txBox="1"/>
          <p:nvPr userDrawn="1">
            <p:extLst>
              <p:ext uri="{1162E1C5-73C7-4A58-AE30-91384D911F3F}">
                <p184:classification xmlns="" xmlns:p184="http://schemas.microsoft.com/office/powerpoint/2018/4/main" val="hdr"/>
              </p:ext>
            </p:extLst>
          </p:nvPr>
        </p:nvSpPr>
        <p:spPr>
          <a:xfrm>
            <a:off x="11083925" y="0"/>
            <a:ext cx="11414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s-AR" sz="10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Documento: Personal</a:t>
            </a:r>
          </a:p>
        </p:txBody>
      </p:sp>
    </p:spTree>
    <p:extLst>
      <p:ext uri="{BB962C8B-B14F-4D97-AF65-F5344CB8AC3E}">
        <p14:creationId xmlns:p14="http://schemas.microsoft.com/office/powerpoint/2010/main" val="13562366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21" r:id="rId1"/>
    <p:sldLayoutId id="2147484222" r:id="rId2"/>
    <p:sldLayoutId id="2147484223" r:id="rId3"/>
    <p:sldLayoutId id="2147484224" r:id="rId4"/>
    <p:sldLayoutId id="2147484225" r:id="rId5"/>
    <p:sldLayoutId id="2147484226" r:id="rId6"/>
    <p:sldLayoutId id="2147484227" r:id="rId7"/>
  </p:sldLayoutIdLst>
  <p:hf hdr="0" dt="0"/>
  <p:txStyles>
    <p:titleStyle>
      <a:lvl1pPr algn="ctr" defTabSz="1219200" rtl="0" eaLnBrk="0" fontAlgn="base" hangingPunct="0">
        <a:spcBef>
          <a:spcPct val="0"/>
        </a:spcBef>
        <a:spcAft>
          <a:spcPct val="0"/>
        </a:spcAft>
        <a:defRPr sz="58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defTabSz="1219200" rtl="0" eaLnBrk="0" fontAlgn="base" hangingPunct="0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2pPr>
      <a:lvl3pPr algn="ctr" defTabSz="1219200" rtl="0" eaLnBrk="0" fontAlgn="base" hangingPunct="0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3pPr>
      <a:lvl4pPr algn="ctr" defTabSz="1219200" rtl="0" eaLnBrk="0" fontAlgn="base" hangingPunct="0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4pPr>
      <a:lvl5pPr algn="ctr" defTabSz="1219200" rtl="0" eaLnBrk="0" fontAlgn="base" hangingPunct="0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5pPr>
      <a:lvl6pPr marL="457200" algn="ctr" defTabSz="1219200" rtl="0" fontAlgn="base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6pPr>
      <a:lvl7pPr marL="914400" algn="ctr" defTabSz="1219200" rtl="0" fontAlgn="base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7pPr>
      <a:lvl8pPr marL="1371600" algn="ctr" defTabSz="1219200" rtl="0" fontAlgn="base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8pPr>
      <a:lvl9pPr marL="1828800" algn="ctr" defTabSz="1219200" rtl="0" fontAlgn="base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9pPr>
    </p:titleStyle>
    <p:bodyStyle>
      <a:lvl1pPr marL="457200" indent="-457200" algn="l" defTabSz="1219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4200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defTabSz="1219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defTabSz="1219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1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defTabSz="1219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6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defTabSz="1219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6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itchFamily="34" charset="0"/>
        <a:buChar char="•"/>
        <a:defRPr sz="2699" kern="1200">
          <a:solidFill>
            <a:schemeClr val="tx1"/>
          </a:solidFill>
          <a:latin typeface="+mn-lt"/>
          <a:ea typeface="+mn-ea"/>
          <a:cs typeface="+mn-cs"/>
        </a:defRPr>
      </a:lvl6pPr>
      <a:lvl7pPr marL="3962399" indent="-304800" algn="l" defTabSz="1219200" rtl="0" eaLnBrk="1" latinLnBrk="0" hangingPunct="1">
        <a:spcBef>
          <a:spcPct val="20000"/>
        </a:spcBef>
        <a:buFont typeface="Arial" pitchFamily="34" charset="0"/>
        <a:buChar char="•"/>
        <a:defRPr sz="2699" kern="1200">
          <a:solidFill>
            <a:schemeClr val="tx1"/>
          </a:solidFill>
          <a:latin typeface="+mn-lt"/>
          <a:ea typeface="+mn-ea"/>
          <a:cs typeface="+mn-cs"/>
        </a:defRPr>
      </a:lvl7pPr>
      <a:lvl8pPr marL="4571999" indent="-304800" algn="l" defTabSz="1219200" rtl="0" eaLnBrk="1" latinLnBrk="0" hangingPunct="1">
        <a:spcBef>
          <a:spcPct val="20000"/>
        </a:spcBef>
        <a:buFont typeface="Arial" pitchFamily="34" charset="0"/>
        <a:buChar char="•"/>
        <a:defRPr sz="2699" kern="1200">
          <a:solidFill>
            <a:schemeClr val="tx1"/>
          </a:solidFill>
          <a:latin typeface="+mn-lt"/>
          <a:ea typeface="+mn-ea"/>
          <a:cs typeface="+mn-cs"/>
        </a:defRPr>
      </a:lvl8pPr>
      <a:lvl9pPr marL="5181599" indent="-304800" algn="l" defTabSz="1219200" rtl="0" eaLnBrk="1" latinLnBrk="0" hangingPunct="1">
        <a:spcBef>
          <a:spcPct val="20000"/>
        </a:spcBef>
        <a:buFont typeface="Arial" pitchFamily="34" charset="0"/>
        <a:buChar char="•"/>
        <a:defRPr sz="26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199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799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0" name="Picture 4" descr="das team ag - Stellenvermittlung und Personalverleih">
            <a:extLst>
              <a:ext uri="{FF2B5EF4-FFF2-40B4-BE49-F238E27FC236}">
                <a16:creationId xmlns="" xmlns:a16="http://schemas.microsoft.com/office/drawing/2014/main" id="{65E6AB95-1049-4F15-8C79-25BFD1EAA2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020448"/>
            <a:ext cx="12196763" cy="58375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" name="直接连接符 49">
            <a:extLst>
              <a:ext uri="{FF2B5EF4-FFF2-40B4-BE49-F238E27FC236}">
                <a16:creationId xmlns="" xmlns:a16="http://schemas.microsoft.com/office/drawing/2014/main" id="{0603D4D1-8C3C-ADAF-BD12-7358E9B55320}"/>
              </a:ext>
            </a:extLst>
          </p:cNvPr>
          <p:cNvCxnSpPr>
            <a:cxnSpLocks/>
          </p:cNvCxnSpPr>
          <p:nvPr/>
        </p:nvCxnSpPr>
        <p:spPr>
          <a:xfrm>
            <a:off x="116117" y="672913"/>
            <a:ext cx="4710296" cy="0"/>
          </a:xfrm>
          <a:prstGeom prst="line">
            <a:avLst/>
          </a:prstGeom>
          <a:ln w="19050">
            <a:solidFill>
              <a:srgbClr val="57575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矩形 4">
            <a:extLst>
              <a:ext uri="{FF2B5EF4-FFF2-40B4-BE49-F238E27FC236}">
                <a16:creationId xmlns="" xmlns:a16="http://schemas.microsoft.com/office/drawing/2014/main" id="{0C1E8332-8252-0682-D59A-D8A6EBD5CAEF}"/>
              </a:ext>
            </a:extLst>
          </p:cNvPr>
          <p:cNvSpPr/>
          <p:nvPr/>
        </p:nvSpPr>
        <p:spPr>
          <a:xfrm>
            <a:off x="-7534" y="0"/>
            <a:ext cx="5655477" cy="852427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rtlCol="0" anchor="ctr">
            <a:noAutofit/>
          </a:bodyPr>
          <a:lstStyle/>
          <a:p>
            <a:pPr marL="0" marR="0" lvl="0" indent="0" defTabSz="121845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s-AR" sz="2400" b="1" dirty="0" smtClean="0">
                <a:solidFill>
                  <a:srgbClr val="000000"/>
                </a:solidFill>
                <a:latin typeface="Roboto Thin" panose="02000000000000000000" pitchFamily="2" charset="0"/>
                <a:ea typeface="Roboto Thin" panose="02000000000000000000" pitchFamily="2" charset="0"/>
              </a:rPr>
              <a:t>   Transformación </a:t>
            </a:r>
            <a:r>
              <a:rPr kumimoji="1" lang="es-AR" sz="2400" b="1" dirty="0">
                <a:solidFill>
                  <a:srgbClr val="000000"/>
                </a:solidFill>
                <a:latin typeface="Roboto Thin" panose="02000000000000000000" pitchFamily="2" charset="0"/>
                <a:ea typeface="Roboto Thin" panose="02000000000000000000" pitchFamily="2" charset="0"/>
              </a:rPr>
              <a:t>Digital</a:t>
            </a:r>
          </a:p>
        </p:txBody>
      </p:sp>
    </p:spTree>
    <p:extLst>
      <p:ext uri="{BB962C8B-B14F-4D97-AF65-F5344CB8AC3E}">
        <p14:creationId xmlns:p14="http://schemas.microsoft.com/office/powerpoint/2010/main" val="40456328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305">
            <a:extLst>
              <a:ext uri="{FF2B5EF4-FFF2-40B4-BE49-F238E27FC236}">
                <a16:creationId xmlns="" xmlns:a16="http://schemas.microsoft.com/office/drawing/2014/main" id="{CF11E55D-0AE2-1807-A8D4-09EAD2313BF4}"/>
              </a:ext>
            </a:extLst>
          </p:cNvPr>
          <p:cNvSpPr/>
          <p:nvPr/>
        </p:nvSpPr>
        <p:spPr>
          <a:xfrm>
            <a:off x="378313" y="833987"/>
            <a:ext cx="11818450" cy="5548625"/>
          </a:xfrm>
          <a:prstGeom prst="rect">
            <a:avLst/>
          </a:prstGeom>
          <a:noFill/>
        </p:spPr>
        <p:txBody>
          <a:bodyPr wrap="square" lIns="35992" rIns="35992">
            <a:noAutofit/>
          </a:bodyPr>
          <a:lstStyle/>
          <a:p>
            <a:pPr defTabSz="914217" fontAlgn="ctr">
              <a:spcBef>
                <a:spcPct val="0"/>
              </a:spcBef>
              <a:spcAft>
                <a:spcPct val="0"/>
              </a:spcAft>
            </a:pPr>
            <a:r>
              <a:rPr lang="es-AR" sz="1200" b="1" dirty="0">
                <a:solidFill>
                  <a:prstClr val="black"/>
                </a:solidFill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Seguridad física.</a:t>
            </a:r>
            <a:r>
              <a:rPr lang="es-AR" sz="1100" dirty="0">
                <a:solidFill>
                  <a:prstClr val="black"/>
                </a:solidFill>
                <a:latin typeface="Roboto Thin" panose="02000000000000000000" pitchFamily="2" charset="0"/>
                <a:ea typeface="Roboto Thin" panose="02000000000000000000" pitchFamily="2" charset="0"/>
                <a:cs typeface="Arial" panose="020B0604020202020204" pitchFamily="34" charset="0"/>
              </a:rPr>
              <a:t>:</a:t>
            </a:r>
          </a:p>
          <a:p>
            <a:pPr marL="180975" defTabSz="914217" fontAlgn="ctr">
              <a:spcBef>
                <a:spcPct val="0"/>
              </a:spcBef>
              <a:spcAft>
                <a:spcPct val="0"/>
              </a:spcAft>
            </a:pPr>
            <a:r>
              <a:rPr lang="es-AR" sz="1100" dirty="0">
                <a:solidFill>
                  <a:prstClr val="black"/>
                </a:solidFill>
                <a:latin typeface="Roboto Thin" panose="02000000000000000000" pitchFamily="2" charset="0"/>
                <a:ea typeface="Roboto Thin" panose="02000000000000000000" pitchFamily="2" charset="0"/>
                <a:cs typeface="Arial" panose="020B0604020202020204" pitchFamily="34" charset="0"/>
              </a:rPr>
              <a:t>Control de </a:t>
            </a:r>
            <a:r>
              <a:rPr lang="es-AR" sz="1100" dirty="0">
                <a:solidFill>
                  <a:srgbClr val="374151"/>
                </a:solidFill>
                <a:latin typeface="Roboto Thin" panose="02000000000000000000" pitchFamily="2" charset="0"/>
                <a:ea typeface="Roboto Thin" panose="02000000000000000000" pitchFamily="2" charset="0"/>
              </a:rPr>
              <a:t>Acceso Restringido (Código de acceso, Biometría y otros), Cámaras de Seguridad, Guardia privada y otros.</a:t>
            </a:r>
          </a:p>
          <a:p>
            <a:pPr marL="180975" indent="-180975" defTabSz="914217" fontAlgn="ctr">
              <a:spcBef>
                <a:spcPts val="1200"/>
              </a:spcBef>
            </a:pPr>
            <a:r>
              <a:rPr lang="es-AR" sz="1200" b="1" dirty="0">
                <a:solidFill>
                  <a:prstClr val="black"/>
                </a:solidFill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Seguridad de Capa de Red</a:t>
            </a:r>
            <a:r>
              <a:rPr lang="es-AR" sz="1100" b="1" dirty="0">
                <a:solidFill>
                  <a:prstClr val="black"/>
                </a:solidFill>
                <a:latin typeface="Roboto Thin" panose="02000000000000000000" pitchFamily="2" charset="0"/>
                <a:ea typeface="Roboto Thin" panose="02000000000000000000" pitchFamily="2" charset="0"/>
                <a:cs typeface="Arial" panose="020B0604020202020204" pitchFamily="34" charset="0"/>
              </a:rPr>
              <a:t>.</a:t>
            </a:r>
          </a:p>
          <a:p>
            <a:pPr marL="180975" algn="l">
              <a:spcBef>
                <a:spcPts val="600"/>
              </a:spcBef>
            </a:pPr>
            <a:r>
              <a:rPr lang="es-ES" sz="1100" b="1" dirty="0">
                <a:solidFill>
                  <a:srgbClr val="374151"/>
                </a:solidFill>
                <a:latin typeface="Roboto Thin" panose="02000000000000000000" pitchFamily="2" charset="0"/>
                <a:ea typeface="Roboto Thin" panose="02000000000000000000" pitchFamily="2" charset="0"/>
              </a:rPr>
              <a:t>Firewalls:</a:t>
            </a:r>
          </a:p>
          <a:p>
            <a:pPr marL="180975" lvl="1" algn="l"/>
            <a:r>
              <a:rPr lang="es-ES" sz="1100" dirty="0">
                <a:solidFill>
                  <a:srgbClr val="374151"/>
                </a:solidFill>
                <a:latin typeface="Roboto Thin" panose="02000000000000000000" pitchFamily="2" charset="0"/>
                <a:ea typeface="Roboto Thin" panose="02000000000000000000" pitchFamily="2" charset="0"/>
              </a:rPr>
              <a:t>Los firewalls se utilizan para controlar el tráfico de red y filtrar paquetes en función de reglas predefinidas. Pueden ser implementados en forma de hardware o software y actúan como una barrera entre redes confiables y no confiables, examinando y bloqueando el tráfico no autorizado.</a:t>
            </a:r>
          </a:p>
          <a:p>
            <a:pPr marL="180975" algn="l">
              <a:spcBef>
                <a:spcPts val="1200"/>
              </a:spcBef>
            </a:pPr>
            <a:r>
              <a:rPr lang="es-ES" sz="1100" b="1" dirty="0">
                <a:solidFill>
                  <a:srgbClr val="374151"/>
                </a:solidFill>
                <a:latin typeface="Roboto Thin" panose="02000000000000000000" pitchFamily="2" charset="0"/>
                <a:ea typeface="Roboto Thin" panose="02000000000000000000" pitchFamily="2" charset="0"/>
              </a:rPr>
              <a:t>Redes privadas virtuales (VPN):</a:t>
            </a:r>
          </a:p>
          <a:p>
            <a:pPr marL="180975" lvl="1" algn="l"/>
            <a:r>
              <a:rPr lang="es-ES" sz="1100" dirty="0">
                <a:solidFill>
                  <a:srgbClr val="374151"/>
                </a:solidFill>
                <a:latin typeface="Roboto Thin" panose="02000000000000000000" pitchFamily="2" charset="0"/>
                <a:ea typeface="Roboto Thin" panose="02000000000000000000" pitchFamily="2" charset="0"/>
              </a:rPr>
              <a:t>Las VPN permiten establecer conexiones seguras y encriptadas sobre redes públicas, como Internet. Utilizan protocolos de tunelización y cifrado para proteger la confidencialidad e integridad de los datos transmitidos a través de la red.</a:t>
            </a:r>
          </a:p>
          <a:p>
            <a:pPr marL="180975" algn="l">
              <a:spcBef>
                <a:spcPts val="600"/>
              </a:spcBef>
            </a:pPr>
            <a:r>
              <a:rPr lang="es-ES" sz="1100" b="1" dirty="0">
                <a:solidFill>
                  <a:srgbClr val="374151"/>
                </a:solidFill>
                <a:latin typeface="Roboto Thin" panose="02000000000000000000" pitchFamily="2" charset="0"/>
                <a:ea typeface="Roboto Thin" panose="02000000000000000000" pitchFamily="2" charset="0"/>
              </a:rPr>
              <a:t>Seguridad de protocolos</a:t>
            </a:r>
            <a:r>
              <a:rPr lang="es-ES" b="0" i="0" dirty="0">
                <a:solidFill>
                  <a:srgbClr val="374151"/>
                </a:solidFill>
                <a:effectLst/>
                <a:latin typeface="Söhne"/>
              </a:rPr>
              <a:t>:</a:t>
            </a:r>
          </a:p>
          <a:p>
            <a:pPr marL="180975" lvl="1" algn="l"/>
            <a:r>
              <a:rPr lang="es-ES" sz="1100" dirty="0">
                <a:solidFill>
                  <a:srgbClr val="374151"/>
                </a:solidFill>
                <a:latin typeface="Roboto Thin" panose="02000000000000000000" pitchFamily="2" charset="0"/>
                <a:ea typeface="Roboto Thin" panose="02000000000000000000" pitchFamily="2" charset="0"/>
              </a:rPr>
              <a:t>Los protocolos de red, como IP (Internet </a:t>
            </a:r>
            <a:r>
              <a:rPr lang="es-ES" sz="1100" dirty="0" err="1">
                <a:solidFill>
                  <a:srgbClr val="374151"/>
                </a:solidFill>
                <a:latin typeface="Roboto Thin" panose="02000000000000000000" pitchFamily="2" charset="0"/>
                <a:ea typeface="Roboto Thin" panose="02000000000000000000" pitchFamily="2" charset="0"/>
              </a:rPr>
              <a:t>Protocol</a:t>
            </a:r>
            <a:r>
              <a:rPr lang="es-ES" sz="1100" dirty="0">
                <a:solidFill>
                  <a:srgbClr val="374151"/>
                </a:solidFill>
                <a:latin typeface="Roboto Thin" panose="02000000000000000000" pitchFamily="2" charset="0"/>
                <a:ea typeface="Roboto Thin" panose="02000000000000000000" pitchFamily="2" charset="0"/>
              </a:rPr>
              <a:t>), TCP (</a:t>
            </a:r>
            <a:r>
              <a:rPr lang="es-ES" sz="1100" dirty="0" err="1">
                <a:solidFill>
                  <a:srgbClr val="374151"/>
                </a:solidFill>
                <a:latin typeface="Roboto Thin" panose="02000000000000000000" pitchFamily="2" charset="0"/>
                <a:ea typeface="Roboto Thin" panose="02000000000000000000" pitchFamily="2" charset="0"/>
              </a:rPr>
              <a:t>Transmission</a:t>
            </a:r>
            <a:r>
              <a:rPr lang="es-ES" sz="1100" dirty="0">
                <a:solidFill>
                  <a:srgbClr val="374151"/>
                </a:solidFill>
                <a:latin typeface="Roboto Thin" panose="02000000000000000000" pitchFamily="2" charset="0"/>
                <a:ea typeface="Roboto Thin" panose="02000000000000000000" pitchFamily="2" charset="0"/>
              </a:rPr>
              <a:t> Control </a:t>
            </a:r>
            <a:r>
              <a:rPr lang="es-ES" sz="1100" dirty="0" err="1">
                <a:solidFill>
                  <a:srgbClr val="374151"/>
                </a:solidFill>
                <a:latin typeface="Roboto Thin" panose="02000000000000000000" pitchFamily="2" charset="0"/>
                <a:ea typeface="Roboto Thin" panose="02000000000000000000" pitchFamily="2" charset="0"/>
              </a:rPr>
              <a:t>Protocol</a:t>
            </a:r>
            <a:r>
              <a:rPr lang="es-ES" sz="1100" dirty="0">
                <a:solidFill>
                  <a:srgbClr val="374151"/>
                </a:solidFill>
                <a:latin typeface="Roboto Thin" panose="02000000000000000000" pitchFamily="2" charset="0"/>
                <a:ea typeface="Roboto Thin" panose="02000000000000000000" pitchFamily="2" charset="0"/>
              </a:rPr>
              <a:t>) y UDP (</a:t>
            </a:r>
            <a:r>
              <a:rPr lang="es-ES" sz="1100" dirty="0" err="1">
                <a:solidFill>
                  <a:srgbClr val="374151"/>
                </a:solidFill>
                <a:latin typeface="Roboto Thin" panose="02000000000000000000" pitchFamily="2" charset="0"/>
                <a:ea typeface="Roboto Thin" panose="02000000000000000000" pitchFamily="2" charset="0"/>
              </a:rPr>
              <a:t>User</a:t>
            </a:r>
            <a:r>
              <a:rPr lang="es-ES" sz="1100" dirty="0">
                <a:solidFill>
                  <a:srgbClr val="374151"/>
                </a:solidFill>
                <a:latin typeface="Roboto Thin" panose="02000000000000000000" pitchFamily="2" charset="0"/>
                <a:ea typeface="Roboto Thin" panose="02000000000000000000" pitchFamily="2" charset="0"/>
              </a:rPr>
              <a:t> </a:t>
            </a:r>
            <a:r>
              <a:rPr lang="es-ES" sz="1100" dirty="0" err="1">
                <a:solidFill>
                  <a:srgbClr val="374151"/>
                </a:solidFill>
                <a:latin typeface="Roboto Thin" panose="02000000000000000000" pitchFamily="2" charset="0"/>
                <a:ea typeface="Roboto Thin" panose="02000000000000000000" pitchFamily="2" charset="0"/>
              </a:rPr>
              <a:t>Datagram</a:t>
            </a:r>
            <a:r>
              <a:rPr lang="es-ES" sz="1100" dirty="0">
                <a:solidFill>
                  <a:srgbClr val="374151"/>
                </a:solidFill>
                <a:latin typeface="Roboto Thin" panose="02000000000000000000" pitchFamily="2" charset="0"/>
                <a:ea typeface="Roboto Thin" panose="02000000000000000000" pitchFamily="2" charset="0"/>
              </a:rPr>
              <a:t> </a:t>
            </a:r>
            <a:r>
              <a:rPr lang="es-ES" sz="1100" dirty="0" err="1">
                <a:solidFill>
                  <a:srgbClr val="374151"/>
                </a:solidFill>
                <a:latin typeface="Roboto Thin" panose="02000000000000000000" pitchFamily="2" charset="0"/>
                <a:ea typeface="Roboto Thin" panose="02000000000000000000" pitchFamily="2" charset="0"/>
              </a:rPr>
              <a:t>Protocol</a:t>
            </a:r>
            <a:r>
              <a:rPr lang="es-ES" sz="1100" dirty="0">
                <a:solidFill>
                  <a:srgbClr val="374151"/>
                </a:solidFill>
                <a:latin typeface="Roboto Thin" panose="02000000000000000000" pitchFamily="2" charset="0"/>
                <a:ea typeface="Roboto Thin" panose="02000000000000000000" pitchFamily="2" charset="0"/>
              </a:rPr>
              <a:t>), pueden presentar vulnerabilidades. Implementar medidas de seguridad en los protocolos utilizados, como IPsec (IP Security) para cifrar y autenticar el tráfico IP, puede proteger la comunicación en la capa de red.</a:t>
            </a:r>
          </a:p>
          <a:p>
            <a:pPr marL="180975" algn="l">
              <a:spcBef>
                <a:spcPts val="1200"/>
              </a:spcBef>
            </a:pPr>
            <a:r>
              <a:rPr lang="es-ES" sz="1100" b="1" dirty="0">
                <a:solidFill>
                  <a:srgbClr val="374151"/>
                </a:solidFill>
                <a:latin typeface="Roboto Thin" panose="02000000000000000000" pitchFamily="2" charset="0"/>
                <a:ea typeface="Roboto Thin" panose="02000000000000000000" pitchFamily="2" charset="0"/>
              </a:rPr>
              <a:t>VLAN (Virtual LAN) y segmentación de red:</a:t>
            </a:r>
          </a:p>
          <a:p>
            <a:pPr marL="180975" lvl="1" algn="l"/>
            <a:r>
              <a:rPr lang="es-ES" sz="1100" dirty="0">
                <a:solidFill>
                  <a:srgbClr val="374151"/>
                </a:solidFill>
                <a:latin typeface="Roboto Thin" panose="02000000000000000000" pitchFamily="2" charset="0"/>
                <a:ea typeface="Roboto Thin" panose="02000000000000000000" pitchFamily="2" charset="0"/>
              </a:rPr>
              <a:t>La segmentación de red y la configuración de VLAN pueden ayudar a mejorar la seguridad al separar físicamente o lógicamente los dispositivos en grupos y restringir el acceso entre ellos.</a:t>
            </a:r>
          </a:p>
          <a:p>
            <a:pPr marL="180975" lvl="1" algn="l"/>
            <a:r>
              <a:rPr lang="es-ES" sz="1100" dirty="0">
                <a:solidFill>
                  <a:srgbClr val="374151"/>
                </a:solidFill>
                <a:latin typeface="Roboto Thin" panose="02000000000000000000" pitchFamily="2" charset="0"/>
                <a:ea typeface="Roboto Thin" panose="02000000000000000000" pitchFamily="2" charset="0"/>
              </a:rPr>
              <a:t>Esto ayuda a limitar la propagación de amenazas en la red y proporciona un control más granular sobre el tráfico de red.</a:t>
            </a:r>
          </a:p>
          <a:p>
            <a:pPr marL="180975" algn="l">
              <a:spcBef>
                <a:spcPts val="1200"/>
              </a:spcBef>
            </a:pPr>
            <a:r>
              <a:rPr lang="es-ES" sz="1100" b="1" dirty="0">
                <a:solidFill>
                  <a:srgbClr val="374151"/>
                </a:solidFill>
                <a:latin typeface="Roboto Thin" panose="02000000000000000000" pitchFamily="2" charset="0"/>
                <a:ea typeface="Roboto Thin" panose="02000000000000000000" pitchFamily="2" charset="0"/>
              </a:rPr>
              <a:t>Prevención de ataques de denegación de servicio (DoS):</a:t>
            </a:r>
          </a:p>
          <a:p>
            <a:pPr marL="180975" lvl="1" algn="l"/>
            <a:r>
              <a:rPr lang="es-ES" sz="1100" dirty="0">
                <a:solidFill>
                  <a:srgbClr val="374151"/>
                </a:solidFill>
                <a:latin typeface="Roboto Thin" panose="02000000000000000000" pitchFamily="2" charset="0"/>
                <a:ea typeface="Roboto Thin" panose="02000000000000000000" pitchFamily="2" charset="0"/>
              </a:rPr>
              <a:t>Los ataques de DoS buscan abrumar los recursos de red o sistemas, impidiendo el acceso legítimo a los </a:t>
            </a:r>
            <a:r>
              <a:rPr lang="es-ES" sz="1100" dirty="0" err="1">
                <a:solidFill>
                  <a:srgbClr val="374151"/>
                </a:solidFill>
                <a:latin typeface="Roboto Thin" panose="02000000000000000000" pitchFamily="2" charset="0"/>
                <a:ea typeface="Roboto Thin" panose="02000000000000000000" pitchFamily="2" charset="0"/>
              </a:rPr>
              <a:t>servicios.La</a:t>
            </a:r>
            <a:r>
              <a:rPr lang="es-ES" sz="1100" dirty="0">
                <a:solidFill>
                  <a:srgbClr val="374151"/>
                </a:solidFill>
                <a:latin typeface="Roboto Thin" panose="02000000000000000000" pitchFamily="2" charset="0"/>
                <a:ea typeface="Roboto Thin" panose="02000000000000000000" pitchFamily="2" charset="0"/>
              </a:rPr>
              <a:t> implementación de soluciones de prevención de DoS, como filtros de tráfico, equilibrio de carga y sistemas de detección de anomalías, puede ayudar a mitigar estos ataques.</a:t>
            </a:r>
          </a:p>
          <a:p>
            <a:pPr marL="180975" algn="l">
              <a:spcBef>
                <a:spcPts val="1200"/>
              </a:spcBef>
            </a:pPr>
            <a:r>
              <a:rPr lang="es-ES" sz="1100" b="1" dirty="0">
                <a:solidFill>
                  <a:srgbClr val="374151"/>
                </a:solidFill>
                <a:latin typeface="Roboto Thin" panose="02000000000000000000" pitchFamily="2" charset="0"/>
                <a:ea typeface="Roboto Thin" panose="02000000000000000000" pitchFamily="2" charset="0"/>
              </a:rPr>
              <a:t>Sistemas de detección y prevención de intrusos (IDS/IPS):</a:t>
            </a:r>
          </a:p>
          <a:p>
            <a:pPr marL="180975" lvl="1" algn="l"/>
            <a:r>
              <a:rPr lang="es-ES" sz="1100" dirty="0">
                <a:solidFill>
                  <a:srgbClr val="374151"/>
                </a:solidFill>
                <a:latin typeface="Roboto Thin" panose="02000000000000000000" pitchFamily="2" charset="0"/>
                <a:ea typeface="Roboto Thin" panose="02000000000000000000" pitchFamily="2" charset="0"/>
              </a:rPr>
              <a:t>Los IDS monitorean el tráfico de red en busca de actividades sospechosas o maliciosas y generan alertas en tiempo real. Los IPS van un paso más allá y pueden bloquear o tomar medidas correctivas automáticamente para detener los ataques.</a:t>
            </a:r>
          </a:p>
          <a:p>
            <a:pPr marL="180975" algn="l">
              <a:spcBef>
                <a:spcPts val="1200"/>
              </a:spcBef>
            </a:pPr>
            <a:r>
              <a:rPr lang="es-ES" sz="1100" b="1" dirty="0">
                <a:solidFill>
                  <a:srgbClr val="374151"/>
                </a:solidFill>
                <a:latin typeface="Roboto Thin" panose="02000000000000000000" pitchFamily="2" charset="0"/>
                <a:ea typeface="Roboto Thin" panose="02000000000000000000" pitchFamily="2" charset="0"/>
              </a:rPr>
              <a:t>Monitoreo y registro de eventos:</a:t>
            </a:r>
          </a:p>
          <a:p>
            <a:pPr marL="180975" lvl="1" algn="l"/>
            <a:r>
              <a:rPr lang="es-ES" sz="1100" dirty="0">
                <a:solidFill>
                  <a:srgbClr val="374151"/>
                </a:solidFill>
                <a:latin typeface="Roboto Thin" panose="02000000000000000000" pitchFamily="2" charset="0"/>
                <a:ea typeface="Roboto Thin" panose="02000000000000000000" pitchFamily="2" charset="0"/>
              </a:rPr>
              <a:t>El monitoreo y registro de eventos en la red permiten identificar actividades anómalas, rastrear incidentes de seguridad y llevar a cabo análisis forenses en caso de intrusiones.</a:t>
            </a:r>
          </a:p>
          <a:p>
            <a:pPr marL="180975" lvl="1" algn="l"/>
            <a:r>
              <a:rPr lang="es-ES" sz="1100" dirty="0">
                <a:solidFill>
                  <a:srgbClr val="374151"/>
                </a:solidFill>
                <a:latin typeface="Roboto Thin" panose="02000000000000000000" pitchFamily="2" charset="0"/>
                <a:ea typeface="Roboto Thin" panose="02000000000000000000" pitchFamily="2" charset="0"/>
              </a:rPr>
              <a:t>Herramientas como los sistemas de gestión de eventos e información de seguridad (SIEM) pueden ayudar a centralizar y analizar los registros.</a:t>
            </a:r>
            <a:endParaRPr lang="es-AR" sz="1100" b="1" dirty="0">
              <a:solidFill>
                <a:srgbClr val="374151"/>
              </a:solidFill>
              <a:latin typeface="Roboto Thin" panose="02000000000000000000" pitchFamily="2" charset="0"/>
              <a:ea typeface="Roboto Thin" panose="02000000000000000000" pitchFamily="2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="" xmlns:a16="http://schemas.microsoft.com/office/drawing/2014/main" id="{566F31E3-3225-5B9F-95D5-5ECF2F3487E4}"/>
              </a:ext>
            </a:extLst>
          </p:cNvPr>
          <p:cNvSpPr txBox="1"/>
          <p:nvPr/>
        </p:nvSpPr>
        <p:spPr>
          <a:xfrm>
            <a:off x="52070" y="172938"/>
            <a:ext cx="34340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217" fontAlgn="ctr">
              <a:spcBef>
                <a:spcPct val="0"/>
              </a:spcBef>
              <a:spcAft>
                <a:spcPct val="0"/>
              </a:spcAft>
            </a:pPr>
            <a:r>
              <a:rPr lang="es-AR" sz="1600" dirty="0">
                <a:solidFill>
                  <a:srgbClr val="C00000"/>
                </a:solidFill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Capa de Seguridad y Cumplimiento:</a:t>
            </a:r>
            <a:endParaRPr lang="es-AR" altLang="zh-CN" sz="1600" dirty="0">
              <a:solidFill>
                <a:srgbClr val="C00000"/>
              </a:solidFill>
              <a:latin typeface="Roboto" panose="02000000000000000000" pitchFamily="2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cxnSp>
        <p:nvCxnSpPr>
          <p:cNvPr id="4" name="直接连接符 49">
            <a:extLst>
              <a:ext uri="{FF2B5EF4-FFF2-40B4-BE49-F238E27FC236}">
                <a16:creationId xmlns="" xmlns:a16="http://schemas.microsoft.com/office/drawing/2014/main" id="{5C017BAF-1C75-9B23-2DF4-054CED29134D}"/>
              </a:ext>
            </a:extLst>
          </p:cNvPr>
          <p:cNvCxnSpPr>
            <a:cxnSpLocks/>
          </p:cNvCxnSpPr>
          <p:nvPr/>
        </p:nvCxnSpPr>
        <p:spPr>
          <a:xfrm>
            <a:off x="149751" y="511492"/>
            <a:ext cx="3336399" cy="0"/>
          </a:xfrm>
          <a:prstGeom prst="line">
            <a:avLst/>
          </a:prstGeom>
          <a:ln w="19050">
            <a:solidFill>
              <a:srgbClr val="57575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47478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副标题 1">
            <a:extLst>
              <a:ext uri="{FF2B5EF4-FFF2-40B4-BE49-F238E27FC236}">
                <a16:creationId xmlns="" xmlns:a16="http://schemas.microsoft.com/office/drawing/2014/main" id="{412F933E-09F6-7C11-9E1E-AF9A6E0FACE6}"/>
              </a:ext>
            </a:extLst>
          </p:cNvPr>
          <p:cNvSpPr txBox="1">
            <a:spLocks/>
          </p:cNvSpPr>
          <p:nvPr/>
        </p:nvSpPr>
        <p:spPr>
          <a:xfrm>
            <a:off x="162889" y="206815"/>
            <a:ext cx="5332937" cy="431800"/>
          </a:xfrm>
          <a:prstGeom prst="rect">
            <a:avLst/>
          </a:prstGeom>
        </p:spPr>
        <p:txBody>
          <a:bodyPr>
            <a:noAutofit/>
          </a:bodyPr>
          <a:lstStyle>
            <a:lvl1pPr marL="296950" indent="-296950" algn="l" defTabSz="1187798" rtl="0" eaLnBrk="1" latinLnBrk="0" hangingPunct="1">
              <a:lnSpc>
                <a:spcPct val="90000"/>
              </a:lnSpc>
              <a:spcBef>
                <a:spcPts val="1299"/>
              </a:spcBef>
              <a:buFont typeface="Arial" panose="020B0604020202020204" pitchFamily="34" charset="0"/>
              <a:buChar char="•"/>
              <a:defRPr sz="36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0849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31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484748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5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78648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672547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266447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860346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454245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048144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AR" altLang="zh-CN" sz="1600" dirty="0">
                <a:solidFill>
                  <a:srgbClr val="C00000"/>
                </a:solidFill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Transición</a:t>
            </a:r>
            <a:r>
              <a:rPr lang="en-US" altLang="zh-CN" sz="1600" dirty="0">
                <a:solidFill>
                  <a:srgbClr val="C00000"/>
                </a:solidFill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 al Cloud computing. </a:t>
            </a:r>
            <a:r>
              <a:rPr lang="en-US" altLang="zh-CN" sz="1600" dirty="0" err="1">
                <a:solidFill>
                  <a:srgbClr val="C00000"/>
                </a:solidFill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Principales</a:t>
            </a:r>
            <a:r>
              <a:rPr lang="en-US" altLang="zh-CN" sz="1600" dirty="0">
                <a:solidFill>
                  <a:srgbClr val="C00000"/>
                </a:solidFill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 </a:t>
            </a:r>
            <a:r>
              <a:rPr lang="en-US" altLang="zh-CN" sz="1600" dirty="0" err="1">
                <a:solidFill>
                  <a:srgbClr val="C00000"/>
                </a:solidFill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servicios</a:t>
            </a:r>
            <a:r>
              <a:rPr lang="en-US" altLang="zh-CN" sz="1600" dirty="0">
                <a:solidFill>
                  <a:srgbClr val="C00000"/>
                </a:solidFill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14" name="梯形 98">
            <a:extLst>
              <a:ext uri="{FF2B5EF4-FFF2-40B4-BE49-F238E27FC236}">
                <a16:creationId xmlns="" xmlns:a16="http://schemas.microsoft.com/office/drawing/2014/main" id="{CB49C776-B38D-78A8-520C-AB8C74A0B444}"/>
              </a:ext>
            </a:extLst>
          </p:cNvPr>
          <p:cNvSpPr/>
          <p:nvPr/>
        </p:nvSpPr>
        <p:spPr>
          <a:xfrm>
            <a:off x="720833" y="6047491"/>
            <a:ext cx="10629572" cy="340363"/>
          </a:xfrm>
          <a:prstGeom prst="trapezoid">
            <a:avLst>
              <a:gd name="adj" fmla="val 140611"/>
            </a:avLst>
          </a:prstGeom>
          <a:gradFill flip="none" rotWithShape="1">
            <a:gsLst>
              <a:gs pos="0">
                <a:schemeClr val="tx1">
                  <a:alpha val="10000"/>
                </a:schemeClr>
              </a:gs>
              <a:gs pos="100000">
                <a:schemeClr val="tx1">
                  <a:alpha val="0"/>
                </a:schemeClr>
              </a:gs>
            </a:gsLst>
            <a:lin ang="16200000" scaled="1"/>
            <a:tileRect/>
          </a:gradFill>
          <a:ln w="3175" cap="flat" cmpd="sng" algn="ctr">
            <a:gradFill>
              <a:gsLst>
                <a:gs pos="0">
                  <a:schemeClr val="tx1">
                    <a:alpha val="0"/>
                  </a:schemeClr>
                </a:gs>
                <a:gs pos="100000">
                  <a:schemeClr val="tx1">
                    <a:alpha val="38000"/>
                  </a:schemeClr>
                </a:gs>
              </a:gsLst>
              <a:lin ang="5400000" scaled="0"/>
            </a:gra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algn="ctr" defTabSz="958848">
              <a:defRPr/>
            </a:pPr>
            <a:endParaRPr lang="zh-CN" altLang="en-US" sz="1200" kern="0">
              <a:solidFill>
                <a:srgbClr val="1D1D1A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grpSp>
        <p:nvGrpSpPr>
          <p:cNvPr id="17" name="Grupo 16">
            <a:extLst>
              <a:ext uri="{FF2B5EF4-FFF2-40B4-BE49-F238E27FC236}">
                <a16:creationId xmlns="" xmlns:a16="http://schemas.microsoft.com/office/drawing/2014/main" id="{5289345A-CD5E-8996-6F28-240FF62C7B66}"/>
              </a:ext>
            </a:extLst>
          </p:cNvPr>
          <p:cNvGrpSpPr/>
          <p:nvPr/>
        </p:nvGrpSpPr>
        <p:grpSpPr>
          <a:xfrm>
            <a:off x="1785257" y="382826"/>
            <a:ext cx="8523517" cy="5723275"/>
            <a:chOff x="2920365" y="120612"/>
            <a:chExt cx="8041552" cy="5293752"/>
          </a:xfrm>
        </p:grpSpPr>
        <p:grpSp>
          <p:nvGrpSpPr>
            <p:cNvPr id="12" name="Grupo 11">
              <a:extLst>
                <a:ext uri="{FF2B5EF4-FFF2-40B4-BE49-F238E27FC236}">
                  <a16:creationId xmlns="" xmlns:a16="http://schemas.microsoft.com/office/drawing/2014/main" id="{9AE5CBB6-379E-19BA-1B81-EB836655F1A0}"/>
                </a:ext>
              </a:extLst>
            </p:cNvPr>
            <p:cNvGrpSpPr/>
            <p:nvPr/>
          </p:nvGrpSpPr>
          <p:grpSpPr>
            <a:xfrm>
              <a:off x="2920365" y="120612"/>
              <a:ext cx="8041552" cy="5293752"/>
              <a:chOff x="1222191" y="562762"/>
              <a:chExt cx="9752381" cy="6295238"/>
            </a:xfrm>
          </p:grpSpPr>
          <p:pic>
            <p:nvPicPr>
              <p:cNvPr id="9" name="Imagen 8" descr="Interfaz de usuario gráfica, Sitio web&#10;&#10;Descripción generada automáticamente">
                <a:extLst>
                  <a:ext uri="{FF2B5EF4-FFF2-40B4-BE49-F238E27FC236}">
                    <a16:creationId xmlns="" xmlns:a16="http://schemas.microsoft.com/office/drawing/2014/main" id="{C5627AFE-7070-9AB4-B36C-51D25BFEED9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222191" y="562762"/>
                <a:ext cx="9752381" cy="6295238"/>
              </a:xfrm>
              <a:prstGeom prst="rect">
                <a:avLst/>
              </a:prstGeom>
            </p:spPr>
          </p:pic>
          <p:sp>
            <p:nvSpPr>
              <p:cNvPr id="4" name="矩形 15">
                <a:extLst>
                  <a:ext uri="{FF2B5EF4-FFF2-40B4-BE49-F238E27FC236}">
                    <a16:creationId xmlns="" xmlns:a16="http://schemas.microsoft.com/office/drawing/2014/main" id="{784F6938-CC0C-9D5D-992C-2038662BAFE3}"/>
                  </a:ext>
                </a:extLst>
              </p:cNvPr>
              <p:cNvSpPr/>
              <p:nvPr/>
            </p:nvSpPr>
            <p:spPr>
              <a:xfrm>
                <a:off x="2152650" y="1006503"/>
                <a:ext cx="1753980" cy="295466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square" lIns="0" tIns="0" rIns="0" bIns="0">
                <a:spAutoFit/>
              </a:bodyPr>
              <a:lstStyle/>
              <a:p>
                <a:pPr algn="ctr" defTabSz="913851" eaLnBrk="0" fontAlgn="ctr" hangingPunct="0">
                  <a:lnSpc>
                    <a:spcPct val="120000"/>
                  </a:lnSpc>
                  <a:buSzPct val="100000"/>
                </a:pPr>
                <a:r>
                  <a:rPr lang="es-AR" altLang="zh-CN" sz="1600" dirty="0">
                    <a:solidFill>
                      <a:srgbClr val="C00000"/>
                    </a:solidFill>
                    <a:latin typeface="Roboto Medium" panose="02000000000000000000" pitchFamily="2" charset="0"/>
                    <a:ea typeface="Roboto Medium" panose="02000000000000000000" pitchFamily="2" charset="0"/>
                    <a:cs typeface="+mn-ea"/>
                    <a:sym typeface="微软雅黑" panose="020B0503020204020204" pitchFamily="34" charset="-122"/>
                  </a:rPr>
                  <a:t>On Premise</a:t>
                </a:r>
              </a:p>
            </p:txBody>
          </p:sp>
          <p:sp>
            <p:nvSpPr>
              <p:cNvPr id="5" name="矩形 15">
                <a:extLst>
                  <a:ext uri="{FF2B5EF4-FFF2-40B4-BE49-F238E27FC236}">
                    <a16:creationId xmlns="" xmlns:a16="http://schemas.microsoft.com/office/drawing/2014/main" id="{B615CBDD-F216-752F-C119-1AF7211E0C5D}"/>
                  </a:ext>
                </a:extLst>
              </p:cNvPr>
              <p:cNvSpPr/>
              <p:nvPr/>
            </p:nvSpPr>
            <p:spPr>
              <a:xfrm>
                <a:off x="6288194" y="1036625"/>
                <a:ext cx="1753980" cy="295466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square" lIns="0" tIns="0" rIns="0" bIns="0">
                <a:spAutoFit/>
              </a:bodyPr>
              <a:lstStyle/>
              <a:p>
                <a:pPr algn="ctr" defTabSz="913851" eaLnBrk="0" fontAlgn="ctr" hangingPunct="0">
                  <a:lnSpc>
                    <a:spcPct val="120000"/>
                  </a:lnSpc>
                  <a:buSzPct val="100000"/>
                </a:pPr>
                <a:r>
                  <a:rPr lang="es-AR" altLang="zh-CN" sz="1600" dirty="0">
                    <a:solidFill>
                      <a:srgbClr val="C00000"/>
                    </a:solidFill>
                    <a:latin typeface="Roboto Medium" panose="02000000000000000000" pitchFamily="2" charset="0"/>
                    <a:ea typeface="Roboto Medium" panose="02000000000000000000" pitchFamily="2" charset="0"/>
                    <a:cs typeface="+mn-ea"/>
                    <a:sym typeface="微软雅黑" panose="020B0503020204020204" pitchFamily="34" charset="-122"/>
                  </a:rPr>
                  <a:t>PaaS</a:t>
                </a:r>
              </a:p>
            </p:txBody>
          </p:sp>
          <p:sp>
            <p:nvSpPr>
              <p:cNvPr id="7" name="矩形 15">
                <a:extLst>
                  <a:ext uri="{FF2B5EF4-FFF2-40B4-BE49-F238E27FC236}">
                    <a16:creationId xmlns="" xmlns:a16="http://schemas.microsoft.com/office/drawing/2014/main" id="{1D620C16-966D-DACA-2E50-51E7B1FD743A}"/>
                  </a:ext>
                </a:extLst>
              </p:cNvPr>
              <p:cNvSpPr/>
              <p:nvPr/>
            </p:nvSpPr>
            <p:spPr>
              <a:xfrm>
                <a:off x="4154590" y="1006503"/>
                <a:ext cx="1753980" cy="295466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square" lIns="0" tIns="0" rIns="0" bIns="0">
                <a:spAutoFit/>
              </a:bodyPr>
              <a:lstStyle/>
              <a:p>
                <a:pPr algn="ctr" defTabSz="913851" eaLnBrk="0" fontAlgn="ctr" hangingPunct="0">
                  <a:lnSpc>
                    <a:spcPct val="120000"/>
                  </a:lnSpc>
                  <a:buSzPct val="100000"/>
                </a:pPr>
                <a:r>
                  <a:rPr lang="es-AR" altLang="zh-CN" sz="1600" dirty="0">
                    <a:solidFill>
                      <a:srgbClr val="C00000"/>
                    </a:solidFill>
                    <a:latin typeface="Roboto Medium" panose="02000000000000000000" pitchFamily="2" charset="0"/>
                    <a:ea typeface="Roboto Medium" panose="02000000000000000000" pitchFamily="2" charset="0"/>
                    <a:cs typeface="+mn-ea"/>
                    <a:sym typeface="微软雅黑" panose="020B0503020204020204" pitchFamily="34" charset="-122"/>
                  </a:rPr>
                  <a:t>IaaS</a:t>
                </a:r>
              </a:p>
            </p:txBody>
          </p:sp>
          <p:sp>
            <p:nvSpPr>
              <p:cNvPr id="8" name="矩形 15">
                <a:extLst>
                  <a:ext uri="{FF2B5EF4-FFF2-40B4-BE49-F238E27FC236}">
                    <a16:creationId xmlns="" xmlns:a16="http://schemas.microsoft.com/office/drawing/2014/main" id="{EE0428B0-76E0-88FA-EF55-178EDBB04EAA}"/>
                  </a:ext>
                </a:extLst>
              </p:cNvPr>
              <p:cNvSpPr/>
              <p:nvPr/>
            </p:nvSpPr>
            <p:spPr>
              <a:xfrm>
                <a:off x="8095643" y="1050954"/>
                <a:ext cx="1753980" cy="295466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square" lIns="0" tIns="0" rIns="0" bIns="0">
                <a:spAutoFit/>
              </a:bodyPr>
              <a:lstStyle/>
              <a:p>
                <a:pPr algn="ctr" defTabSz="913851" eaLnBrk="0" fontAlgn="ctr" hangingPunct="0">
                  <a:lnSpc>
                    <a:spcPct val="120000"/>
                  </a:lnSpc>
                  <a:buSzPct val="100000"/>
                </a:pPr>
                <a:r>
                  <a:rPr lang="es-AR" altLang="zh-CN" sz="1600" dirty="0">
                    <a:solidFill>
                      <a:srgbClr val="C00000"/>
                    </a:solidFill>
                    <a:latin typeface="Roboto Medium" panose="02000000000000000000" pitchFamily="2" charset="0"/>
                    <a:ea typeface="Roboto Medium" panose="02000000000000000000" pitchFamily="2" charset="0"/>
                    <a:cs typeface="+mn-ea"/>
                    <a:sym typeface="微软雅黑" panose="020B0503020204020204" pitchFamily="34" charset="-122"/>
                  </a:rPr>
                  <a:t>SaaS</a:t>
                </a:r>
              </a:p>
            </p:txBody>
          </p:sp>
        </p:grpSp>
        <p:sp>
          <p:nvSpPr>
            <p:cNvPr id="16" name="矩形 15">
              <a:extLst>
                <a:ext uri="{FF2B5EF4-FFF2-40B4-BE49-F238E27FC236}">
                  <a16:creationId xmlns="" xmlns:a16="http://schemas.microsoft.com/office/drawing/2014/main" id="{AB254FAE-8F25-38B8-3F2A-ED28462520B0}"/>
                </a:ext>
              </a:extLst>
            </p:cNvPr>
            <p:cNvSpPr/>
            <p:nvPr/>
          </p:nvSpPr>
          <p:spPr>
            <a:xfrm>
              <a:off x="3687597" y="4762194"/>
              <a:ext cx="1828800" cy="513710"/>
            </a:xfrm>
            <a:prstGeom prst="rect">
              <a:avLst/>
            </a:prstGeom>
            <a:solidFill>
              <a:schemeClr val="bg2"/>
            </a:solidFill>
          </p:spPr>
          <p:txBody>
            <a:bodyPr wrap="square" lIns="0" tIns="0" rIns="0" bIns="0">
              <a:spAutoFit/>
            </a:bodyPr>
            <a:lstStyle/>
            <a:p>
              <a:pPr algn="ctr" defTabSz="913851" eaLnBrk="0" fontAlgn="ctr" hangingPunct="0">
                <a:lnSpc>
                  <a:spcPct val="120000"/>
                </a:lnSpc>
                <a:buSzPct val="100000"/>
              </a:pPr>
              <a:endParaRPr lang="es-AR" altLang="zh-CN" sz="1600" dirty="0">
                <a:solidFill>
                  <a:srgbClr val="C00000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+mn-ea"/>
                <a:sym typeface="微软雅黑" panose="020B0503020204020204" pitchFamily="34" charset="-122"/>
              </a:endParaRPr>
            </a:p>
          </p:txBody>
        </p:sp>
      </p:grpSp>
      <p:sp>
        <p:nvSpPr>
          <p:cNvPr id="15" name="矩形 99">
            <a:extLst>
              <a:ext uri="{FF2B5EF4-FFF2-40B4-BE49-F238E27FC236}">
                <a16:creationId xmlns="" xmlns:a16="http://schemas.microsoft.com/office/drawing/2014/main" id="{33D09EDB-C4D4-2931-4F8F-99F0F6FEB160}"/>
              </a:ext>
            </a:extLst>
          </p:cNvPr>
          <p:cNvSpPr/>
          <p:nvPr/>
        </p:nvSpPr>
        <p:spPr>
          <a:xfrm>
            <a:off x="1302706" y="5799760"/>
            <a:ext cx="10696833" cy="71557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l"/>
            <a:endParaRPr lang="es-ES" sz="1400" b="0" i="0" dirty="0">
              <a:solidFill>
                <a:srgbClr val="374151"/>
              </a:solidFill>
              <a:effectLst/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algn="l"/>
            <a:r>
              <a:rPr lang="es-ES" sz="1400" b="0" i="0" dirty="0">
                <a:solidFill>
                  <a:srgbClr val="37415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Beneficios del Cloud Computing: Escalabilidad y elasticidad, alta disponibilidad, pago por uso, TTM entre otros.</a:t>
            </a:r>
            <a:endParaRPr lang="en-US" sz="1400" dirty="0">
              <a:solidFill>
                <a:srgbClr val="1D1D1A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cxnSp>
        <p:nvCxnSpPr>
          <p:cNvPr id="6" name="直接连接符 49">
            <a:extLst>
              <a:ext uri="{FF2B5EF4-FFF2-40B4-BE49-F238E27FC236}">
                <a16:creationId xmlns="" xmlns:a16="http://schemas.microsoft.com/office/drawing/2014/main" id="{14FBEF0F-01C8-E0AF-27A8-F8D7EAE91D68}"/>
              </a:ext>
            </a:extLst>
          </p:cNvPr>
          <p:cNvCxnSpPr>
            <a:cxnSpLocks/>
          </p:cNvCxnSpPr>
          <p:nvPr/>
        </p:nvCxnSpPr>
        <p:spPr>
          <a:xfrm>
            <a:off x="266293" y="554332"/>
            <a:ext cx="5361509" cy="0"/>
          </a:xfrm>
          <a:prstGeom prst="line">
            <a:avLst/>
          </a:prstGeom>
          <a:ln w="19050">
            <a:solidFill>
              <a:srgbClr val="57575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406773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副标题 1">
            <a:extLst>
              <a:ext uri="{FF2B5EF4-FFF2-40B4-BE49-F238E27FC236}">
                <a16:creationId xmlns="" xmlns:a16="http://schemas.microsoft.com/office/drawing/2014/main" id="{412F933E-09F6-7C11-9E1E-AF9A6E0FACE6}"/>
              </a:ext>
            </a:extLst>
          </p:cNvPr>
          <p:cNvSpPr txBox="1">
            <a:spLocks/>
          </p:cNvSpPr>
          <p:nvPr/>
        </p:nvSpPr>
        <p:spPr>
          <a:xfrm>
            <a:off x="162889" y="122531"/>
            <a:ext cx="5332937" cy="431800"/>
          </a:xfrm>
          <a:prstGeom prst="rect">
            <a:avLst/>
          </a:prstGeom>
        </p:spPr>
        <p:txBody>
          <a:bodyPr>
            <a:noAutofit/>
          </a:bodyPr>
          <a:lstStyle>
            <a:lvl1pPr marL="296950" indent="-296950" algn="l" defTabSz="1187798" rtl="0" eaLnBrk="1" latinLnBrk="0" hangingPunct="1">
              <a:lnSpc>
                <a:spcPct val="90000"/>
              </a:lnSpc>
              <a:spcBef>
                <a:spcPts val="1299"/>
              </a:spcBef>
              <a:buFont typeface="Arial" panose="020B0604020202020204" pitchFamily="34" charset="0"/>
              <a:buChar char="•"/>
              <a:defRPr sz="36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0849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31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484748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5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78648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672547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266447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860346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454245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048144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altLang="zh-CN" sz="1400" dirty="0">
                <a:solidFill>
                  <a:srgbClr val="C00000"/>
                </a:solidFill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Ejemplo infraestructura mixta | Cloud – </a:t>
            </a:r>
            <a:r>
              <a:rPr lang="es-ES" altLang="zh-CN" sz="1400" dirty="0" err="1">
                <a:solidFill>
                  <a:srgbClr val="C00000"/>
                </a:solidFill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On</a:t>
            </a:r>
            <a:r>
              <a:rPr lang="es-ES" altLang="zh-CN" sz="1400" dirty="0">
                <a:solidFill>
                  <a:srgbClr val="C00000"/>
                </a:solidFill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 premise</a:t>
            </a:r>
            <a:endParaRPr lang="en-US" altLang="zh-CN" sz="1400" dirty="0">
              <a:solidFill>
                <a:srgbClr val="C00000"/>
              </a:solidFill>
              <a:latin typeface="Roboto" panose="02000000000000000000" pitchFamily="2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cxnSp>
        <p:nvCxnSpPr>
          <p:cNvPr id="6" name="直接连接符 49">
            <a:extLst>
              <a:ext uri="{FF2B5EF4-FFF2-40B4-BE49-F238E27FC236}">
                <a16:creationId xmlns="" xmlns:a16="http://schemas.microsoft.com/office/drawing/2014/main" id="{14FBEF0F-01C8-E0AF-27A8-F8D7EAE91D68}"/>
              </a:ext>
            </a:extLst>
          </p:cNvPr>
          <p:cNvCxnSpPr>
            <a:cxnSpLocks/>
          </p:cNvCxnSpPr>
          <p:nvPr/>
        </p:nvCxnSpPr>
        <p:spPr>
          <a:xfrm>
            <a:off x="266293" y="428822"/>
            <a:ext cx="5361509" cy="0"/>
          </a:xfrm>
          <a:prstGeom prst="line">
            <a:avLst/>
          </a:prstGeom>
          <a:ln w="19050">
            <a:solidFill>
              <a:srgbClr val="57575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Imagen 18" descr="Interfaz de usuario gráfica, Diagrama, Aplicación">
            <a:extLst>
              <a:ext uri="{FF2B5EF4-FFF2-40B4-BE49-F238E27FC236}">
                <a16:creationId xmlns="" xmlns:a16="http://schemas.microsoft.com/office/drawing/2014/main" id="{508D019E-85D5-6561-4823-BFE69189237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834" y="515684"/>
            <a:ext cx="11641766" cy="6342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03472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1_Title Slid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rt page">
  <a:themeElements>
    <a:clrScheme name="updated">
      <a:dk1>
        <a:srgbClr val="1D1D1A"/>
      </a:dk1>
      <a:lt1>
        <a:srgbClr val="1D1D1A"/>
      </a:lt1>
      <a:dk2>
        <a:srgbClr val="FFFFFF"/>
      </a:dk2>
      <a:lt2>
        <a:srgbClr val="FFFFFF"/>
      </a:lt2>
      <a:accent1>
        <a:srgbClr val="C7000A"/>
      </a:accent1>
      <a:accent2>
        <a:srgbClr val="C8102E"/>
      </a:accent2>
      <a:accent3>
        <a:srgbClr val="EA594F"/>
      </a:accent3>
      <a:accent4>
        <a:srgbClr val="F8B53C"/>
      </a:accent4>
      <a:accent5>
        <a:srgbClr val="231815"/>
      </a:accent5>
      <a:accent6>
        <a:srgbClr val="595757"/>
      </a:accent6>
      <a:hlink>
        <a:srgbClr val="898989"/>
      </a:hlink>
      <a:folHlink>
        <a:srgbClr val="B5B5B5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C7000B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sz="1800" dirty="0" smtClean="0">
            <a:solidFill>
              <a:schemeClr val="accent2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4_Chart page">
  <a:themeElements>
    <a:clrScheme name="Custom 29">
      <a:dk1>
        <a:srgbClr val="1D1D1A"/>
      </a:dk1>
      <a:lt1>
        <a:srgbClr val="666666"/>
      </a:lt1>
      <a:dk2>
        <a:srgbClr val="FFFFFF"/>
      </a:dk2>
      <a:lt2>
        <a:srgbClr val="EBEBEB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0">
              <a:schemeClr val="tx1">
                <a:alpha val="12000"/>
              </a:schemeClr>
            </a:gs>
            <a:gs pos="100000">
              <a:schemeClr val="bg1">
                <a:alpha val="0"/>
              </a:schemeClr>
            </a:gs>
          </a:gsLst>
          <a:lin ang="5400000" scaled="0"/>
          <a:tileRect/>
        </a:gradFill>
        <a:ln w="3175" cap="flat" cmpd="sng" algn="ctr">
          <a:gradFill>
            <a:gsLst>
              <a:gs pos="31000">
                <a:schemeClr val="tx1">
                  <a:alpha val="50000"/>
                </a:schemeClr>
              </a:gs>
              <a:gs pos="81000">
                <a:schemeClr val="bg1">
                  <a:alpha val="25000"/>
                </a:schemeClr>
              </a:gs>
              <a:gs pos="100000">
                <a:schemeClr val="tx1">
                  <a:alpha val="0"/>
                </a:schemeClr>
              </a:gs>
            </a:gsLst>
            <a:lin ang="5400000" scaled="0"/>
          </a:gradFill>
          <a:prstDash val="solid"/>
        </a:ln>
        <a:effectLst/>
      </a:spPr>
      <a:bodyPr wrap="square" anchor="ctr">
        <a:noAutofit/>
      </a:bodyPr>
      <a:lstStyle>
        <a:defPPr algn="ctr">
          <a:lnSpc>
            <a:spcPct val="130000"/>
          </a:lnSpc>
          <a:spcBef>
            <a:spcPts val="700"/>
          </a:spcBef>
          <a:defRPr sz="3200">
            <a:solidFill>
              <a:prstClr val="white"/>
            </a:solidFill>
            <a:latin typeface="方正兰亭黑简体" panose="02000000000000000000" pitchFamily="2" charset="-122"/>
            <a:ea typeface="方正兰亭黑简体" panose="02000000000000000000" pitchFamily="2" charset="-122"/>
          </a:defRPr>
        </a:defPPr>
      </a:lstStyle>
    </a:spDef>
    <a:txDef>
      <a:spPr>
        <a:noFill/>
      </a:spPr>
      <a:bodyPr wrap="square" rtlCol="0">
        <a:spAutoFit/>
      </a:bodyPr>
      <a:lstStyle>
        <a:defPPr algn="l">
          <a:lnSpc>
            <a:spcPts val="3440"/>
          </a:lnSpc>
          <a:defRPr sz="3200" dirty="0" smtClean="0"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End page">
  <a:themeElements>
    <a:clrScheme name="2210">
      <a:dk1>
        <a:srgbClr val="1D1D1A"/>
      </a:dk1>
      <a:lt1>
        <a:srgbClr val="1D1D1A"/>
      </a:lt1>
      <a:dk2>
        <a:srgbClr val="FFFFFF"/>
      </a:dk2>
      <a:lt2>
        <a:srgbClr val="FFFFFF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EA002F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sz="1800" dirty="0"/>
        </a:defPPr>
      </a:lstStyle>
    </a:txDef>
  </a:objectDefaults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章节页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自定义 1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dirty="0" smtClean="0">
            <a:solidFill>
              <a:srgbClr val="000000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="" xmlns:thm15="http://schemas.microsoft.com/office/thememl/2012/main" name="PPT模板_白色_16_9" id="{7CD4B91F-273A-4322-964F-6BD7E403B39E}" vid="{7466A2A5-F21C-401E-B6D0-CA69BF331BD4}"/>
    </a:ext>
  </a:extLst>
</a:theme>
</file>

<file path=ppt/theme/theme6.xml><?xml version="1.0" encoding="utf-8"?>
<a:theme xmlns:a="http://schemas.openxmlformats.org/drawingml/2006/main" name="5_Chart page">
  <a:themeElements>
    <a:clrScheme name="Custom 29">
      <a:dk1>
        <a:srgbClr val="1D1D1A"/>
      </a:dk1>
      <a:lt1>
        <a:srgbClr val="666666"/>
      </a:lt1>
      <a:dk2>
        <a:srgbClr val="FFFFFF"/>
      </a:dk2>
      <a:lt2>
        <a:srgbClr val="EBEBEB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EA002F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lnSpc>
            <a:spcPts val="3440"/>
          </a:lnSpc>
          <a:defRPr sz="3200" dirty="0" smtClean="0"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6_Chart page">
  <a:themeElements>
    <a:clrScheme name="Custom 29">
      <a:dk1>
        <a:srgbClr val="1D1D1A"/>
      </a:dk1>
      <a:lt1>
        <a:srgbClr val="666666"/>
      </a:lt1>
      <a:dk2>
        <a:srgbClr val="FFFFFF"/>
      </a:dk2>
      <a:lt2>
        <a:srgbClr val="EBEBEB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0">
              <a:schemeClr val="tx1">
                <a:alpha val="12000"/>
              </a:schemeClr>
            </a:gs>
            <a:gs pos="100000">
              <a:schemeClr val="bg1">
                <a:alpha val="0"/>
              </a:schemeClr>
            </a:gs>
          </a:gsLst>
          <a:lin ang="5400000" scaled="0"/>
          <a:tileRect/>
        </a:gradFill>
        <a:ln w="3175" cap="flat" cmpd="sng" algn="ctr">
          <a:gradFill>
            <a:gsLst>
              <a:gs pos="31000">
                <a:schemeClr val="tx1">
                  <a:alpha val="50000"/>
                </a:schemeClr>
              </a:gs>
              <a:gs pos="81000">
                <a:schemeClr val="bg1">
                  <a:alpha val="25000"/>
                </a:schemeClr>
              </a:gs>
              <a:gs pos="100000">
                <a:schemeClr val="tx1">
                  <a:alpha val="0"/>
                </a:schemeClr>
              </a:gs>
            </a:gsLst>
            <a:lin ang="5400000" scaled="0"/>
          </a:gradFill>
          <a:prstDash val="solid"/>
        </a:ln>
        <a:effectLst/>
      </a:spPr>
      <a:bodyPr wrap="square" anchor="ctr">
        <a:noAutofit/>
      </a:bodyPr>
      <a:lstStyle>
        <a:defPPr algn="ctr">
          <a:lnSpc>
            <a:spcPct val="130000"/>
          </a:lnSpc>
          <a:spcBef>
            <a:spcPts val="700"/>
          </a:spcBef>
          <a:defRPr sz="3200">
            <a:solidFill>
              <a:prstClr val="white"/>
            </a:solidFill>
            <a:latin typeface="方正兰亭黑简体" panose="02000000000000000000" pitchFamily="2" charset="-122"/>
            <a:ea typeface="方正兰亭黑简体" panose="02000000000000000000" pitchFamily="2" charset="-122"/>
          </a:defRPr>
        </a:defPPr>
      </a:lstStyle>
    </a:spDef>
    <a:txDef>
      <a:spPr>
        <a:noFill/>
      </a:spPr>
      <a:bodyPr wrap="square" rtlCol="0">
        <a:spAutoFit/>
      </a:bodyPr>
      <a:lstStyle>
        <a:defPPr algn="l">
          <a:lnSpc>
            <a:spcPts val="3440"/>
          </a:lnSpc>
          <a:defRPr sz="3200" dirty="0" smtClean="0"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7_Chart page">
  <a:themeElements>
    <a:clrScheme name="Custom 29">
      <a:dk1>
        <a:srgbClr val="1D1D1A"/>
      </a:dk1>
      <a:lt1>
        <a:srgbClr val="666666"/>
      </a:lt1>
      <a:dk2>
        <a:srgbClr val="FFFFFF"/>
      </a:dk2>
      <a:lt2>
        <a:srgbClr val="EBEBEB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0">
              <a:schemeClr val="tx1">
                <a:alpha val="12000"/>
              </a:schemeClr>
            </a:gs>
            <a:gs pos="100000">
              <a:schemeClr val="bg1">
                <a:alpha val="0"/>
              </a:schemeClr>
            </a:gs>
          </a:gsLst>
          <a:lin ang="5400000" scaled="0"/>
          <a:tileRect/>
        </a:gradFill>
        <a:ln w="3175" cap="flat" cmpd="sng" algn="ctr">
          <a:gradFill>
            <a:gsLst>
              <a:gs pos="31000">
                <a:schemeClr val="tx1">
                  <a:alpha val="50000"/>
                </a:schemeClr>
              </a:gs>
              <a:gs pos="81000">
                <a:schemeClr val="bg1">
                  <a:alpha val="25000"/>
                </a:schemeClr>
              </a:gs>
              <a:gs pos="100000">
                <a:schemeClr val="tx1">
                  <a:alpha val="0"/>
                </a:schemeClr>
              </a:gs>
            </a:gsLst>
            <a:lin ang="5400000" scaled="0"/>
          </a:gradFill>
          <a:prstDash val="solid"/>
        </a:ln>
        <a:effectLst/>
      </a:spPr>
      <a:bodyPr wrap="square" anchor="ctr">
        <a:noAutofit/>
      </a:bodyPr>
      <a:lstStyle>
        <a:defPPr algn="ctr">
          <a:lnSpc>
            <a:spcPct val="130000"/>
          </a:lnSpc>
          <a:spcBef>
            <a:spcPts val="700"/>
          </a:spcBef>
          <a:defRPr sz="3200">
            <a:solidFill>
              <a:prstClr val="white"/>
            </a:solidFill>
            <a:latin typeface="Arial" pitchFamily="2" charset="-122"/>
            <a:ea typeface="方正兰亭黑简体" panose="02000000000000000000" pitchFamily="2" charset="-122"/>
          </a:defRPr>
        </a:defPPr>
      </a:lstStyle>
    </a:spDef>
    <a:txDef>
      <a:spPr>
        <a:noFill/>
      </a:spPr>
      <a:bodyPr wrap="square" rtlCol="0">
        <a:spAutoFit/>
      </a:bodyPr>
      <a:lstStyle>
        <a:defPPr algn="l">
          <a:lnSpc>
            <a:spcPts val="3440"/>
          </a:lnSpc>
          <a:defRPr sz="3200" dirty="0" smtClean="0">
            <a:latin typeface="Arial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8_Chart page">
  <a:themeElements>
    <a:clrScheme name="Custom 29">
      <a:dk1>
        <a:srgbClr val="1D1D1A"/>
      </a:dk1>
      <a:lt1>
        <a:srgbClr val="666666"/>
      </a:lt1>
      <a:dk2>
        <a:srgbClr val="FFFFFF"/>
      </a:dk2>
      <a:lt2>
        <a:srgbClr val="EBEBEB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0">
              <a:schemeClr val="tx1">
                <a:alpha val="12000"/>
              </a:schemeClr>
            </a:gs>
            <a:gs pos="100000">
              <a:schemeClr val="bg1">
                <a:alpha val="0"/>
              </a:schemeClr>
            </a:gs>
          </a:gsLst>
          <a:lin ang="5400000" scaled="0"/>
          <a:tileRect/>
        </a:gradFill>
        <a:ln w="3175" cap="flat" cmpd="sng" algn="ctr">
          <a:gradFill>
            <a:gsLst>
              <a:gs pos="31000">
                <a:schemeClr val="tx1">
                  <a:alpha val="50000"/>
                </a:schemeClr>
              </a:gs>
              <a:gs pos="81000">
                <a:schemeClr val="bg1">
                  <a:alpha val="25000"/>
                </a:schemeClr>
              </a:gs>
              <a:gs pos="100000">
                <a:schemeClr val="tx1">
                  <a:alpha val="0"/>
                </a:schemeClr>
              </a:gs>
            </a:gsLst>
            <a:lin ang="5400000" scaled="0"/>
          </a:gradFill>
          <a:prstDash val="solid"/>
        </a:ln>
        <a:effectLst/>
      </a:spPr>
      <a:bodyPr wrap="square" anchor="ctr">
        <a:noAutofit/>
      </a:bodyPr>
      <a:lstStyle>
        <a:defPPr algn="ctr">
          <a:lnSpc>
            <a:spcPct val="130000"/>
          </a:lnSpc>
          <a:spcBef>
            <a:spcPts val="700"/>
          </a:spcBef>
          <a:defRPr sz="3200">
            <a:solidFill>
              <a:prstClr val="white"/>
            </a:solidFill>
            <a:latin typeface="Arial" pitchFamily="2" charset="-122"/>
            <a:ea typeface="方正兰亭黑简体" panose="02000000000000000000" pitchFamily="2" charset="-122"/>
          </a:defRPr>
        </a:defPPr>
      </a:lstStyle>
    </a:spDef>
    <a:txDef>
      <a:spPr>
        <a:noFill/>
      </a:spPr>
      <a:bodyPr wrap="square" rtlCol="0">
        <a:spAutoFit/>
      </a:bodyPr>
      <a:lstStyle>
        <a:defPPr algn="l">
          <a:lnSpc>
            <a:spcPts val="3440"/>
          </a:lnSpc>
          <a:defRPr sz="3200" dirty="0" smtClean="0">
            <a:latin typeface="Arial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13_Chart page">
  <a:themeElements>
    <a:clrScheme name="Custom 29">
      <a:dk1>
        <a:srgbClr val="1D1D1A"/>
      </a:dk1>
      <a:lt1>
        <a:srgbClr val="666666"/>
      </a:lt1>
      <a:dk2>
        <a:srgbClr val="FFFFFF"/>
      </a:dk2>
      <a:lt2>
        <a:srgbClr val="EBEBEB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0">
              <a:schemeClr val="tx1">
                <a:alpha val="12000"/>
              </a:schemeClr>
            </a:gs>
            <a:gs pos="100000">
              <a:schemeClr val="bg1">
                <a:alpha val="0"/>
              </a:schemeClr>
            </a:gs>
          </a:gsLst>
          <a:lin ang="5400000" scaled="0"/>
          <a:tileRect/>
        </a:gradFill>
        <a:ln w="3175" cap="flat" cmpd="sng" algn="ctr">
          <a:gradFill>
            <a:gsLst>
              <a:gs pos="31000">
                <a:schemeClr val="tx1">
                  <a:alpha val="50000"/>
                </a:schemeClr>
              </a:gs>
              <a:gs pos="81000">
                <a:schemeClr val="bg1">
                  <a:alpha val="25000"/>
                </a:schemeClr>
              </a:gs>
              <a:gs pos="100000">
                <a:schemeClr val="tx1">
                  <a:alpha val="0"/>
                </a:schemeClr>
              </a:gs>
            </a:gsLst>
            <a:lin ang="5400000" scaled="0"/>
          </a:gradFill>
          <a:prstDash val="solid"/>
        </a:ln>
        <a:effectLst/>
      </a:spPr>
      <a:bodyPr wrap="square" anchor="ctr">
        <a:noAutofit/>
      </a:bodyPr>
      <a:lstStyle>
        <a:defPPr algn="ctr">
          <a:lnSpc>
            <a:spcPct val="130000"/>
          </a:lnSpc>
          <a:spcBef>
            <a:spcPts val="700"/>
          </a:spcBef>
          <a:defRPr sz="3200">
            <a:solidFill>
              <a:prstClr val="white"/>
            </a:solidFill>
            <a:latin typeface="Arial" pitchFamily="2" charset="-122"/>
            <a:ea typeface="方正兰亭黑简体" panose="02000000000000000000" pitchFamily="2" charset="-122"/>
          </a:defRPr>
        </a:defPPr>
      </a:lstStyle>
    </a:spDef>
    <a:txDef>
      <a:spPr>
        <a:noFill/>
      </a:spPr>
      <a:bodyPr wrap="square" rtlCol="0">
        <a:spAutoFit/>
      </a:bodyPr>
      <a:lstStyle>
        <a:defPPr algn="l">
          <a:lnSpc>
            <a:spcPts val="3440"/>
          </a:lnSpc>
          <a:defRPr sz="3200" dirty="0" smtClean="0">
            <a:latin typeface="Arial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14_Chart page">
  <a:themeElements>
    <a:clrScheme name="Custom 29">
      <a:dk1>
        <a:srgbClr val="1D1D1A"/>
      </a:dk1>
      <a:lt1>
        <a:srgbClr val="666666"/>
      </a:lt1>
      <a:dk2>
        <a:srgbClr val="FFFFFF"/>
      </a:dk2>
      <a:lt2>
        <a:srgbClr val="EBEBEB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0">
              <a:schemeClr val="tx1">
                <a:alpha val="12000"/>
              </a:schemeClr>
            </a:gs>
            <a:gs pos="100000">
              <a:schemeClr val="bg1">
                <a:alpha val="0"/>
              </a:schemeClr>
            </a:gs>
          </a:gsLst>
          <a:lin ang="5400000" scaled="0"/>
          <a:tileRect/>
        </a:gradFill>
        <a:ln w="3175" cap="flat" cmpd="sng" algn="ctr">
          <a:gradFill>
            <a:gsLst>
              <a:gs pos="31000">
                <a:schemeClr val="tx1">
                  <a:alpha val="50000"/>
                </a:schemeClr>
              </a:gs>
              <a:gs pos="81000">
                <a:schemeClr val="bg1">
                  <a:alpha val="25000"/>
                </a:schemeClr>
              </a:gs>
              <a:gs pos="100000">
                <a:schemeClr val="tx1">
                  <a:alpha val="0"/>
                </a:schemeClr>
              </a:gs>
            </a:gsLst>
            <a:lin ang="5400000" scaled="0"/>
          </a:gradFill>
          <a:prstDash val="solid"/>
        </a:ln>
        <a:effectLst/>
      </a:spPr>
      <a:bodyPr wrap="square" anchor="ctr">
        <a:noAutofit/>
      </a:bodyPr>
      <a:lstStyle>
        <a:defPPr algn="ctr">
          <a:lnSpc>
            <a:spcPct val="130000"/>
          </a:lnSpc>
          <a:spcBef>
            <a:spcPts val="700"/>
          </a:spcBef>
          <a:defRPr sz="3200">
            <a:solidFill>
              <a:prstClr val="white"/>
            </a:solidFill>
            <a:latin typeface="方正兰亭黑简体" panose="02000000000000000000" pitchFamily="2" charset="-122"/>
            <a:ea typeface="方正兰亭黑简体" panose="02000000000000000000" pitchFamily="2" charset="-122"/>
          </a:defRPr>
        </a:defPPr>
      </a:lstStyle>
    </a:spDef>
    <a:txDef>
      <a:spPr>
        <a:noFill/>
      </a:spPr>
      <a:bodyPr wrap="square" rtlCol="0">
        <a:spAutoFit/>
      </a:bodyPr>
      <a:lstStyle>
        <a:defPPr algn="l">
          <a:lnSpc>
            <a:spcPts val="3440"/>
          </a:lnSpc>
          <a:defRPr sz="3200" dirty="0" smtClean="0"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21_Chart page">
  <a:themeElements>
    <a:clrScheme name="Custom 29">
      <a:dk1>
        <a:srgbClr val="1D1D1A"/>
      </a:dk1>
      <a:lt1>
        <a:srgbClr val="666666"/>
      </a:lt1>
      <a:dk2>
        <a:srgbClr val="FFFFFF"/>
      </a:dk2>
      <a:lt2>
        <a:srgbClr val="EBEBEB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0">
              <a:schemeClr val="tx1">
                <a:alpha val="12000"/>
              </a:schemeClr>
            </a:gs>
            <a:gs pos="100000">
              <a:schemeClr val="bg1">
                <a:alpha val="0"/>
              </a:schemeClr>
            </a:gs>
          </a:gsLst>
          <a:lin ang="5400000" scaled="0"/>
          <a:tileRect/>
        </a:gradFill>
        <a:ln w="3175" cap="flat" cmpd="sng" algn="ctr">
          <a:gradFill>
            <a:gsLst>
              <a:gs pos="31000">
                <a:schemeClr val="tx1">
                  <a:alpha val="50000"/>
                </a:schemeClr>
              </a:gs>
              <a:gs pos="81000">
                <a:schemeClr val="bg1">
                  <a:alpha val="25000"/>
                </a:schemeClr>
              </a:gs>
              <a:gs pos="100000">
                <a:schemeClr val="tx1">
                  <a:alpha val="0"/>
                </a:schemeClr>
              </a:gs>
            </a:gsLst>
            <a:lin ang="5400000" scaled="0"/>
          </a:gradFill>
          <a:prstDash val="solid"/>
        </a:ln>
        <a:effectLst/>
      </a:spPr>
      <a:bodyPr wrap="square" anchor="ctr">
        <a:noAutofit/>
      </a:bodyPr>
      <a:lstStyle>
        <a:defPPr algn="ctr">
          <a:lnSpc>
            <a:spcPct val="130000"/>
          </a:lnSpc>
          <a:spcBef>
            <a:spcPts val="700"/>
          </a:spcBef>
          <a:defRPr sz="3200">
            <a:solidFill>
              <a:prstClr val="white"/>
            </a:solidFill>
            <a:latin typeface="方正兰亭黑简体" panose="02000000000000000000" pitchFamily="2" charset="-122"/>
            <a:ea typeface="方正兰亭黑简体" panose="02000000000000000000" pitchFamily="2" charset="-122"/>
          </a:defRPr>
        </a:defPPr>
      </a:lstStyle>
    </a:spDef>
    <a:txDef>
      <a:spPr>
        <a:noFill/>
      </a:spPr>
      <a:bodyPr wrap="square" rtlCol="0">
        <a:spAutoFit/>
      </a:bodyPr>
      <a:lstStyle>
        <a:defPPr algn="l">
          <a:lnSpc>
            <a:spcPts val="3440"/>
          </a:lnSpc>
          <a:defRPr sz="3200" dirty="0" smtClean="0"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22_Chart page">
  <a:themeElements>
    <a:clrScheme name="Custom 29">
      <a:dk1>
        <a:srgbClr val="1D1D1A"/>
      </a:dk1>
      <a:lt1>
        <a:srgbClr val="666666"/>
      </a:lt1>
      <a:dk2>
        <a:srgbClr val="FFFFFF"/>
      </a:dk2>
      <a:lt2>
        <a:srgbClr val="EBEBEB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0">
              <a:schemeClr val="tx1">
                <a:alpha val="12000"/>
              </a:schemeClr>
            </a:gs>
            <a:gs pos="100000">
              <a:schemeClr val="bg1">
                <a:alpha val="0"/>
              </a:schemeClr>
            </a:gs>
          </a:gsLst>
          <a:lin ang="5400000" scaled="0"/>
          <a:tileRect/>
        </a:gradFill>
        <a:ln w="3175" cap="flat" cmpd="sng" algn="ctr">
          <a:gradFill>
            <a:gsLst>
              <a:gs pos="31000">
                <a:schemeClr val="tx1">
                  <a:alpha val="50000"/>
                </a:schemeClr>
              </a:gs>
              <a:gs pos="81000">
                <a:schemeClr val="bg1">
                  <a:alpha val="25000"/>
                </a:schemeClr>
              </a:gs>
              <a:gs pos="100000">
                <a:schemeClr val="tx1">
                  <a:alpha val="0"/>
                </a:schemeClr>
              </a:gs>
            </a:gsLst>
            <a:lin ang="5400000" scaled="0"/>
          </a:gradFill>
          <a:prstDash val="solid"/>
        </a:ln>
        <a:effectLst/>
      </a:spPr>
      <a:bodyPr wrap="square" anchor="ctr">
        <a:noAutofit/>
      </a:bodyPr>
      <a:lstStyle>
        <a:defPPr algn="ctr">
          <a:lnSpc>
            <a:spcPct val="130000"/>
          </a:lnSpc>
          <a:spcBef>
            <a:spcPts val="700"/>
          </a:spcBef>
          <a:defRPr sz="3200">
            <a:solidFill>
              <a:prstClr val="white"/>
            </a:solidFill>
            <a:latin typeface="方正兰亭黑简体" panose="02000000000000000000" pitchFamily="2" charset="-122"/>
            <a:ea typeface="方正兰亭黑简体" panose="02000000000000000000" pitchFamily="2" charset="-122"/>
          </a:defRPr>
        </a:defPPr>
      </a:lstStyle>
    </a:spDef>
    <a:txDef>
      <a:spPr>
        <a:noFill/>
      </a:spPr>
      <a:bodyPr wrap="square" rtlCol="0">
        <a:spAutoFit/>
      </a:bodyPr>
      <a:lstStyle>
        <a:defPPr algn="l">
          <a:lnSpc>
            <a:spcPts val="3440"/>
          </a:lnSpc>
          <a:defRPr sz="3200" dirty="0" smtClean="0"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14.xml><?xml version="1.0" encoding="utf-8"?>
<a:theme xmlns:a="http://schemas.openxmlformats.org/drawingml/2006/main" name="23_Chart page">
  <a:themeElements>
    <a:clrScheme name="Custom 29">
      <a:dk1>
        <a:srgbClr val="1D1D1A"/>
      </a:dk1>
      <a:lt1>
        <a:srgbClr val="666666"/>
      </a:lt1>
      <a:dk2>
        <a:srgbClr val="FFFFFF"/>
      </a:dk2>
      <a:lt2>
        <a:srgbClr val="EBEBEB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0">
              <a:schemeClr val="tx1">
                <a:alpha val="12000"/>
              </a:schemeClr>
            </a:gs>
            <a:gs pos="100000">
              <a:schemeClr val="bg1">
                <a:alpha val="0"/>
              </a:schemeClr>
            </a:gs>
          </a:gsLst>
          <a:lin ang="5400000" scaled="0"/>
          <a:tileRect/>
        </a:gradFill>
        <a:ln w="3175" cap="flat" cmpd="sng" algn="ctr">
          <a:gradFill>
            <a:gsLst>
              <a:gs pos="31000">
                <a:schemeClr val="tx1">
                  <a:alpha val="50000"/>
                </a:schemeClr>
              </a:gs>
              <a:gs pos="81000">
                <a:schemeClr val="bg1">
                  <a:alpha val="25000"/>
                </a:schemeClr>
              </a:gs>
              <a:gs pos="100000">
                <a:schemeClr val="tx1">
                  <a:alpha val="0"/>
                </a:schemeClr>
              </a:gs>
            </a:gsLst>
            <a:lin ang="5400000" scaled="0"/>
          </a:gradFill>
          <a:prstDash val="solid"/>
        </a:ln>
        <a:effectLst/>
      </a:spPr>
      <a:bodyPr wrap="square" anchor="ctr">
        <a:noAutofit/>
      </a:bodyPr>
      <a:lstStyle>
        <a:defPPr algn="ctr">
          <a:lnSpc>
            <a:spcPct val="130000"/>
          </a:lnSpc>
          <a:spcBef>
            <a:spcPts val="700"/>
          </a:spcBef>
          <a:defRPr sz="3200">
            <a:solidFill>
              <a:prstClr val="white"/>
            </a:solidFill>
            <a:latin typeface="Arial" pitchFamily="2" charset="-122"/>
            <a:ea typeface="方正兰亭黑简体" panose="02000000000000000000" pitchFamily="2" charset="-122"/>
          </a:defRPr>
        </a:defPPr>
      </a:lstStyle>
    </a:spDef>
    <a:txDef>
      <a:spPr>
        <a:noFill/>
      </a:spPr>
      <a:bodyPr wrap="square" rtlCol="0">
        <a:spAutoFit/>
      </a:bodyPr>
      <a:lstStyle>
        <a:defPPr algn="l">
          <a:lnSpc>
            <a:spcPts val="3440"/>
          </a:lnSpc>
          <a:defRPr sz="3200" dirty="0" smtClean="0">
            <a:latin typeface="Arial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15.xml><?xml version="1.0" encoding="utf-8"?>
<a:theme xmlns:a="http://schemas.openxmlformats.org/drawingml/2006/main" name="24_Chart page">
  <a:themeElements>
    <a:clrScheme name="Custom 29">
      <a:dk1>
        <a:srgbClr val="1D1D1A"/>
      </a:dk1>
      <a:lt1>
        <a:srgbClr val="666666"/>
      </a:lt1>
      <a:dk2>
        <a:srgbClr val="FFFFFF"/>
      </a:dk2>
      <a:lt2>
        <a:srgbClr val="EBEBEB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0">
              <a:schemeClr val="tx1">
                <a:alpha val="12000"/>
              </a:schemeClr>
            </a:gs>
            <a:gs pos="100000">
              <a:schemeClr val="bg1">
                <a:alpha val="0"/>
              </a:schemeClr>
            </a:gs>
          </a:gsLst>
          <a:lin ang="5400000" scaled="0"/>
          <a:tileRect/>
        </a:gradFill>
        <a:ln w="3175" cap="flat" cmpd="sng" algn="ctr">
          <a:gradFill>
            <a:gsLst>
              <a:gs pos="31000">
                <a:schemeClr val="tx1">
                  <a:alpha val="50000"/>
                </a:schemeClr>
              </a:gs>
              <a:gs pos="81000">
                <a:schemeClr val="bg1">
                  <a:alpha val="25000"/>
                </a:schemeClr>
              </a:gs>
              <a:gs pos="100000">
                <a:schemeClr val="tx1">
                  <a:alpha val="0"/>
                </a:schemeClr>
              </a:gs>
            </a:gsLst>
            <a:lin ang="5400000" scaled="0"/>
          </a:gradFill>
          <a:prstDash val="solid"/>
        </a:ln>
        <a:effectLst/>
      </a:spPr>
      <a:bodyPr wrap="square" anchor="ctr">
        <a:noAutofit/>
      </a:bodyPr>
      <a:lstStyle>
        <a:defPPr algn="ctr">
          <a:lnSpc>
            <a:spcPct val="130000"/>
          </a:lnSpc>
          <a:spcBef>
            <a:spcPts val="700"/>
          </a:spcBef>
          <a:defRPr sz="3200">
            <a:solidFill>
              <a:prstClr val="white"/>
            </a:solidFill>
            <a:latin typeface="方正兰亭黑简体" panose="02000000000000000000" pitchFamily="2" charset="-122"/>
            <a:ea typeface="方正兰亭黑简体" panose="02000000000000000000" pitchFamily="2" charset="-122"/>
          </a:defRPr>
        </a:defPPr>
      </a:lstStyle>
    </a:spDef>
    <a:txDef>
      <a:spPr>
        <a:noFill/>
      </a:spPr>
      <a:bodyPr wrap="square" rtlCol="0">
        <a:spAutoFit/>
      </a:bodyPr>
      <a:lstStyle>
        <a:defPPr algn="l">
          <a:lnSpc>
            <a:spcPts val="3440"/>
          </a:lnSpc>
          <a:defRPr sz="3200" dirty="0" smtClean="0"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16.xml><?xml version="1.0" encoding="utf-8"?>
<a:theme xmlns:a="http://schemas.openxmlformats.org/drawingml/2006/main" name="25_Chart page">
  <a:themeElements>
    <a:clrScheme name="Custom 29">
      <a:dk1>
        <a:srgbClr val="1D1D1A"/>
      </a:dk1>
      <a:lt1>
        <a:srgbClr val="666666"/>
      </a:lt1>
      <a:dk2>
        <a:srgbClr val="FFFFFF"/>
      </a:dk2>
      <a:lt2>
        <a:srgbClr val="EBEBEB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0">
              <a:schemeClr val="tx1">
                <a:alpha val="12000"/>
              </a:schemeClr>
            </a:gs>
            <a:gs pos="100000">
              <a:schemeClr val="bg1">
                <a:alpha val="0"/>
              </a:schemeClr>
            </a:gs>
          </a:gsLst>
          <a:lin ang="5400000" scaled="0"/>
          <a:tileRect/>
        </a:gradFill>
        <a:ln w="3175" cap="flat" cmpd="sng" algn="ctr">
          <a:gradFill>
            <a:gsLst>
              <a:gs pos="31000">
                <a:schemeClr val="tx1">
                  <a:alpha val="50000"/>
                </a:schemeClr>
              </a:gs>
              <a:gs pos="81000">
                <a:schemeClr val="bg1">
                  <a:alpha val="25000"/>
                </a:schemeClr>
              </a:gs>
              <a:gs pos="100000">
                <a:schemeClr val="tx1">
                  <a:alpha val="0"/>
                </a:schemeClr>
              </a:gs>
            </a:gsLst>
            <a:lin ang="5400000" scaled="0"/>
          </a:gradFill>
          <a:prstDash val="solid"/>
        </a:ln>
        <a:effectLst/>
      </a:spPr>
      <a:bodyPr wrap="square" anchor="ctr">
        <a:noAutofit/>
      </a:bodyPr>
      <a:lstStyle>
        <a:defPPr algn="ctr">
          <a:lnSpc>
            <a:spcPct val="130000"/>
          </a:lnSpc>
          <a:spcBef>
            <a:spcPts val="700"/>
          </a:spcBef>
          <a:defRPr sz="3200">
            <a:solidFill>
              <a:prstClr val="white"/>
            </a:solidFill>
            <a:latin typeface="方正兰亭黑简体" panose="02000000000000000000" pitchFamily="2" charset="-122"/>
            <a:ea typeface="方正兰亭黑简体" panose="02000000000000000000" pitchFamily="2" charset="-122"/>
          </a:defRPr>
        </a:defPPr>
      </a:lstStyle>
    </a:spDef>
    <a:txDef>
      <a:spPr>
        <a:noFill/>
      </a:spPr>
      <a:bodyPr wrap="square" rtlCol="0">
        <a:spAutoFit/>
      </a:bodyPr>
      <a:lstStyle>
        <a:defPPr algn="l">
          <a:lnSpc>
            <a:spcPts val="3440"/>
          </a:lnSpc>
          <a:defRPr sz="3200" dirty="0" smtClean="0"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17.xml><?xml version="1.0" encoding="utf-8"?>
<a:theme xmlns:a="http://schemas.openxmlformats.org/drawingml/2006/main" name="3_章节页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dirty="0" smtClean="0">
            <a:solidFill>
              <a:srgbClr val="000000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="" xmlns:thm15="http://schemas.microsoft.com/office/thememl/2012/main" name="PPT 模板" id="{9BBB633E-5E45-41C7-B61B-A7FDDADD335C}" vid="{FC34AD67-7538-4717-9A73-50191031DBF3}"/>
    </a:ext>
  </a:extLst>
</a:theme>
</file>

<file path=ppt/theme/theme18.xml><?xml version="1.0" encoding="utf-8"?>
<a:theme xmlns:a="http://schemas.openxmlformats.org/drawingml/2006/main" name="6_章节页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dirty="0" smtClean="0">
            <a:solidFill>
              <a:srgbClr val="000000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="" xmlns:thm15="http://schemas.microsoft.com/office/thememl/2012/main" name="演示文稿1" id="{358AC06C-4CE3-4A3F-B594-9738C68624A0}" vid="{9E3EAF68-ABE1-42CC-9EED-BC9EE9E8453C}"/>
    </a:ext>
  </a:extLst>
</a:theme>
</file>

<file path=ppt/theme/theme19.xml><?xml version="1.0" encoding="utf-8"?>
<a:theme xmlns:a="http://schemas.openxmlformats.org/drawingml/2006/main" name="28_Chart page">
  <a:themeElements>
    <a:clrScheme name="Custom 29">
      <a:dk1>
        <a:srgbClr val="1D1D1A"/>
      </a:dk1>
      <a:lt1>
        <a:srgbClr val="666666"/>
      </a:lt1>
      <a:dk2>
        <a:srgbClr val="FFFFFF"/>
      </a:dk2>
      <a:lt2>
        <a:srgbClr val="EBEBEB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0">
              <a:schemeClr val="tx1">
                <a:alpha val="12000"/>
              </a:schemeClr>
            </a:gs>
            <a:gs pos="100000">
              <a:schemeClr val="bg1">
                <a:alpha val="0"/>
              </a:schemeClr>
            </a:gs>
          </a:gsLst>
          <a:lin ang="5400000" scaled="0"/>
          <a:tileRect/>
        </a:gradFill>
        <a:ln w="3175" cap="flat" cmpd="sng" algn="ctr">
          <a:gradFill>
            <a:gsLst>
              <a:gs pos="31000">
                <a:schemeClr val="tx1">
                  <a:alpha val="50000"/>
                </a:schemeClr>
              </a:gs>
              <a:gs pos="81000">
                <a:schemeClr val="bg1">
                  <a:alpha val="25000"/>
                </a:schemeClr>
              </a:gs>
              <a:gs pos="100000">
                <a:schemeClr val="tx1">
                  <a:alpha val="0"/>
                </a:schemeClr>
              </a:gs>
            </a:gsLst>
            <a:lin ang="5400000" scaled="0"/>
          </a:gradFill>
          <a:prstDash val="solid"/>
        </a:ln>
      </a:spPr>
      <a:bodyPr wrap="square" anchor="ctr">
        <a:noAutofit/>
      </a:bodyPr>
      <a:lstStyle>
        <a:defPPr algn="ctr">
          <a:lnSpc>
            <a:spcPct val="130000"/>
          </a:lnSpc>
          <a:spcBef>
            <a:spcPts val="700"/>
          </a:spcBef>
          <a:defRPr sz="3200">
            <a:solidFill>
              <a:prstClr val="white"/>
            </a:solidFill>
            <a:latin typeface="方正兰亭黑简体" panose="02000000000000000000" pitchFamily="2" charset="-122"/>
            <a:ea typeface="方正兰亭黑简体" panose="02000000000000000000" pitchFamily="2" charset="-122"/>
          </a:defRPr>
        </a:defPPr>
      </a:lstStyle>
    </a:spDef>
    <a:txDef>
      <a:spPr>
        <a:noFill/>
      </a:spPr>
      <a:bodyPr wrap="square" rtlCol="0">
        <a:spAutoFit/>
      </a:bodyPr>
      <a:lstStyle>
        <a:defPPr algn="l">
          <a:lnSpc>
            <a:spcPts val="3440"/>
          </a:lnSpc>
          <a:defRPr sz="3200" dirty="0" smtClean="0"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0.xml><?xml version="1.0" encoding="utf-8"?>
<a:theme xmlns:a="http://schemas.openxmlformats.org/drawingml/2006/main" name="4_章节页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dirty="0" smtClean="0">
            <a:solidFill>
              <a:srgbClr val="000000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="" xmlns:thm15="http://schemas.microsoft.com/office/thememl/2012/main" name="PPT 模板" id="{9BBB633E-5E45-41C7-B61B-A7FDDADD335C}" vid="{FC34AD67-7538-4717-9A73-50191031DBF3}"/>
    </a:ext>
  </a:extLst>
</a:theme>
</file>

<file path=ppt/theme/theme21.xml><?xml version="1.0" encoding="utf-8"?>
<a:theme xmlns:a="http://schemas.openxmlformats.org/drawingml/2006/main" name="7_章节页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dirty="0" smtClean="0">
            <a:solidFill>
              <a:srgbClr val="000000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="" xmlns:thm15="http://schemas.microsoft.com/office/thememl/2012/main" name="PPT 模板" id="{9BBB633E-5E45-41C7-B61B-A7FDDADD335C}" vid="{FC34AD67-7538-4717-9A73-50191031DBF3}"/>
    </a:ext>
  </a:extLst>
</a:theme>
</file>

<file path=ppt/theme/theme22.xml><?xml version="1.0" encoding="utf-8"?>
<a:theme xmlns:a="http://schemas.openxmlformats.org/drawingml/2006/main" name="3_内容Copytext 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2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123087</TotalTime>
  <Words>477</Words>
  <Application>Microsoft Office PowerPoint</Application>
  <PresentationFormat>Personalizado</PresentationFormat>
  <Paragraphs>33</Paragraphs>
  <Slides>4</Slides>
  <Notes>4</Notes>
  <HiddenSlides>0</HiddenSlides>
  <MMClips>0</MMClips>
  <ScaleCrop>false</ScaleCrop>
  <HeadingPairs>
    <vt:vector size="4" baseType="variant">
      <vt:variant>
        <vt:lpstr>Tema</vt:lpstr>
      </vt:variant>
      <vt:variant>
        <vt:i4>22</vt:i4>
      </vt:variant>
      <vt:variant>
        <vt:lpstr>Títulos de diapositiva</vt:lpstr>
      </vt:variant>
      <vt:variant>
        <vt:i4>4</vt:i4>
      </vt:variant>
    </vt:vector>
  </HeadingPairs>
  <TitlesOfParts>
    <vt:vector size="26" baseType="lpstr">
      <vt:lpstr>1_Title Slide</vt:lpstr>
      <vt:lpstr>Chart page</vt:lpstr>
      <vt:lpstr>4_Chart page</vt:lpstr>
      <vt:lpstr>End page</vt:lpstr>
      <vt:lpstr>章节页</vt:lpstr>
      <vt:lpstr>5_Chart page</vt:lpstr>
      <vt:lpstr>6_Chart page</vt:lpstr>
      <vt:lpstr>7_Chart page</vt:lpstr>
      <vt:lpstr>8_Chart page</vt:lpstr>
      <vt:lpstr>13_Chart page</vt:lpstr>
      <vt:lpstr>14_Chart page</vt:lpstr>
      <vt:lpstr>21_Chart page</vt:lpstr>
      <vt:lpstr>22_Chart page</vt:lpstr>
      <vt:lpstr>23_Chart page</vt:lpstr>
      <vt:lpstr>24_Chart page</vt:lpstr>
      <vt:lpstr>25_Chart page</vt:lpstr>
      <vt:lpstr>3_章节页</vt:lpstr>
      <vt:lpstr>6_章节页</vt:lpstr>
      <vt:lpstr>28_Chart page</vt:lpstr>
      <vt:lpstr>4_章节页</vt:lpstr>
      <vt:lpstr>7_章节页</vt:lpstr>
      <vt:lpstr>3_内容Copytext 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Juampi</cp:lastModifiedBy>
  <cp:revision>1352</cp:revision>
  <dcterms:created xsi:type="dcterms:W3CDTF">2018-06-21T13:34:14Z</dcterms:created>
  <dcterms:modified xsi:type="dcterms:W3CDTF">2023-09-16T01:20:37Z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2015_ms_pID_725343">
    <vt:lpwstr>(3)ypgsI+ikLU6nuBk8Dy9Gfv2ZYz4ghZ1Y64BuNoo3wezqxfoBmBgJTTf6cTCXVzBoprdXmDk4
H5IbEgRDyER/r2EuJzyRdPr1xATnIsBtoKXx0pvaCr1aaWkthgzg8MScAkdbaUTn3E4uFSFy
BbQRmxVr6gwQgihQNkkKTwf2plbwWAifvihaeMStzz7Du1jFfLp9O/bv0njQgYEkVve7bAsc
U4cWlILEv1jbz3xLVH</vt:lpwstr>
  </property>
  <property fmtid="{D5CDD505-2E9C-101B-9397-08002B2CF9AE}" pid="3" name="_2015_ms_pID_7253431">
    <vt:lpwstr>fKiS15xe4P+d1aTWNhXbHUP8Q0Jd+S5p5GzDF4+5dZQLeJhxyJjMlm
Rg9klcYxoVxESH8hi8irdltohoVY3TEo87+ILCaz1Y5056bsSP9d65xu9MtRcvSIDzm7ObG5
HkUQ7nlf2dIkSkT8ptYEobk7f8xHHE1fKYLuLGlEd9y8kyjFhPQV8fgZOcwDtqnaO4AMG1yA
EB8nePMIomDlaPOAm+T9YK9dhAorqJVkgSGD</vt:lpwstr>
  </property>
  <property fmtid="{D5CDD505-2E9C-101B-9397-08002B2CF9AE}" pid="4" name="_2015_ms_pID_7253432">
    <vt:lpwstr>Gg==</vt:lpwstr>
  </property>
  <property fmtid="{D5CDD505-2E9C-101B-9397-08002B2CF9AE}" pid="5" name="_readonly">
    <vt:lpwstr/>
  </property>
  <property fmtid="{D5CDD505-2E9C-101B-9397-08002B2CF9AE}" pid="6" name="_change">
    <vt:lpwstr/>
  </property>
  <property fmtid="{D5CDD505-2E9C-101B-9397-08002B2CF9AE}" pid="7" name="_full-control">
    <vt:lpwstr/>
  </property>
  <property fmtid="{D5CDD505-2E9C-101B-9397-08002B2CF9AE}" pid="8" name="sflag">
    <vt:lpwstr>1678373657</vt:lpwstr>
  </property>
  <property fmtid="{D5CDD505-2E9C-101B-9397-08002B2CF9AE}" pid="9" name="MSIP_Label_228ef38c-4357-49c8-b2ae-c9cdaf411188_Enabled">
    <vt:lpwstr>true</vt:lpwstr>
  </property>
  <property fmtid="{D5CDD505-2E9C-101B-9397-08002B2CF9AE}" pid="10" name="MSIP_Label_228ef38c-4357-49c8-b2ae-c9cdaf411188_SetDate">
    <vt:lpwstr>2023-08-18T20:24:53Z</vt:lpwstr>
  </property>
  <property fmtid="{D5CDD505-2E9C-101B-9397-08002B2CF9AE}" pid="11" name="MSIP_Label_228ef38c-4357-49c8-b2ae-c9cdaf411188_Method">
    <vt:lpwstr>Privileged</vt:lpwstr>
  </property>
  <property fmtid="{D5CDD505-2E9C-101B-9397-08002B2CF9AE}" pid="12" name="MSIP_Label_228ef38c-4357-49c8-b2ae-c9cdaf411188_Name">
    <vt:lpwstr>Personal</vt:lpwstr>
  </property>
  <property fmtid="{D5CDD505-2E9C-101B-9397-08002B2CF9AE}" pid="13" name="MSIP_Label_228ef38c-4357-49c8-b2ae-c9cdaf411188_SiteId">
    <vt:lpwstr>038018c3-616c-4b46-ad9b-aa9007f701b5</vt:lpwstr>
  </property>
  <property fmtid="{D5CDD505-2E9C-101B-9397-08002B2CF9AE}" pid="14" name="MSIP_Label_228ef38c-4357-49c8-b2ae-c9cdaf411188_ActionId">
    <vt:lpwstr>a3a67417-e5d7-417e-a621-c2386363e39c</vt:lpwstr>
  </property>
  <property fmtid="{D5CDD505-2E9C-101B-9397-08002B2CF9AE}" pid="15" name="MSIP_Label_228ef38c-4357-49c8-b2ae-c9cdaf411188_ContentBits">
    <vt:lpwstr>1</vt:lpwstr>
  </property>
  <property fmtid="{D5CDD505-2E9C-101B-9397-08002B2CF9AE}" pid="16" name="ClassificationContentMarkingHeaderLocations">
    <vt:lpwstr>1_Title Slide:3\Chart page:3\4_Chart page:5\End page:3\章节页:46\5_Chart page:5\6_Chart page:5\7_Chart page:5\8_Chart page:5\13_Chart page:5\14_Chart page:5\21_Chart page:5\22_Chart page:5\23_Chart page:5\24_Chart page:5\25_Chart page:5\3_章节页:5\6_章节页:5\28_Ch</vt:lpwstr>
  </property>
  <property fmtid="{D5CDD505-2E9C-101B-9397-08002B2CF9AE}" pid="17" name="ClassificationContentMarkingHeaderText">
    <vt:lpwstr>Documento: Personal</vt:lpwstr>
  </property>
</Properties>
</file>